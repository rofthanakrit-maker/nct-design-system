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140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140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buNone/>
              <a:def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buNone/>
            </a:pPr>
            <a:r>
              <a: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0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หมวด 1  ■ หมวด 2  ■ 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006666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006666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CC2C2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Relationship Id="rId20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A9C2C2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006666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333333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3436D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3436D"/>
      </a:accent1>
      <a:accent2>
        <a:srgbClr val="216B7F"/>
      </a:accent2>
      <a:accent3>
        <a:srgbClr val="4E8FA8"/>
      </a:accent3>
      <a:accent4>
        <a:srgbClr val="16324F"/>
      </a:accent4>
      <a:accent5>
        <a:srgbClr val="5F5F5F"/>
      </a:accent5>
      <a:accent6>
        <a:srgbClr val="E8F6F5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2026-09-07T11:33:11Z</dcterms:created>
  <dcterms:modified xsi:type="dcterms:W3CDTF">2026-09-07T11:33:11Z</dcterms:modified>
</cp:coreProperties>
</file>