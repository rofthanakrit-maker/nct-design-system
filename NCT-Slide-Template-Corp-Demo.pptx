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193B3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006666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006666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006666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006666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006666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006666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006666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006666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006666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006666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006666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006666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193B36">
                  <a:alpha val="100000"/>
                </a:srgbClr>
              </a:gs>
              <a:gs pos="26000">
                <a:srgbClr val="193B36">
                  <a:alpha val="84000"/>
                </a:srgbClr>
              </a:gs>
              <a:gs pos="62000">
                <a:srgbClr val="193B36">
                  <a:alpha val="30000"/>
                </a:srgbClr>
              </a:gs>
              <a:gs pos="100000">
                <a:srgbClr val="193B36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193B36"/>
              </a:gs>
              <a:gs pos="100000">
                <a:srgbClr val="006666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006666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193B36">
                  <a:alpha val="100000"/>
                </a:srgbClr>
              </a:gs>
              <a:gs pos="26000">
                <a:srgbClr val="193B36">
                  <a:alpha val="84000"/>
                </a:srgbClr>
              </a:gs>
              <a:gs pos="62000">
                <a:srgbClr val="193B36">
                  <a:alpha val="30000"/>
                </a:srgbClr>
              </a:gs>
              <a:gs pos="100000">
                <a:srgbClr val="193B36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006666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00666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2026-09-22T17:39:10Z</dcterms:created>
  <dcterms:modified xsi:type="dcterms:W3CDTF">2026-09-22T17:39:10Z</dcterms:modified>
</cp:coreProperties>
</file>