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2971800" y="3715200"/>
            <a:ext cx="62484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2971800" y="5909760"/>
            <a:ext cx="62484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20" name="Left Heading Rule"/>
          <p:cNvSpPr/>
          <p:nvPr/>
        </p:nvSpPr>
        <p:spPr>
          <a:xfrm>
            <a:off x="914400" y="2148840"/>
            <a:ext cx="509016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21" name="Right Heading Rule"/>
          <p:cNvSpPr/>
          <p:nvPr/>
        </p:nvSpPr>
        <p:spPr>
          <a:xfrm>
            <a:off x="6187440" y="2148840"/>
            <a:ext cx="509016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13258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240280" y="5623560"/>
            <a:ext cx="90373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28016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65176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292608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20040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434840"/>
            <a:ext cx="5486400" cy="731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Takeaway Label"/>
          <p:cNvSpPr>
            <a:spLocks noGrp="1"/>
          </p:cNvSpPr>
          <p:nvPr>
            <p:ph type="body" idx="32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Takeaway Copy"/>
          <p:cNvSpPr>
            <a:spLocks noGrp="1"/>
          </p:cNvSpPr>
          <p:nvPr>
            <p:ph type="body" idx="33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Takeaway Label"/>
          <p:cNvSpPr>
            <a:spLocks noGrp="1"/>
          </p:cNvSpPr>
          <p:nvPr>
            <p:ph type="body" idx="3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Takeaway Copy"/>
          <p:cNvSpPr>
            <a:spLocks noGrp="1"/>
          </p:cNvSpPr>
          <p:nvPr>
            <p:ph type="body" idx="3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384048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12623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12623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9144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240280" y="5684520"/>
            <a:ext cx="88544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ข้อเสนอนี้ครอบคลุมงานบัญชีสามหมวด ไม่รวมเงินเดือน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รวมในข้อเสนอ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เจ้าหนี้ ลูกหนี้ และบัญชีแยกประเภท</a:t>
            </a:r>
          </a:p>
          <a:p>
            <a:pPr/>
            <a:r>
              <a:rPr lang="th-TH" dirty="0"/>
              <a:t>ตัวเชื่อม ERP เดิม และคิวเอกสารกลาง</a:t>
            </a:r>
          </a:p>
          <a:p>
            <a:pPr/>
            <a:r>
              <a:rPr lang="th-TH" dirty="0"/>
              <a:t>อบรมผู้ใช้และผู้ดูแลระบบ 2 หลักสูตร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ไม่รวมในข้อเสนอ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ระบบเงินเดือนและภาษีหัก ณ ที่จ่ายพนักงาน</a:t>
            </a:r>
          </a:p>
          <a:p>
            <a:pPr/>
            <a:r>
              <a:rPr lang="th-TH" dirty="0"/>
              <a:t>ย้ายข้อมูลย้อนหลังเกิน 2 ปี</a:t>
            </a:r>
          </a:p>
          <a:p>
            <a:pPr/>
            <a:r>
              <a:rPr lang="th-TH" dirty="0"/>
              <a:t>ค่าไลเซนส์ ERP ที่ลูกค้ามีอยู่แล้ว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เฟสแรกเตรียมเครื่องสองชุดให้พร้อมก่อนเริ่มพัฒนา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อบรมสองหลักสูตรจบก่อนวันขึ้นระบบ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1036320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2011680"/>
                <a:gridCol w="4206240"/>
                <a:gridCol w="1188720"/>
                <a:gridCol w="295656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 8 ชั่วโมงในสัปดาห์เดียว งานบัญชีไม่ต้องหยุดระหว่างอบรม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2026-10-01T20:54:53Z</dcterms:created>
  <dcterms:modified xsi:type="dcterms:W3CDTF">2026-10-01T20:54:53Z</dcterms:modified>
</cp:coreProperties>
</file>