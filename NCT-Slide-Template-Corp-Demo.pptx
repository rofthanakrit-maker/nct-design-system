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1E5473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1E5473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006666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006666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3436D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16324F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006666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00666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2026-09-07T23:13:26Z</dcterms:created>
  <dcterms:modified xsi:type="dcterms:W3CDTF">2026-09-07T23:13:26Z</dcterms:modified>
</cp:coreProperties>
</file>