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1E5473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1E5473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1E5473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1E5473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1E5473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1E5473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1E5473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1E5473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1E5473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1E5473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1E5473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1E5473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buNone/>
              <a:def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buNone/>
            </a:pPr>
            <a:r>
              <a: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0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หมวด 1  ■ หมวด 2  ■ 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333333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5F5F5F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2026-09-07T16:27:00Z</dcterms:created>
  <dcterms:modified xsi:type="dcterms:W3CDTF">2026-09-07T16:27:00Z</dcterms:modified>
</cp:coreProperties>
</file>