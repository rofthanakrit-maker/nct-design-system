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216B7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216B7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914400" y="3715200"/>
            <a:ext cx="103632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914400" y="590976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0" y="438912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แบบฟอร์มบริษัท ตัวอย่าง</dc:title>
  <dc:creator>New Computer Technology Consulting Co., Ltd.</dc:creator>
  <cp:lastModifiedBy>NCT</cp:lastModifiedBy>
  <dcterms:created xsi:type="dcterms:W3CDTF">2026-09-23T10:39:13Z</dcterms:created>
  <dcterms:modified xsi:type="dcterms:W3CDTF">2026-09-23T10:39:13Z</dcterms:modified>
</cp:coreProperties>
</file>