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1E5473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1E5473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1E5473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1E5473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1E5473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1E5473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1E5473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1E5473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1E5473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1E5473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1E5473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1E5473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1E5473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1E5473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1E5473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C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006666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006666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7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75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CC2C2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CC2C2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CC2C2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C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CC2C2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006666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333333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006666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006666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BF3F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5EAE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BF3F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5EAE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BF3F3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2026-09-11T15:13:15Z</dcterms:created>
  <dcterms:modified xsi:type="dcterms:W3CDTF">2026-09-11T15:13:15Z</dcterms:modified>
</cp:coreProperties>
</file>