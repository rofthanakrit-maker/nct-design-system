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ontact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5486400" cy="18288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spcBef>
                <a:spcPts val="600"/>
              </a:spcBef>
              <a:buNone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15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76750"/>
            <a:ext cx="2560320" cy="1302864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1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3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4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5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6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7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8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9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10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11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12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13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14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3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4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5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6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7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8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9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10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11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12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13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14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15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16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17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18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5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6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Footnote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บริการที่ปรึกษาเทคโนโลยีสารสนเทศ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ภาพรวมบริษัท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ใครคือ NCT และเราทำอะไรให้ลูกค้าองค์กร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ศูนย์ปฏิบัติการเครือข่าย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คลิกไอคอนกลางสไลด์เพื่อใส่ภาพเต็มจอ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เปรียบเทียบแพ็กเกจ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1755648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ตัวอย่างการใช้ชุดชิ้นส่วนมาตรฐานตาม v2 §14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วัตถุประสงค์ของโครงการ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แผนดำเนินงานและผู้รับผิดชอบ</a:t>
            </a:r>
          </a:p>
          <a:p>
            <a:pPr/>
            <a:r>
              <a:rPr lang="th-TH" dirty="0"/>
              <a:t>งบประมาณและเงื่อนไข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solidFill>
                      <a:srgbClr val="23436D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Foot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 · รายการติดข้อจำกัดรอผลการตรวจสิทธิ์เข้าระบบ</a:t>
            </a:r>
          </a:p>
        </p:txBody>
      </p:sp>
      <p:sp>
        <p:nvSpPr>
          <p:cNvPr id="6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7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2026-09-05T01:31:22Z</dcterms:created>
  <dcterms:modified xsi:type="dcterms:W3CDTF">2026-09-05T01:31:22Z</dcterms:modified>
</cp:coreProperties>
</file>