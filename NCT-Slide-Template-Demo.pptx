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7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logo-color.png"/><Relationship Id="rId4" Type="http://schemas.openxmlformats.org/officeDocument/2006/relationships/image" Target="../media/photo-handshak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ver Panel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55000">
                <a:srgbClr val="1E5473"/>
              </a:gs>
              <a:gs pos="100000">
                <a:srgbClr val="1A8D92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FFFFF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39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2286000" cy="1163271"/>
          </a:xfrm>
          <a:prstGeom prst="rect">
            <a:avLst/>
          </a:prstGeom>
        </p:spPr>
      </p:pic>
      <p:sp>
        <p:nvSpPr>
          <p:cNvPr id="40" name="Title Placeholder"/>
          <p:cNvSpPr>
            <a:spLocks noGrp="1"/>
          </p:cNvSpPr>
          <p:nvPr>
            <p:ph type="ctrTitle"/>
          </p:nvPr>
        </p:nvSpPr>
        <p:spPr>
          <a:xfrm>
            <a:off x="914400" y="2377440"/>
            <a:ext cx="6035040" cy="20116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41" name="Accent Rule"/>
          <p:cNvSpPr/>
          <p:nvPr/>
        </p:nvSpPr>
        <p:spPr>
          <a:xfrm>
            <a:off x="914400" y="45720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Subtitle"/>
          <p:cNvSpPr>
            <a:spLocks noGrp="1"/>
          </p:cNvSpPr>
          <p:nvPr>
            <p:ph type="subTitle" idx="1"/>
          </p:nvPr>
        </p:nvSpPr>
        <p:spPr>
          <a:xfrm>
            <a:off x="914400" y="4754880"/>
            <a:ext cx="603504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3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60350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Title Placeholder"/>
          <p:cNvSpPr>
            <a:spLocks noGrp="1"/>
          </p:cNvSpPr>
          <p:nvPr>
            <p:ph type="title"/>
          </p:nvPr>
        </p:nvSpPr>
        <p:spPr>
          <a:xfrm>
            <a:off x="914400" y="1737360"/>
            <a:ext cx="62484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Next Steps Label"/>
          <p:cNvSpPr>
            <a:spLocks noGrp="1"/>
          </p:cNvSpPr>
          <p:nvPr>
            <p:ph type="body" idx="1"/>
          </p:nvPr>
        </p:nvSpPr>
        <p:spPr>
          <a:xfrm>
            <a:off x="914400" y="329184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4" name="Next Steps"/>
          <p:cNvSpPr>
            <a:spLocks noGrp="1"/>
          </p:cNvSpPr>
          <p:nvPr>
            <p:ph type="body" idx="2"/>
          </p:nvPr>
        </p:nvSpPr>
        <p:spPr>
          <a:xfrm>
            <a:off x="914400" y="3611880"/>
            <a:ext cx="6248400" cy="12344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5" name="Decision Callout"/>
          <p:cNvSpPr/>
          <p:nvPr/>
        </p:nvSpPr>
        <p:spPr>
          <a:xfrm>
            <a:off x="914400" y="4983480"/>
            <a:ext cx="6248400" cy="100584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Decision Bar"/>
          <p:cNvSpPr/>
          <p:nvPr/>
        </p:nvSpPr>
        <p:spPr>
          <a:xfrm>
            <a:off x="914400" y="4983480"/>
            <a:ext cx="54864" cy="100584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Decision By"/>
          <p:cNvSpPr>
            <a:spLocks noGrp="1"/>
          </p:cNvSpPr>
          <p:nvPr>
            <p:ph type="body" idx="3"/>
          </p:nvPr>
        </p:nvSpPr>
        <p:spPr>
          <a:xfrm>
            <a:off x="1234440" y="4983480"/>
            <a:ext cx="5608320" cy="10058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8" name="Contact Card"/>
          <p:cNvSpPr/>
          <p:nvPr/>
        </p:nvSpPr>
        <p:spPr>
          <a:xfrm>
            <a:off x="7620000" y="914400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19" name="Card 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914400"/>
            <a:ext cx="3657600" cy="2057400"/>
          </a:xfrm>
          <a:prstGeom prst="rect">
            <a:avLst/>
          </a:prstGeom>
        </p:spPr>
      </p:pic>
      <p:sp>
        <p:nvSpPr>
          <p:cNvPr id="20" name="Contact Label"/>
          <p:cNvSpPr/>
          <p:nvPr/>
        </p:nvSpPr>
        <p:spPr>
          <a:xfrm>
            <a:off x="7940040" y="3291840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ติดต่อ</a:t>
            </a:r>
          </a:p>
        </p:txBody>
      </p:sp>
      <p:sp>
        <p:nvSpPr>
          <p:cNvPr id="21" name="Contact"/>
          <p:cNvSpPr>
            <a:spLocks noGrp="1"/>
          </p:cNvSpPr>
          <p:nvPr>
            <p:ph type="body" idx="4"/>
          </p:nvPr>
        </p:nvSpPr>
        <p:spPr>
          <a:xfrm>
            <a:off x="7940040" y="3611880"/>
            <a:ext cx="3017520" cy="914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99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99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22" name="NC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040" y="4785194"/>
            <a:ext cx="1737360" cy="884086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3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2026-10-01T15:24:22Z</dcterms:created>
  <dcterms:modified xsi:type="dcterms:W3CDTF">2026-10-01T15:24:22Z</dcterms:modified>
</cp:coreProperties>
</file>