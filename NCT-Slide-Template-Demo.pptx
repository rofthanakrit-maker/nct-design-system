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Relationship Id="rId3" Type="http://schemas.openxmlformats.org/officeDocument/2006/relationships/image" Target="../media/mark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Watermark A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1371600" y="-2103120"/>
            <a:ext cx="7315200" cy="4653280"/>
          </a:xfrm>
          <a:prstGeom prst="rect">
            <a:avLst/>
          </a:prstGeom>
        </p:spPr>
      </p:pic>
      <p:pic>
        <p:nvPicPr>
          <p:cNvPr id="11" name="Watermark B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4114800" y="2286000"/>
            <a:ext cx="7315200" cy="4653280"/>
          </a:xfrm>
          <a:prstGeom prst="rect">
            <a:avLst/>
          </a:prstGeom>
        </p:spPr>
      </p:pic>
      <p:sp>
        <p:nvSpPr>
          <p:cNvPr id="12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216B7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216B7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40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0" y="685800"/>
            <a:ext cx="4000500" cy="2035725"/>
          </a:xfrm>
          <a:prstGeom prst="rect">
            <a:avLst/>
          </a:prstGeom>
        </p:spPr>
      </p:pic>
      <p:sp>
        <p:nvSpPr>
          <p:cNvPr id="41" name="Accent Rule"/>
          <p:cNvSpPr/>
          <p:nvPr/>
        </p:nvSpPr>
        <p:spPr>
          <a:xfrm>
            <a:off x="2941320" y="3429000"/>
            <a:ext cx="6309360" cy="28575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Title Placeholder"/>
          <p:cNvSpPr>
            <a:spLocks noGrp="1"/>
          </p:cNvSpPr>
          <p:nvPr>
            <p:ph type="ctrTitle"/>
          </p:nvPr>
        </p:nvSpPr>
        <p:spPr>
          <a:xfrm>
            <a:off x="914400" y="3715200"/>
            <a:ext cx="10363200" cy="2057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15000"/>
              </a:lnSpc>
              <a:buNone/>
              <a:def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15000"/>
              </a:lnSpc>
              <a:buNone/>
            </a:pPr>
            <a:r>
              <a: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PROPOSAL</a:t>
            </a:r>
          </a:p>
        </p:txBody>
      </p:sp>
      <p:sp>
        <p:nvSpPr>
          <p:cNvPr id="43" name="Subtitle"/>
          <p:cNvSpPr>
            <a:spLocks noGrp="1"/>
          </p:cNvSpPr>
          <p:nvPr>
            <p:ph type="subTitle" idx="1"/>
          </p:nvPr>
        </p:nvSpPr>
        <p:spPr>
          <a:xfrm>
            <a:off x="914400" y="590976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ctr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4" name="Date Placeholder"/>
          <p:cNvSpPr>
            <a:spLocks noGrp="1"/>
          </p:cNvSpPr>
          <p:nvPr>
            <p:ph type="dt" idx="10"/>
          </p:nvPr>
        </p:nvSpPr>
        <p:spPr>
          <a:xfrm>
            <a:off x="22860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4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2026-09-22T17:39:10Z</dcterms:created>
  <dcterms:modified xsi:type="dcterms:W3CDTF">2026-09-22T17:39:10Z</dcterms:modified>
</cp:coreProperties>
</file>