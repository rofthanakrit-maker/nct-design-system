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ontact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5486400" cy="18288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spcBef>
                <a:spcPts val="600"/>
              </a:spcBef>
              <a:buNone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15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76750"/>
            <a:ext cx="2560320" cy="1302864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1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3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4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5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6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7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8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9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10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11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12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13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14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3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4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5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6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7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8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9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10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11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12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13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14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15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16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17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18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Footnote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บริการที่ปรึกษาเทคโนโลยีสารสนเทศ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ภาพรวมบริษัท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ใครคือ NCT และเราทำอะไรให้ลูกค้าองค์กร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ศูนย์ปฏิบัติการเครือข่าย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คลิกไอคอนกลางสไลด์เพื่อใส่ภาพเต็มจอ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เปรียบเทียบแพ็กเกจ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1755648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ตัวอย่างการใช้ชุดชิ้นส่วนมาตรฐานตาม v2 §14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Frame"/>
          <p:cNvSpPr/>
          <p:nvPr/>
        </p:nvSpPr>
        <p:spPr>
          <a:xfrm>
            <a:off x="3657600" y="2560320"/>
            <a:ext cx="5074920" cy="1554480"/>
          </a:xfrm>
          <a:prstGeom prst="rect">
            <a:avLst/>
          </a:prstGeom>
          <a:noFill/>
          <a:ln w="12700">
            <a:solidFill>
              <a:srgbClr val="E5E5E5"/>
            </a:solidFill>
            <a:prstDash val="dash"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749040" y="26060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017520"/>
            <a:ext cx="2011680" cy="548640"/>
          </a:xfrm>
          <a:prstGeom prst="rect">
            <a:avLst/>
          </a:prstGeom>
          <a:solidFill>
            <a:srgbClr val="23436D">
              <a:alpha val="15000"/>
            </a:srgbClr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4" name="Box 3"/>
          <p:cNvSpPr/>
          <p:nvPr/>
        </p:nvSpPr>
        <p:spPr>
          <a:xfrm>
            <a:off x="6537960" y="3017520"/>
            <a:ext cx="2011680" cy="548640"/>
          </a:xfrm>
          <a:prstGeom prst="rect">
            <a:avLst/>
          </a:prstGeom>
          <a:solidFill>
            <a:srgbClr val="216B7F">
              <a:alpha val="15000"/>
            </a:srgbClr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5" name="Box 4"/>
          <p:cNvSpPr/>
          <p:nvPr/>
        </p:nvSpPr>
        <p:spPr>
          <a:xfrm>
            <a:off x="9235440" y="3017520"/>
            <a:ext cx="2011680" cy="548640"/>
          </a:xfrm>
          <a:prstGeom prst="rect">
            <a:avLst/>
          </a:prstGeom>
          <a:solidFill>
            <a:srgbClr val="E8F6F5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29184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2743200"/>
            <a:ext cx="82296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วัตถุประสงค์ของโครงการ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แผนดำเนินงานและผู้รับผิดชอบ</a:t>
            </a:r>
          </a:p>
          <a:p>
            <a:pPr/>
            <a:r>
              <a:rPr lang="th-TH" dirty="0"/>
              <a:t>งบประมาณและเงื่อนไข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9659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9659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F7A54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E6F4EE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Foot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 · รายการติดข้อจำกัดรอผลการตรวจสิทธิ์เข้าระบบ</a:t>
            </a:r>
          </a:p>
        </p:txBody>
      </p:sp>
      <p:sp>
        <p:nvSpPr>
          <p:cNvPr id="6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7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2026-09-05T01:13:25Z</dcterms:created>
  <dcterms:modified xsi:type="dcterms:W3CDTF">2026-09-05T01:13:25Z</dcterms:modified>
</cp:coreProperties>
</file>