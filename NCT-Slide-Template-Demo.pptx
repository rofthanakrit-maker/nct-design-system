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Wedge"/>
          <p:cNvSpPr/>
          <p:nvPr/>
        </p:nvSpPr>
        <p:spPr>
          <a:xfrm>
            <a:off x="8991600" y="0"/>
            <a:ext cx="3200400" cy="6858000"/>
          </a:xfrm>
          <a:prstGeom prst="rtTriangle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82296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448800" y="-457200"/>
            <a:ext cx="3200400" cy="32004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822960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ontact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5486400" cy="18288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spcBef>
                <a:spcPts val="600"/>
              </a:spcBef>
              <a:buNone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pic>
        <p:nvPicPr>
          <p:cNvPr id="15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280" y="3383280"/>
            <a:ext cx="2560320" cy="1302864"/>
          </a:xfrm>
          <a:prstGeom prst="rect">
            <a:avLst/>
          </a:prstGeom>
        </p:spPr>
      </p:pic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4E8FA8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4E8FA8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4E8FA8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4E8FA8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A4A4A4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A4A4A4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1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3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4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5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6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7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8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9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10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11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12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13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4E8FA8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4E8FA8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14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3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4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5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6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7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8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9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10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11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12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13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14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15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16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17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18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669280"/>
            <a:ext cx="1036320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Wedge"/>
          <p:cNvSpPr/>
          <p:nvPr/>
        </p:nvSpPr>
        <p:spPr>
          <a:xfrm>
            <a:off x="8991600" y="0"/>
            <a:ext cx="3200400" cy="6858000"/>
          </a:xfrm>
          <a:prstGeom prst="rtTriangle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82296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73152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4E8FA8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148840"/>
            <a:ext cx="10363200" cy="35204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Footnote"/>
          <p:cNvSpPr>
            <a:spLocks noGrp="1"/>
          </p:cNvSpPr>
          <p:nvPr>
            <p:ph type="body" idx="3"/>
          </p:nvPr>
        </p:nvSpPr>
        <p:spPr>
          <a:xfrm>
            <a:off x="914400" y="57612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  <a:def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A4A4A4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A4A4A4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A4A4A4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A4A4A4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A4A4A4"/>
        </a:buClr>
        <a:buSzPct val="90000"/>
        <a:buFont typeface="Arial"/>
        <a:buChar char="·"/>
        <a:defRPr lang="th-TH" sz="1400" dirty="0">
          <a:solidFill>
            <a:srgbClr val="A4A4A4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A4A4A4"/>
        </a:buClr>
        <a:buSzPct val="90000"/>
        <a:buFont typeface="Arial"/>
        <a:buChar char="·"/>
        <a:defRPr lang="th-TH" sz="1400" dirty="0">
          <a:solidFill>
            <a:srgbClr val="A4A4A4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A4A4A4"/>
        </a:buClr>
        <a:buSzPct val="90000"/>
        <a:buFont typeface="Arial"/>
        <a:buChar char="·"/>
        <a:defRPr lang="th-TH" sz="1400" dirty="0">
          <a:solidFill>
            <a:srgbClr val="A4A4A4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บริการที่ปรึกษาเทคโนโลยีสารสนเทศ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ภาพรวมบริษัท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ใครคือ NCT และเราทำอะไรให้ลูกค้าองค์กร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ศูนย์ปฏิบัติการเครือข่าย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คลิกไอคอนกลางสไลด์เพื่อใส่ภาพเต็มจอ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เปรียบเทียบแพ็กเกจ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1755648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ตัวอย่างการใช้ชุดชิ้นส่วนมาตรฐานตาม v2 §14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10" name="Group Frame"/>
          <p:cNvSpPr/>
          <p:nvPr/>
        </p:nvSpPr>
        <p:spPr>
          <a:xfrm>
            <a:off x="3657600" y="2560320"/>
            <a:ext cx="5074920" cy="1554480"/>
          </a:xfrm>
          <a:prstGeom prst="rect">
            <a:avLst/>
          </a:prstGeom>
          <a:noFill/>
          <a:ln w="12700">
            <a:solidFill>
              <a:srgbClr val="E5E5E5"/>
            </a:solidFill>
            <a:prstDash val="dash"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749040" y="260604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017520"/>
            <a:ext cx="2011680" cy="548640"/>
          </a:xfrm>
          <a:prstGeom prst="rect">
            <a:avLst/>
          </a:prstGeom>
          <a:solidFill>
            <a:srgbClr val="E8F6F5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017520"/>
            <a:ext cx="2011680" cy="548640"/>
          </a:xfrm>
          <a:prstGeom prst="rect">
            <a:avLst/>
          </a:prstGeom>
          <a:solidFill>
            <a:srgbClr val="23436D">
              <a:alpha val="15000"/>
            </a:srgbClr>
          </a:solidFill>
          <a:ln w="12700">
            <a:solidFill>
              <a:srgbClr val="23436D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4" name="Box 3"/>
          <p:cNvSpPr/>
          <p:nvPr/>
        </p:nvSpPr>
        <p:spPr>
          <a:xfrm>
            <a:off x="6537960" y="3017520"/>
            <a:ext cx="2011680" cy="548640"/>
          </a:xfrm>
          <a:prstGeom prst="rect">
            <a:avLst/>
          </a:prstGeom>
          <a:solidFill>
            <a:srgbClr val="216B7F">
              <a:alpha val="15000"/>
            </a:srgbClr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5" name="Box 4"/>
          <p:cNvSpPr/>
          <p:nvPr/>
        </p:nvSpPr>
        <p:spPr>
          <a:xfrm>
            <a:off x="9235440" y="3017520"/>
            <a:ext cx="2011680" cy="548640"/>
          </a:xfrm>
          <a:prstGeom prst="rect">
            <a:avLst/>
          </a:prstGeom>
          <a:solidFill>
            <a:srgbClr val="E8F6F5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29184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29184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29184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2743200"/>
            <a:ext cx="82296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A4A4A4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วัตถุประสงค์ของโครงการ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แผนดำเนินงานและผู้รับผิดชอบ</a:t>
            </a:r>
          </a:p>
          <a:p>
            <a:pPr/>
            <a:r>
              <a:rPr lang="th-TH" dirty="0"/>
              <a:t>งบประมาณและเงื่อนไข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14884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F7A54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E6F4EE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F7A54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E6F4EE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F7A54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E6F4EE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26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BF1E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26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BF1E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F7A54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E6F4EE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Foot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 · รายการติดข้อจำกัดรอผลการตรวจสิทธิ์เข้าระบบ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Contac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3436D"/>
      </a:accent1>
      <a:accent2>
        <a:srgbClr val="216B7F"/>
      </a:accent2>
      <a:accent3>
        <a:srgbClr val="4E8FA8"/>
      </a:accent3>
      <a:accent4>
        <a:srgbClr val="16324F"/>
      </a:accent4>
      <a:accent5>
        <a:srgbClr val="A4A4A4"/>
      </a:accent5>
      <a:accent6>
        <a:srgbClr val="E8F6F5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2026-09-04T20:16:56Z</dcterms:created>
  <dcterms:modified xsi:type="dcterms:W3CDTF">2026-09-04T20:16:56Z</dcterms:modified>
</cp:coreProperties>
</file>