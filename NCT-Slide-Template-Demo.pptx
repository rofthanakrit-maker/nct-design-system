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logo-color.png"/><Relationship Id="rId4" Type="http://schemas.openxmlformats.org/officeDocument/2006/relationships/image" Target="../media/photo-handshak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ver Panel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55000">
                <a:srgbClr val="1E5473"/>
              </a:gs>
              <a:gs pos="100000">
                <a:srgbClr val="1A8D92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FFFFF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39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63271"/>
          </a:xfrm>
          <a:prstGeom prst="rect">
            <a:avLst/>
          </a:prstGeom>
        </p:spPr>
      </p:pic>
      <p:sp>
        <p:nvSpPr>
          <p:cNvPr id="40" name="Title Placeholder"/>
          <p:cNvSpPr>
            <a:spLocks noGrp="1"/>
          </p:cNvSpPr>
          <p:nvPr>
            <p:ph type="ctrTitle"/>
          </p:nvPr>
        </p:nvSpPr>
        <p:spPr>
          <a:xfrm>
            <a:off x="914400" y="2377440"/>
            <a:ext cx="6035040" cy="20116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41" name="Accent Rule"/>
          <p:cNvSpPr/>
          <p:nvPr/>
        </p:nvSpPr>
        <p:spPr>
          <a:xfrm>
            <a:off x="914400" y="45720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Subtitle"/>
          <p:cNvSpPr>
            <a:spLocks noGrp="1"/>
          </p:cNvSpPr>
          <p:nvPr>
            <p:ph type="subTitle" idx="1"/>
          </p:nvPr>
        </p:nvSpPr>
        <p:spPr>
          <a:xfrm>
            <a:off x="914400" y="4754880"/>
            <a:ext cx="603504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3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60350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37490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Takeaway Label"/>
          <p:cNvSpPr>
            <a:spLocks noGrp="1"/>
          </p:cNvSpPr>
          <p:nvPr>
            <p:ph type="body" idx="2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4" name="Takeaway Copy"/>
          <p:cNvSpPr>
            <a:spLocks noGrp="1"/>
          </p:cNvSpPr>
          <p:nvPr>
            <p:ph type="body" idx="3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4" name="Takeaway Label"/>
          <p:cNvSpPr>
            <a:spLocks noGrp="1"/>
          </p:cNvSpPr>
          <p:nvPr>
            <p:ph type="body" idx="7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5" name="Takeaway Copy"/>
          <p:cNvSpPr>
            <a:spLocks noGrp="1"/>
          </p:cNvSpPr>
          <p:nvPr>
            <p:ph type="body" idx="8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21" name="Takeaway Label"/>
          <p:cNvSpPr>
            <a:spLocks noGrp="1"/>
          </p:cNvSpPr>
          <p:nvPr>
            <p:ph type="body" idx="8"/>
          </p:nvPr>
        </p:nvSpPr>
        <p:spPr>
          <a:xfrm>
            <a:off x="914400" y="5623560"/>
            <a:ext cx="201168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182880" tIns="0" rIns="9144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2" name="Takeaway Copy"/>
          <p:cNvSpPr>
            <a:spLocks noGrp="1"/>
          </p:cNvSpPr>
          <p:nvPr>
            <p:ph type="body" idx="9"/>
          </p:nvPr>
        </p:nvSpPr>
        <p:spPr>
          <a:xfrm>
            <a:off x="2926080" y="5623560"/>
            <a:ext cx="8351520" cy="411480"/>
          </a:xfrm>
          <a:prstGeom prst="rect">
            <a:avLst/>
          </a:prstGeom>
          <a:solidFill>
            <a:srgbClr val="E8F6F5"/>
          </a:solidFill>
        </p:spPr>
        <p:txBody>
          <a:bodyPr wrap="square" anchor="ctr" lIns="0" tIns="0" rIns="18288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 (ไม่ใส่ก็ได้)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Title Placeholder"/>
          <p:cNvSpPr>
            <a:spLocks noGrp="1"/>
          </p:cNvSpPr>
          <p:nvPr>
            <p:ph type="title"/>
          </p:nvPr>
        </p:nvSpPr>
        <p:spPr>
          <a:xfrm>
            <a:off x="914400" y="1737360"/>
            <a:ext cx="62484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Next Steps Label"/>
          <p:cNvSpPr>
            <a:spLocks noGrp="1"/>
          </p:cNvSpPr>
          <p:nvPr>
            <p:ph type="body" idx="1"/>
          </p:nvPr>
        </p:nvSpPr>
        <p:spPr>
          <a:xfrm>
            <a:off x="914400" y="329184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4" name="Next Steps"/>
          <p:cNvSpPr>
            <a:spLocks noGrp="1"/>
          </p:cNvSpPr>
          <p:nvPr>
            <p:ph type="body" idx="2"/>
          </p:nvPr>
        </p:nvSpPr>
        <p:spPr>
          <a:xfrm>
            <a:off x="914400" y="3611880"/>
            <a:ext cx="6248400" cy="12344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5" name="Decision Callout"/>
          <p:cNvSpPr/>
          <p:nvPr/>
        </p:nvSpPr>
        <p:spPr>
          <a:xfrm>
            <a:off x="914400" y="4983480"/>
            <a:ext cx="6248400" cy="100584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Decision Bar"/>
          <p:cNvSpPr/>
          <p:nvPr/>
        </p:nvSpPr>
        <p:spPr>
          <a:xfrm>
            <a:off x="914400" y="4983480"/>
            <a:ext cx="54864" cy="100584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Decision By"/>
          <p:cNvSpPr>
            <a:spLocks noGrp="1"/>
          </p:cNvSpPr>
          <p:nvPr>
            <p:ph type="body" idx="3"/>
          </p:nvPr>
        </p:nvSpPr>
        <p:spPr>
          <a:xfrm>
            <a:off x="1234440" y="4983480"/>
            <a:ext cx="5608320" cy="10058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8" name="Contact Card"/>
          <p:cNvSpPr/>
          <p:nvPr/>
        </p:nvSpPr>
        <p:spPr>
          <a:xfrm>
            <a:off x="7620000" y="914400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19" name="Card Ph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914400"/>
            <a:ext cx="3657600" cy="2057400"/>
          </a:xfrm>
          <a:prstGeom prst="rect">
            <a:avLst/>
          </a:prstGeom>
        </p:spPr>
      </p:pic>
      <p:sp>
        <p:nvSpPr>
          <p:cNvPr id="20" name="Contact Label"/>
          <p:cNvSpPr/>
          <p:nvPr/>
        </p:nvSpPr>
        <p:spPr>
          <a:xfrm>
            <a:off x="7940040" y="3291840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ติดต่อ</a:t>
            </a:r>
          </a:p>
        </p:txBody>
      </p:sp>
      <p:sp>
        <p:nvSpPr>
          <p:cNvPr id="21" name="Contact"/>
          <p:cNvSpPr>
            <a:spLocks noGrp="1"/>
          </p:cNvSpPr>
          <p:nvPr>
            <p:ph type="body" idx="4"/>
          </p:nvPr>
        </p:nvSpPr>
        <p:spPr>
          <a:xfrm>
            <a:off x="7940040" y="3611880"/>
            <a:ext cx="3017520" cy="914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99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99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pic>
        <p:nvPicPr>
          <p:cNvPr id="22" name="NC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0040" y="4785194"/>
            <a:ext cx="1737360" cy="884086"/>
          </a:xfrm>
          <a:prstGeom prst="rect">
            <a:avLst/>
          </a:prstGeom>
        </p:spPr>
      </p:pic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6 Client Referenc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คัดมาจากลูกค้าทั้งหมดกี่ราย · เกณฑ์ที่ใช้คัด</a:t>
            </a:r>
          </a:p>
        </p:txBody>
      </p:sp>
      <p:sp>
        <p:nvSpPr>
          <p:cNvPr id="13" name="Tile 1"/>
          <p:cNvSpPr/>
          <p:nvPr/>
        </p:nvSpPr>
        <p:spPr>
          <a:xfrm>
            <a:off x="91440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4" name="Tile 1 Logo"/>
          <p:cNvSpPr>
            <a:spLocks noGrp="1"/>
          </p:cNvSpPr>
          <p:nvPr>
            <p:ph idx="20"/>
          </p:nvPr>
        </p:nvSpPr>
        <p:spPr>
          <a:xfrm>
            <a:off x="105156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5" name="Tile 1 Caption"/>
          <p:cNvSpPr>
            <a:spLocks noGrp="1"/>
          </p:cNvSpPr>
          <p:nvPr>
            <p:ph type="body" idx="21"/>
          </p:nvPr>
        </p:nvSpPr>
        <p:spPr>
          <a:xfrm>
            <a:off x="100584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6" name="Tile 2"/>
          <p:cNvSpPr/>
          <p:nvPr/>
        </p:nvSpPr>
        <p:spPr>
          <a:xfrm>
            <a:off x="355092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ogo"/>
          <p:cNvSpPr>
            <a:spLocks noGrp="1"/>
          </p:cNvSpPr>
          <p:nvPr>
            <p:ph idx="22"/>
          </p:nvPr>
        </p:nvSpPr>
        <p:spPr>
          <a:xfrm>
            <a:off x="368808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18" name="Tile 2 Caption"/>
          <p:cNvSpPr>
            <a:spLocks noGrp="1"/>
          </p:cNvSpPr>
          <p:nvPr>
            <p:ph type="body" idx="23"/>
          </p:nvPr>
        </p:nvSpPr>
        <p:spPr>
          <a:xfrm>
            <a:off x="364236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19" name="Tile 3"/>
          <p:cNvSpPr/>
          <p:nvPr/>
        </p:nvSpPr>
        <p:spPr>
          <a:xfrm>
            <a:off x="618744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Tile 3 Logo"/>
          <p:cNvSpPr>
            <a:spLocks noGrp="1"/>
          </p:cNvSpPr>
          <p:nvPr>
            <p:ph idx="24"/>
          </p:nvPr>
        </p:nvSpPr>
        <p:spPr>
          <a:xfrm>
            <a:off x="632460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1" name="Tile 3 Caption"/>
          <p:cNvSpPr>
            <a:spLocks noGrp="1"/>
          </p:cNvSpPr>
          <p:nvPr>
            <p:ph type="body" idx="25"/>
          </p:nvPr>
        </p:nvSpPr>
        <p:spPr>
          <a:xfrm>
            <a:off x="627888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2" name="Tile 4"/>
          <p:cNvSpPr/>
          <p:nvPr/>
        </p:nvSpPr>
        <p:spPr>
          <a:xfrm>
            <a:off x="8823960" y="205740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Tile 4 Logo"/>
          <p:cNvSpPr>
            <a:spLocks noGrp="1"/>
          </p:cNvSpPr>
          <p:nvPr>
            <p:ph idx="26"/>
          </p:nvPr>
        </p:nvSpPr>
        <p:spPr>
          <a:xfrm>
            <a:off x="8961120" y="214884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4" name="Tile 4 Caption"/>
          <p:cNvSpPr>
            <a:spLocks noGrp="1"/>
          </p:cNvSpPr>
          <p:nvPr>
            <p:ph type="body" idx="27"/>
          </p:nvPr>
        </p:nvSpPr>
        <p:spPr>
          <a:xfrm>
            <a:off x="8915400" y="266090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5" name="Tile 5"/>
          <p:cNvSpPr/>
          <p:nvPr/>
        </p:nvSpPr>
        <p:spPr>
          <a:xfrm>
            <a:off x="91440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Tile 5 Logo"/>
          <p:cNvSpPr>
            <a:spLocks noGrp="1"/>
          </p:cNvSpPr>
          <p:nvPr>
            <p:ph idx="28"/>
          </p:nvPr>
        </p:nvSpPr>
        <p:spPr>
          <a:xfrm>
            <a:off x="105156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27" name="Tile 5 Caption"/>
          <p:cNvSpPr>
            <a:spLocks noGrp="1"/>
          </p:cNvSpPr>
          <p:nvPr>
            <p:ph type="body" idx="29"/>
          </p:nvPr>
        </p:nvSpPr>
        <p:spPr>
          <a:xfrm>
            <a:off x="100584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28" name="Tile 6"/>
          <p:cNvSpPr/>
          <p:nvPr/>
        </p:nvSpPr>
        <p:spPr>
          <a:xfrm>
            <a:off x="355092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9" name="Tile 6 Logo"/>
          <p:cNvSpPr>
            <a:spLocks noGrp="1"/>
          </p:cNvSpPr>
          <p:nvPr>
            <p:ph idx="30"/>
          </p:nvPr>
        </p:nvSpPr>
        <p:spPr>
          <a:xfrm>
            <a:off x="368808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0" name="Tile 6 Caption"/>
          <p:cNvSpPr>
            <a:spLocks noGrp="1"/>
          </p:cNvSpPr>
          <p:nvPr>
            <p:ph type="body" idx="31"/>
          </p:nvPr>
        </p:nvSpPr>
        <p:spPr>
          <a:xfrm>
            <a:off x="364236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1" name="Tile 7"/>
          <p:cNvSpPr/>
          <p:nvPr/>
        </p:nvSpPr>
        <p:spPr>
          <a:xfrm>
            <a:off x="618744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2" name="Tile 7 Logo"/>
          <p:cNvSpPr>
            <a:spLocks noGrp="1"/>
          </p:cNvSpPr>
          <p:nvPr>
            <p:ph idx="32"/>
          </p:nvPr>
        </p:nvSpPr>
        <p:spPr>
          <a:xfrm>
            <a:off x="632460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3" name="Tile 7 Caption"/>
          <p:cNvSpPr>
            <a:spLocks noGrp="1"/>
          </p:cNvSpPr>
          <p:nvPr>
            <p:ph type="body" idx="33"/>
          </p:nvPr>
        </p:nvSpPr>
        <p:spPr>
          <a:xfrm>
            <a:off x="627888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4" name="Tile 8"/>
          <p:cNvSpPr/>
          <p:nvPr/>
        </p:nvSpPr>
        <p:spPr>
          <a:xfrm>
            <a:off x="8823960" y="315468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5" name="Tile 8 Logo"/>
          <p:cNvSpPr>
            <a:spLocks noGrp="1"/>
          </p:cNvSpPr>
          <p:nvPr>
            <p:ph idx="34"/>
          </p:nvPr>
        </p:nvSpPr>
        <p:spPr>
          <a:xfrm>
            <a:off x="8961120" y="324612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6" name="Tile 8 Caption"/>
          <p:cNvSpPr>
            <a:spLocks noGrp="1"/>
          </p:cNvSpPr>
          <p:nvPr>
            <p:ph type="body" idx="35"/>
          </p:nvPr>
        </p:nvSpPr>
        <p:spPr>
          <a:xfrm>
            <a:off x="8915400" y="375818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37" name="Tile 9"/>
          <p:cNvSpPr/>
          <p:nvPr/>
        </p:nvSpPr>
        <p:spPr>
          <a:xfrm>
            <a:off x="91440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8" name="Tile 9 Logo"/>
          <p:cNvSpPr>
            <a:spLocks noGrp="1"/>
          </p:cNvSpPr>
          <p:nvPr>
            <p:ph idx="36"/>
          </p:nvPr>
        </p:nvSpPr>
        <p:spPr>
          <a:xfrm>
            <a:off x="105156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39" name="Tile 9 Caption"/>
          <p:cNvSpPr>
            <a:spLocks noGrp="1"/>
          </p:cNvSpPr>
          <p:nvPr>
            <p:ph type="body" idx="37"/>
          </p:nvPr>
        </p:nvSpPr>
        <p:spPr>
          <a:xfrm>
            <a:off x="100584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0" name="Tile 10"/>
          <p:cNvSpPr/>
          <p:nvPr/>
        </p:nvSpPr>
        <p:spPr>
          <a:xfrm>
            <a:off x="355092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Tile 10 Logo"/>
          <p:cNvSpPr>
            <a:spLocks noGrp="1"/>
          </p:cNvSpPr>
          <p:nvPr>
            <p:ph idx="38"/>
          </p:nvPr>
        </p:nvSpPr>
        <p:spPr>
          <a:xfrm>
            <a:off x="368808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2" name="Tile 10 Caption"/>
          <p:cNvSpPr>
            <a:spLocks noGrp="1"/>
          </p:cNvSpPr>
          <p:nvPr>
            <p:ph type="body" idx="39"/>
          </p:nvPr>
        </p:nvSpPr>
        <p:spPr>
          <a:xfrm>
            <a:off x="364236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3" name="Tile 11"/>
          <p:cNvSpPr/>
          <p:nvPr/>
        </p:nvSpPr>
        <p:spPr>
          <a:xfrm>
            <a:off x="618744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4" name="Tile 11 Logo"/>
          <p:cNvSpPr>
            <a:spLocks noGrp="1"/>
          </p:cNvSpPr>
          <p:nvPr>
            <p:ph idx="40"/>
          </p:nvPr>
        </p:nvSpPr>
        <p:spPr>
          <a:xfrm>
            <a:off x="632460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5" name="Tile 11 Caption"/>
          <p:cNvSpPr>
            <a:spLocks noGrp="1"/>
          </p:cNvSpPr>
          <p:nvPr>
            <p:ph type="body" idx="41"/>
          </p:nvPr>
        </p:nvSpPr>
        <p:spPr>
          <a:xfrm>
            <a:off x="627888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6" name="Tile 12"/>
          <p:cNvSpPr/>
          <p:nvPr/>
        </p:nvSpPr>
        <p:spPr>
          <a:xfrm>
            <a:off x="8823960" y="4251960"/>
            <a:ext cx="2453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7" name="Tile 12 Logo"/>
          <p:cNvSpPr>
            <a:spLocks noGrp="1"/>
          </p:cNvSpPr>
          <p:nvPr>
            <p:ph idx="42"/>
          </p:nvPr>
        </p:nvSpPr>
        <p:spPr>
          <a:xfrm>
            <a:off x="8961120" y="4343400"/>
            <a:ext cx="2179320" cy="5029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โลโก้ หรือชื่อลูกค้า</a:t>
            </a:r>
          </a:p>
        </p:txBody>
      </p:sp>
      <p:sp>
        <p:nvSpPr>
          <p:cNvPr id="48" name="Tile 12 Caption"/>
          <p:cNvSpPr>
            <a:spLocks noGrp="1"/>
          </p:cNvSpPr>
          <p:nvPr>
            <p:ph type="body" idx="43"/>
          </p:nvPr>
        </p:nvSpPr>
        <p:spPr>
          <a:xfrm>
            <a:off x="8915400" y="4855464"/>
            <a:ext cx="2270760" cy="219456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อุตสาหกรรม · งานที่ทำ</a:t>
            </a:r>
          </a:p>
        </p:txBody>
      </p:sp>
      <p:sp>
        <p:nvSpPr>
          <p:cNvPr id="49" name="Not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รายชื่อเต็มอยู่ภาคผนวก · ใช้โลโก้เมื่อลูกค้าอนุญาต</a:t>
            </a:r>
          </a:p>
        </p:txBody>
      </p:sp>
      <p:sp>
        <p:nvSpPr>
          <p:cNvPr id="5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1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52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Relationship Id="rId2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  <p:sp>
        <p:nvSpPr>
          <p:cNvPr id="9" name="TkL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0" name="TkC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ทีมเดียวดูแลครบทั้งสามด้าน ไม่ต้องประสานผู้รับจ้างหลายราย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  <p:sp>
        <p:nvSpPr>
          <p:cNvPr id="10" name="TkL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1" name="TkC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ระบบที่เราดูแลหยุดรวมไม่ถึง 9 ชั่วโมงต่อปี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40 องค์กรปิดงบด้วยระบบที่ NCT วางอยู่ทุกเดือน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คัด 12 จาก 40 องค์กร ที่ใช้งานต่อเนื่องเกิน 2 ปี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รายชื่อเต็มอยู่ภาคผนวก ค · ชื่อในตัวอย่างนี้เป็นบริษัทสมมติ</a:t>
            </a:r>
          </a:p>
        </p:txBody>
      </p:sp>
      <p:sp>
        <p:nvSpPr>
          <p:cNvPr id="5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ระบบเดียวกับที่เสนอ ใช้งานจริงแล้วทั้งค้าปลีก การผลิต และการเงิน</a:t>
            </a:r>
          </a:p>
        </p:txBody>
      </p:sp>
      <p:sp>
        <p:nvSpPr>
          <p:cNvPr id="10" name="L0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pPr/>
            <a:r>
              <a:rPr lang="th-TH" dirty="0"/>
              <a:t>Contoso</a:t>
            </a:r>
          </a:p>
        </p:txBody>
      </p:sp>
      <p:sp>
        <p:nvSpPr>
          <p:cNvPr id="11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ค้าปลีก · ปิดงบอัตโนมัติ</a:t>
            </a:r>
          </a:p>
        </p:txBody>
      </p:sp>
      <p:sp>
        <p:nvSpPr>
          <p:cNvPr id="12" name="L1"/>
          <p:cNvSpPr>
            <a:spLocks noGrp="1"/>
          </p:cNvSpPr>
          <p:nvPr>
            <p:ph idx="22"/>
          </p:nvPr>
        </p:nvSpPr>
        <p:spPr/>
        <p:txBody>
          <a:bodyPr/>
          <a:lstStyle/>
          <a:p>
            <a:pPr/>
            <a:r>
              <a:rPr lang="th-TH" dirty="0"/>
              <a:t>Fabrikam</a:t>
            </a:r>
          </a:p>
        </p:txBody>
      </p:sp>
      <p:sp>
        <p:nvSpPr>
          <p:cNvPr id="13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การผลิต · ใบแจ้งหนี้ด้วย OCR</a:t>
            </a:r>
          </a:p>
        </p:txBody>
      </p:sp>
      <p:sp>
        <p:nvSpPr>
          <p:cNvPr id="14" name="L2"/>
          <p:cNvSpPr>
            <a:spLocks noGrp="1"/>
          </p:cNvSpPr>
          <p:nvPr>
            <p:ph idx="24"/>
          </p:nvPr>
        </p:nvSpPr>
        <p:spPr/>
        <p:txBody>
          <a:bodyPr/>
          <a:lstStyle/>
          <a:p>
            <a:pPr/>
            <a:r>
              <a:rPr lang="th-TH" dirty="0"/>
              <a:t>Northwind Traders</a:t>
            </a:r>
          </a:p>
        </p:txBody>
      </p:sp>
      <p:sp>
        <p:nvSpPr>
          <p:cNvPr id="15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นำเข้า-ส่งออก · กระทบยอดธนาคาร</a:t>
            </a:r>
          </a:p>
        </p:txBody>
      </p:sp>
      <p:sp>
        <p:nvSpPr>
          <p:cNvPr id="16" name="L3"/>
          <p:cNvSpPr>
            <a:spLocks noGrp="1"/>
          </p:cNvSpPr>
          <p:nvPr>
            <p:ph idx="26"/>
          </p:nvPr>
        </p:nvSpPr>
        <p:spPr/>
        <p:txBody>
          <a:bodyPr/>
          <a:lstStyle/>
          <a:p>
            <a:pPr/>
            <a:r>
              <a:rPr lang="th-TH" dirty="0"/>
              <a:t>Adventure Works</a:t>
            </a:r>
          </a:p>
        </p:txBody>
      </p:sp>
      <p:sp>
        <p:nvSpPr>
          <p:cNvPr id="17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การผลิต · Dynamics 365 BC</a:t>
            </a:r>
          </a:p>
        </p:txBody>
      </p:sp>
      <p:sp>
        <p:nvSpPr>
          <p:cNvPr id="18" name="L4"/>
          <p:cNvSpPr>
            <a:spLocks noGrp="1"/>
          </p:cNvSpPr>
          <p:nvPr>
            <p:ph idx="28"/>
          </p:nvPr>
        </p:nvSpPr>
        <p:spPr/>
        <p:txBody>
          <a:bodyPr/>
          <a:lstStyle/>
          <a:p>
            <a:pPr/>
            <a:r>
              <a:rPr lang="th-TH" dirty="0"/>
              <a:t>Tailspin Toys</a:t>
            </a:r>
          </a:p>
        </p:txBody>
      </p:sp>
      <p:sp>
        <p:nvSpPr>
          <p:cNvPr id="19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ค้าปลีก · ใบกำกับภาษีอัตโนมัติ</a:t>
            </a:r>
          </a:p>
        </p:txBody>
      </p:sp>
      <p:sp>
        <p:nvSpPr>
          <p:cNvPr id="20" name="L5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/>
            <a:r>
              <a:rPr lang="th-TH" dirty="0"/>
              <a:t>Wide World Importers</a:t>
            </a:r>
          </a:p>
        </p:txBody>
      </p:sp>
      <p:sp>
        <p:nvSpPr>
          <p:cNvPr id="21" name="C5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โลจิสติกส์ · Intercompany</a:t>
            </a:r>
          </a:p>
        </p:txBody>
      </p:sp>
      <p:sp>
        <p:nvSpPr>
          <p:cNvPr id="22" name="L6"/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pPr/>
            <a:r>
              <a:rPr lang="th-TH" dirty="0"/>
              <a:t>Woodgrove Bank</a:t>
            </a:r>
          </a:p>
        </p:txBody>
      </p:sp>
      <p:sp>
        <p:nvSpPr>
          <p:cNvPr id="23" name="C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การเงิน · RPA กระทบยอด</a:t>
            </a:r>
          </a:p>
        </p:txBody>
      </p:sp>
      <p:sp>
        <p:nvSpPr>
          <p:cNvPr id="24" name="L7"/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pPr/>
            <a:r>
              <a:rPr lang="th-TH" dirty="0"/>
              <a:t>Litware</a:t>
            </a:r>
          </a:p>
        </p:txBody>
      </p:sp>
      <p:sp>
        <p:nvSpPr>
          <p:cNvPr id="25" name="C7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ซอฟต์แวร์ · ระบบเบิกจ่าย</a:t>
            </a:r>
          </a:p>
        </p:txBody>
      </p:sp>
      <p:sp>
        <p:nvSpPr>
          <p:cNvPr id="26" name="L8"/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pPr/>
            <a:r>
              <a:rPr lang="th-TH" dirty="0"/>
              <a:t>Proseware</a:t>
            </a:r>
          </a:p>
        </p:txBody>
      </p:sp>
      <p:sp>
        <p:nvSpPr>
          <p:cNvPr id="27" name="C8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บริการ · วางบิลและติดตามเช็ค</a:t>
            </a:r>
          </a:p>
        </p:txBody>
      </p:sp>
      <p:sp>
        <p:nvSpPr>
          <p:cNvPr id="28" name="L9"/>
          <p:cNvSpPr>
            <a:spLocks noGrp="1"/>
          </p:cNvSpPr>
          <p:nvPr>
            <p:ph idx="38"/>
          </p:nvPr>
        </p:nvSpPr>
        <p:spPr/>
        <p:txBody>
          <a:bodyPr/>
          <a:lstStyle/>
          <a:p>
            <a:pPr/>
            <a:r>
              <a:rPr lang="th-TH" dirty="0"/>
              <a:t>Alpine Ski House</a:t>
            </a:r>
          </a:p>
        </p:txBody>
      </p:sp>
      <p:sp>
        <p:nvSpPr>
          <p:cNvPr id="29" name="C9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ท่องเที่ยว · ตรวจเงินสดย่อย</a:t>
            </a:r>
          </a:p>
        </p:txBody>
      </p:sp>
      <p:sp>
        <p:nvSpPr>
          <p:cNvPr id="30" name="L10"/>
          <p:cNvSpPr>
            <a:spLocks noGrp="1"/>
          </p:cNvSpPr>
          <p:nvPr>
            <p:ph idx="40"/>
          </p:nvPr>
        </p:nvSpPr>
        <p:spPr/>
        <p:txBody>
          <a:bodyPr/>
          <a:lstStyle/>
          <a:p>
            <a:pPr/>
            <a:r>
              <a:rPr lang="th-TH" dirty="0"/>
              <a:t>Coho Winery</a:t>
            </a:r>
          </a:p>
        </p:txBody>
      </p:sp>
      <p:sp>
        <p:nvSpPr>
          <p:cNvPr id="31" name="C10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เครื่องดื่ม · ลูกหนี้และวางบิล</a:t>
            </a:r>
          </a:p>
        </p:txBody>
      </p:sp>
      <p:sp>
        <p:nvSpPr>
          <p:cNvPr id="32" name="L11"/>
          <p:cNvSpPr>
            <a:spLocks noGrp="1"/>
          </p:cNvSpPr>
          <p:nvPr>
            <p:ph idx="42"/>
          </p:nvPr>
        </p:nvSpPr>
        <p:spPr/>
        <p:txBody>
          <a:bodyPr/>
          <a:lstStyle/>
          <a:p>
            <a:pPr/>
            <a:r>
              <a:rPr lang="th-TH" dirty="0"/>
              <a:t>Lucerne Publishing</a:t>
            </a:r>
          </a:p>
        </p:txBody>
      </p:sp>
      <p:sp>
        <p:nvSpPr>
          <p:cNvPr id="33" name="C11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สื่อ · ปิดงบรายเดือน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2026-10-01T20:45:58Z</dcterms:created>
  <dcterms:modified xsi:type="dcterms:W3CDTF">2026-10-01T20:45:58Z</dcterms:modified>
</cp:coreProperties>
</file>