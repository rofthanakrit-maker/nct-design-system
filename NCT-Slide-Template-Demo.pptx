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7675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66928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148840"/>
            <a:ext cx="10363200" cy="35204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7612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A4A4A4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10" name="Group Frame"/>
          <p:cNvSpPr/>
          <p:nvPr/>
        </p:nvSpPr>
        <p:spPr>
          <a:xfrm>
            <a:off x="3657600" y="2560320"/>
            <a:ext cx="5074920" cy="1554480"/>
          </a:xfrm>
          <a:prstGeom prst="rect">
            <a:avLst/>
          </a:prstGeom>
          <a:noFill/>
          <a:ln w="12700">
            <a:solidFill>
              <a:srgbClr val="E5E5E5"/>
            </a:solidFill>
            <a:prstDash val="dash"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749040" y="26060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017520"/>
            <a:ext cx="2011680" cy="548640"/>
          </a:xfrm>
          <a:prstGeom prst="rect">
            <a:avLst/>
          </a:prstGeom>
          <a:solidFill>
            <a:srgbClr val="23436D">
              <a:alpha val="15000"/>
            </a:srgbClr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4" name="Box 3"/>
          <p:cNvSpPr/>
          <p:nvPr/>
        </p:nvSpPr>
        <p:spPr>
          <a:xfrm>
            <a:off x="6537960" y="3017520"/>
            <a:ext cx="2011680" cy="548640"/>
          </a:xfrm>
          <a:prstGeom prst="rect">
            <a:avLst/>
          </a:prstGeom>
          <a:solidFill>
            <a:srgbClr val="216B7F">
              <a:alpha val="15000"/>
            </a:srgbClr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5" name="Box 4"/>
          <p:cNvSpPr/>
          <p:nvPr/>
        </p:nvSpPr>
        <p:spPr>
          <a:xfrm>
            <a:off x="923544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2743200"/>
            <a:ext cx="82296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14884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A4A4A4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2026-09-04T21:19:18Z</dcterms:created>
  <dcterms:modified xsi:type="dcterms:W3CDTF">2026-09-04T21:19:18Z</dcterms:modified>
</cp:coreProperties>
</file>