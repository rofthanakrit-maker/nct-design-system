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63" r:id="rId2"/>
    <p:sldId id="2147483527" r:id="rId3"/>
    <p:sldId id="2147483529" r:id="rId4"/>
    <p:sldId id="2147483530" r:id="rId5"/>
    <p:sldId id="2147483528" r:id="rId6"/>
    <p:sldId id="2147483531" r:id="rId7"/>
    <p:sldId id="2147483500" r:id="rId8"/>
    <p:sldId id="2147483544" r:id="rId9"/>
    <p:sldId id="2147483548" r:id="rId10"/>
    <p:sldId id="258" r:id="rId11"/>
    <p:sldId id="259" r:id="rId12"/>
    <p:sldId id="2147483501" r:id="rId13"/>
    <p:sldId id="2147483535" r:id="rId14"/>
    <p:sldId id="2147483538" r:id="rId15"/>
    <p:sldId id="2147483539" r:id="rId16"/>
    <p:sldId id="2147470871" r:id="rId17"/>
    <p:sldId id="2147470874" r:id="rId18"/>
    <p:sldId id="2147470878" r:id="rId19"/>
    <p:sldId id="2147470911" r:id="rId20"/>
    <p:sldId id="2147483436" r:id="rId21"/>
    <p:sldId id="2147483437" r:id="rId22"/>
    <p:sldId id="2147483438" r:id="rId23"/>
    <p:sldId id="2147483540" r:id="rId24"/>
    <p:sldId id="320" r:id="rId25"/>
    <p:sldId id="2147483491" r:id="rId26"/>
    <p:sldId id="27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F42AA22-FBB7-487C-AB5D-8F3E81459BE9}">
          <p14:sldIdLst>
            <p14:sldId id="263"/>
            <p14:sldId id="2147483527"/>
            <p14:sldId id="2147483529"/>
            <p14:sldId id="2147483530"/>
            <p14:sldId id="2147483528"/>
            <p14:sldId id="2147483531"/>
            <p14:sldId id="2147483500"/>
            <p14:sldId id="2147483544"/>
            <p14:sldId id="2147483548"/>
            <p14:sldId id="258"/>
            <p14:sldId id="259"/>
            <p14:sldId id="2147483501"/>
            <p14:sldId id="2147483535"/>
            <p14:sldId id="2147483538"/>
            <p14:sldId id="2147483539"/>
            <p14:sldId id="2147470871"/>
            <p14:sldId id="2147470874"/>
            <p14:sldId id="2147470878"/>
            <p14:sldId id="2147470911"/>
            <p14:sldId id="2147483436"/>
            <p14:sldId id="2147483437"/>
            <p14:sldId id="2147483438"/>
            <p14:sldId id="2147483540"/>
            <p14:sldId id="320"/>
            <p14:sldId id="2147483491"/>
            <p14:sldId id="27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ewcomputer consulting" initials="nc" lastIdx="2" clrIdx="0">
    <p:extLst>
      <p:ext uri="{19B8F6BF-5375-455C-9EA6-DF929625EA0E}">
        <p15:presenceInfo xmlns:p15="http://schemas.microsoft.com/office/powerpoint/2012/main" userId="e36c5a27eaf724f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0001"/>
    <a:srgbClr val="009E47"/>
    <a:srgbClr val="006666"/>
    <a:srgbClr val="FDE2FE"/>
    <a:srgbClr val="FFFFCC"/>
    <a:srgbClr val="FFE7F0"/>
    <a:srgbClr val="CCECFF"/>
    <a:srgbClr val="06837A"/>
    <a:srgbClr val="FFFF66"/>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45" autoAdjust="0"/>
    <p:restoredTop sz="96622" autoAdjust="0"/>
  </p:normalViewPr>
  <p:slideViewPr>
    <p:cSldViewPr snapToGrid="0">
      <p:cViewPr varScale="1">
        <p:scale>
          <a:sx n="110" d="100"/>
          <a:sy n="110" d="100"/>
        </p:scale>
        <p:origin x="101" y="326"/>
      </p:cViewPr>
      <p:guideLst>
        <p:guide orient="horz" pos="2160"/>
        <p:guide pos="384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550B6-3E9E-492C-BB19-DE054CEBC830}" type="datetimeFigureOut">
              <a:rPr lang="en-US" smtClean="0"/>
              <a:t>9/4/2026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EEAB6-DA67-4193-880A-015230EC45F9}" type="slidenum">
              <a:rPr lang="en-US" smtClean="0"/>
              <a:t>‹#›</a:t>
            </a:fld>
            <a:endParaRPr lang="en-US"/>
          </a:p>
        </p:txBody>
      </p:sp>
    </p:spTree>
    <p:extLst>
      <p:ext uri="{BB962C8B-B14F-4D97-AF65-F5344CB8AC3E}">
        <p14:creationId xmlns:p14="http://schemas.microsoft.com/office/powerpoint/2010/main" val="1298872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0EEAB6-DA67-4193-880A-015230EC45F9}" type="slidenum">
              <a:rPr lang="en-US" smtClean="0"/>
              <a:t>1</a:t>
            </a:fld>
            <a:endParaRPr lang="en-US"/>
          </a:p>
        </p:txBody>
      </p:sp>
    </p:spTree>
    <p:extLst>
      <p:ext uri="{BB962C8B-B14F-4D97-AF65-F5344CB8AC3E}">
        <p14:creationId xmlns:p14="http://schemas.microsoft.com/office/powerpoint/2010/main" val="3296497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64092-4806-7A5A-89D8-BC2D01EAE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ED4174-9651-C294-BA70-91727DC9C2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E6A720-10E2-120B-AA25-818E9F69C0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CED2E6-1A6C-D579-7F12-B2FFAB36550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E5A28E-4F2D-4436-9B79-795D89513841}"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96537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54ADC-8B90-4254-6623-3FD6B34024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D03099-6141-93C6-0B1B-50554FAB58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F82F8-8676-1487-EA69-9FD8777BDF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9668C0-CCAC-8CFF-AF81-983E305F6F5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E5A28E-4F2D-4436-9B79-795D89513841}"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82305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h-TH"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B9D49-6BEB-FFBA-BBC4-08FAB3EA0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B6839F-4A68-044C-E2C7-75898D5839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666A5F-CB9F-249F-C091-ACE69C4A11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0746B6-542F-4FC0-4BFB-85571E8430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E5A28E-4F2D-4436-9B79-795D89513841}"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5056626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E5A28E-4F2D-4436-9B79-795D89513841}"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1243002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E5A28E-4F2D-4436-9B79-795D89513841}"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1645988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0EEAB6-DA67-4193-880A-015230EC4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12562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0EEAB6-DA67-4193-880A-015230EC4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837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334E1-35AF-7096-9A0D-0B0C11C084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DF09E-EC7D-5CD4-BB48-97B24CD1A4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6DF3F-E4CB-417C-6A58-4CBFA0BBD8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77DE49-630E-9A90-28EB-D88A748350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E5A28E-4F2D-4436-9B79-795D895138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0347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CF1FF-D2A6-9E93-B195-87E6663E2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8162B-B2AC-AF03-5FE3-A6C39F54FF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569A04-6BE0-26E9-A446-89337F1AA1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D6D533C-5CD4-0EE5-7B6B-4FF0D0728A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E5A28E-4F2D-4436-9B79-795D895138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33799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0EEAB6-DA67-4193-880A-015230EC4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55261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6679BD-7D0A-4BE5-88D7-5F5A8EC2F514}" type="slidenum">
              <a:rPr lang="en-US" smtClean="0"/>
              <a:t>24</a:t>
            </a:fld>
            <a:endParaRPr lang="en-US"/>
          </a:p>
        </p:txBody>
      </p:sp>
    </p:spTree>
    <p:extLst>
      <p:ext uri="{BB962C8B-B14F-4D97-AF65-F5344CB8AC3E}">
        <p14:creationId xmlns:p14="http://schemas.microsoft.com/office/powerpoint/2010/main" val="40064253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6679BD-7D0A-4BE5-88D7-5F5A8EC2F51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43343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6679BD-7D0A-4BE5-88D7-5F5A8EC2F514}" type="slidenum">
              <a:rPr lang="en-US" smtClean="0"/>
              <a:t>26</a:t>
            </a:fld>
            <a:endParaRPr lang="en-US"/>
          </a:p>
        </p:txBody>
      </p:sp>
    </p:spTree>
    <p:extLst>
      <p:ext uri="{BB962C8B-B14F-4D97-AF65-F5344CB8AC3E}">
        <p14:creationId xmlns:p14="http://schemas.microsoft.com/office/powerpoint/2010/main" val="345127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28A5F-D0B3-42E4-832E-620D5C58C9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E4DCD6-562A-4683-9A76-28687E81C6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CC9677-647E-47F0-BEB1-2CF45DB38425}"/>
              </a:ext>
            </a:extLst>
          </p:cNvPr>
          <p:cNvSpPr>
            <a:spLocks noGrp="1"/>
          </p:cNvSpPr>
          <p:nvPr>
            <p:ph type="dt" sz="half" idx="10"/>
          </p:nvPr>
        </p:nvSpPr>
        <p:spPr/>
        <p:txBody>
          <a:bodyPr/>
          <a:lstStyle/>
          <a:p>
            <a:fld id="{16846497-0E37-46F0-B388-E4E840F7641A}" type="datetime1">
              <a:rPr lang="en-US" smtClean="0"/>
              <a:t>9/4/2026</a:t>
            </a:fld>
            <a:endParaRPr lang="en-US"/>
          </a:p>
        </p:txBody>
      </p:sp>
      <p:sp>
        <p:nvSpPr>
          <p:cNvPr id="5" name="Footer Placeholder 4">
            <a:extLst>
              <a:ext uri="{FF2B5EF4-FFF2-40B4-BE49-F238E27FC236}">
                <a16:creationId xmlns:a16="http://schemas.microsoft.com/office/drawing/2014/main" id="{29CFF758-E43F-4DD3-80EB-1E8699A6E5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5B8902-EFA6-4163-A3C5-353B23D0E6EC}"/>
              </a:ext>
            </a:extLst>
          </p:cNvPr>
          <p:cNvSpPr>
            <a:spLocks noGrp="1"/>
          </p:cNvSpPr>
          <p:nvPr>
            <p:ph type="sldNum" sz="quarter" idx="12"/>
          </p:nvPr>
        </p:nvSpPr>
        <p:spPr/>
        <p:txBody>
          <a:bodyPr/>
          <a:lstStyle/>
          <a:p>
            <a:fld id="{93C842B0-0CAC-431B-BEE3-6D5F1C6E642D}" type="slidenum">
              <a:rPr lang="en-US" smtClean="0"/>
              <a:t>‹#›</a:t>
            </a:fld>
            <a:endParaRPr lang="en-US"/>
          </a:p>
        </p:txBody>
      </p:sp>
    </p:spTree>
    <p:extLst>
      <p:ext uri="{BB962C8B-B14F-4D97-AF65-F5344CB8AC3E}">
        <p14:creationId xmlns:p14="http://schemas.microsoft.com/office/powerpoint/2010/main" val="2289181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E55F-222A-40F6-B380-6B02FB77D7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18D457-606E-4C94-8BB2-BFECBB71FF2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53A287-5ACC-46A4-817B-78558ED64C81}"/>
              </a:ext>
            </a:extLst>
          </p:cNvPr>
          <p:cNvSpPr>
            <a:spLocks noGrp="1"/>
          </p:cNvSpPr>
          <p:nvPr>
            <p:ph type="dt" sz="half" idx="10"/>
          </p:nvPr>
        </p:nvSpPr>
        <p:spPr/>
        <p:txBody>
          <a:bodyPr/>
          <a:lstStyle/>
          <a:p>
            <a:fld id="{0F9BD4A9-244D-46CE-8EA7-12CF7F96955E}" type="datetime1">
              <a:rPr lang="en-US" smtClean="0"/>
              <a:t>9/4/2026</a:t>
            </a:fld>
            <a:endParaRPr lang="en-US"/>
          </a:p>
        </p:txBody>
      </p:sp>
      <p:sp>
        <p:nvSpPr>
          <p:cNvPr id="5" name="Footer Placeholder 4">
            <a:extLst>
              <a:ext uri="{FF2B5EF4-FFF2-40B4-BE49-F238E27FC236}">
                <a16:creationId xmlns:a16="http://schemas.microsoft.com/office/drawing/2014/main" id="{C74A2CA2-AD01-465C-B77D-2EB9DE50D2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7A254A-1125-4A66-94A4-A9F7256F983E}"/>
              </a:ext>
            </a:extLst>
          </p:cNvPr>
          <p:cNvSpPr>
            <a:spLocks noGrp="1"/>
          </p:cNvSpPr>
          <p:nvPr>
            <p:ph type="sldNum" sz="quarter" idx="12"/>
          </p:nvPr>
        </p:nvSpPr>
        <p:spPr/>
        <p:txBody>
          <a:bodyPr/>
          <a:lstStyle/>
          <a:p>
            <a:fld id="{93C842B0-0CAC-431B-BEE3-6D5F1C6E642D}" type="slidenum">
              <a:rPr lang="en-US" smtClean="0"/>
              <a:t>‹#›</a:t>
            </a:fld>
            <a:endParaRPr lang="en-US"/>
          </a:p>
        </p:txBody>
      </p:sp>
    </p:spTree>
    <p:extLst>
      <p:ext uri="{BB962C8B-B14F-4D97-AF65-F5344CB8AC3E}">
        <p14:creationId xmlns:p14="http://schemas.microsoft.com/office/powerpoint/2010/main" val="2872408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A17F4-5070-4B78-B82E-84C9862382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377891-95C5-421E-B406-92546F6BD8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8BA33D1-9FEF-415C-91A3-F65EE8D1D3D9}"/>
              </a:ext>
            </a:extLst>
          </p:cNvPr>
          <p:cNvSpPr>
            <a:spLocks noGrp="1"/>
          </p:cNvSpPr>
          <p:nvPr>
            <p:ph type="dt" sz="half" idx="10"/>
          </p:nvPr>
        </p:nvSpPr>
        <p:spPr/>
        <p:txBody>
          <a:bodyPr/>
          <a:lstStyle/>
          <a:p>
            <a:fld id="{BF54E1A3-6F7B-4D53-8F11-63141A88ADA7}" type="datetime1">
              <a:rPr lang="en-US" smtClean="0"/>
              <a:t>9/4/2026</a:t>
            </a:fld>
            <a:endParaRPr lang="en-US"/>
          </a:p>
        </p:txBody>
      </p:sp>
      <p:sp>
        <p:nvSpPr>
          <p:cNvPr id="5" name="Footer Placeholder 4">
            <a:extLst>
              <a:ext uri="{FF2B5EF4-FFF2-40B4-BE49-F238E27FC236}">
                <a16:creationId xmlns:a16="http://schemas.microsoft.com/office/drawing/2014/main" id="{21FD2975-F625-4B31-A0FA-13124BBACF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CDF286-A19E-4FF0-923B-F98CC6C8778D}"/>
              </a:ext>
            </a:extLst>
          </p:cNvPr>
          <p:cNvSpPr>
            <a:spLocks noGrp="1"/>
          </p:cNvSpPr>
          <p:nvPr>
            <p:ph type="sldNum" sz="quarter" idx="12"/>
          </p:nvPr>
        </p:nvSpPr>
        <p:spPr/>
        <p:txBody>
          <a:bodyPr/>
          <a:lstStyle/>
          <a:p>
            <a:fld id="{93C842B0-0CAC-431B-BEE3-6D5F1C6E642D}" type="slidenum">
              <a:rPr lang="en-US" smtClean="0"/>
              <a:t>‹#›</a:t>
            </a:fld>
            <a:endParaRPr lang="en-US"/>
          </a:p>
        </p:txBody>
      </p:sp>
    </p:spTree>
    <p:extLst>
      <p:ext uri="{BB962C8B-B14F-4D97-AF65-F5344CB8AC3E}">
        <p14:creationId xmlns:p14="http://schemas.microsoft.com/office/powerpoint/2010/main" val="287515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C4CDD-22BE-441B-8AA1-E84016107E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6C3F9B-1E96-455B-8B5C-A9E539DB346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F24042-9160-459D-85EA-4865EA68E77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D585AC-8165-4C0B-AF34-29AD69F79795}"/>
              </a:ext>
            </a:extLst>
          </p:cNvPr>
          <p:cNvSpPr>
            <a:spLocks noGrp="1"/>
          </p:cNvSpPr>
          <p:nvPr>
            <p:ph type="dt" sz="half" idx="10"/>
          </p:nvPr>
        </p:nvSpPr>
        <p:spPr/>
        <p:txBody>
          <a:bodyPr/>
          <a:lstStyle/>
          <a:p>
            <a:fld id="{39F8812C-A5FA-4ABA-A0F6-DA3DF72F80E8}" type="datetime1">
              <a:rPr lang="en-US" smtClean="0"/>
              <a:t>9/4/2026</a:t>
            </a:fld>
            <a:endParaRPr lang="en-US"/>
          </a:p>
        </p:txBody>
      </p:sp>
      <p:sp>
        <p:nvSpPr>
          <p:cNvPr id="6" name="Footer Placeholder 5">
            <a:extLst>
              <a:ext uri="{FF2B5EF4-FFF2-40B4-BE49-F238E27FC236}">
                <a16:creationId xmlns:a16="http://schemas.microsoft.com/office/drawing/2014/main" id="{82ED71F3-CA32-4B57-B0C6-40DA34CD93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1E638D-E4AD-4FC5-A686-E153A6260675}"/>
              </a:ext>
            </a:extLst>
          </p:cNvPr>
          <p:cNvSpPr>
            <a:spLocks noGrp="1"/>
          </p:cNvSpPr>
          <p:nvPr>
            <p:ph type="sldNum" sz="quarter" idx="12"/>
          </p:nvPr>
        </p:nvSpPr>
        <p:spPr/>
        <p:txBody>
          <a:bodyPr/>
          <a:lstStyle/>
          <a:p>
            <a:fld id="{93C842B0-0CAC-431B-BEE3-6D5F1C6E642D}" type="slidenum">
              <a:rPr lang="en-US" smtClean="0"/>
              <a:t>‹#›</a:t>
            </a:fld>
            <a:endParaRPr lang="en-US"/>
          </a:p>
        </p:txBody>
      </p:sp>
    </p:spTree>
    <p:extLst>
      <p:ext uri="{BB962C8B-B14F-4D97-AF65-F5344CB8AC3E}">
        <p14:creationId xmlns:p14="http://schemas.microsoft.com/office/powerpoint/2010/main" val="864115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6ADB0-D879-49BF-A887-FC2791C3DF3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E92663-B7BC-4CEB-A19D-E55256D8E9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14D14F8-872B-48C9-AACF-DD72A729A9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DA1AE8-1B7F-4FEC-B4B9-A73DB0552C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77DB402-CAD9-4CC1-86FE-AC27B3B1050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E0B9EE7-D6BC-45D7-B71A-7001B734FACE}"/>
              </a:ext>
            </a:extLst>
          </p:cNvPr>
          <p:cNvSpPr>
            <a:spLocks noGrp="1"/>
          </p:cNvSpPr>
          <p:nvPr>
            <p:ph type="dt" sz="half" idx="10"/>
          </p:nvPr>
        </p:nvSpPr>
        <p:spPr/>
        <p:txBody>
          <a:bodyPr/>
          <a:lstStyle/>
          <a:p>
            <a:fld id="{F674BD9D-2A1C-4785-861C-A062DA60B778}" type="datetime1">
              <a:rPr lang="en-US" smtClean="0"/>
              <a:t>9/4/2026</a:t>
            </a:fld>
            <a:endParaRPr lang="en-US"/>
          </a:p>
        </p:txBody>
      </p:sp>
      <p:sp>
        <p:nvSpPr>
          <p:cNvPr id="8" name="Footer Placeholder 7">
            <a:extLst>
              <a:ext uri="{FF2B5EF4-FFF2-40B4-BE49-F238E27FC236}">
                <a16:creationId xmlns:a16="http://schemas.microsoft.com/office/drawing/2014/main" id="{D44D56FF-BFB4-4E1C-BED2-0FD3D55F4D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21DE71D-C7E4-44B0-86C6-B4AE246337FD}"/>
              </a:ext>
            </a:extLst>
          </p:cNvPr>
          <p:cNvSpPr>
            <a:spLocks noGrp="1"/>
          </p:cNvSpPr>
          <p:nvPr>
            <p:ph type="sldNum" sz="quarter" idx="12"/>
          </p:nvPr>
        </p:nvSpPr>
        <p:spPr/>
        <p:txBody>
          <a:bodyPr/>
          <a:lstStyle/>
          <a:p>
            <a:fld id="{93C842B0-0CAC-431B-BEE3-6D5F1C6E642D}" type="slidenum">
              <a:rPr lang="en-US" smtClean="0"/>
              <a:t>‹#›</a:t>
            </a:fld>
            <a:endParaRPr lang="en-US"/>
          </a:p>
        </p:txBody>
      </p:sp>
    </p:spTree>
    <p:extLst>
      <p:ext uri="{BB962C8B-B14F-4D97-AF65-F5344CB8AC3E}">
        <p14:creationId xmlns:p14="http://schemas.microsoft.com/office/powerpoint/2010/main" val="506471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DD33C-5E63-4F1B-A544-DFA52BDB03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D51EFB-A5C5-4755-A1DF-41C6028F7B85}"/>
              </a:ext>
            </a:extLst>
          </p:cNvPr>
          <p:cNvSpPr>
            <a:spLocks noGrp="1"/>
          </p:cNvSpPr>
          <p:nvPr>
            <p:ph type="dt" sz="half" idx="10"/>
          </p:nvPr>
        </p:nvSpPr>
        <p:spPr/>
        <p:txBody>
          <a:bodyPr/>
          <a:lstStyle/>
          <a:p>
            <a:fld id="{62DC6454-2CAC-413A-89C4-3E24C26E61CC}" type="datetime1">
              <a:rPr lang="en-US" smtClean="0"/>
              <a:t>9/4/2026</a:t>
            </a:fld>
            <a:endParaRPr lang="en-US"/>
          </a:p>
        </p:txBody>
      </p:sp>
      <p:sp>
        <p:nvSpPr>
          <p:cNvPr id="4" name="Footer Placeholder 3">
            <a:extLst>
              <a:ext uri="{FF2B5EF4-FFF2-40B4-BE49-F238E27FC236}">
                <a16:creationId xmlns:a16="http://schemas.microsoft.com/office/drawing/2014/main" id="{0E7AA749-B009-43F9-845E-DA7B11583E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DC7324-9F33-4EDD-AFA8-FC6C1354A4B0}"/>
              </a:ext>
            </a:extLst>
          </p:cNvPr>
          <p:cNvSpPr>
            <a:spLocks noGrp="1"/>
          </p:cNvSpPr>
          <p:nvPr>
            <p:ph type="sldNum" sz="quarter" idx="12"/>
          </p:nvPr>
        </p:nvSpPr>
        <p:spPr/>
        <p:txBody>
          <a:bodyPr/>
          <a:lstStyle/>
          <a:p>
            <a:fld id="{93C842B0-0CAC-431B-BEE3-6D5F1C6E642D}" type="slidenum">
              <a:rPr lang="en-US" smtClean="0"/>
              <a:t>‹#›</a:t>
            </a:fld>
            <a:endParaRPr lang="en-US"/>
          </a:p>
        </p:txBody>
      </p:sp>
    </p:spTree>
    <p:extLst>
      <p:ext uri="{BB962C8B-B14F-4D97-AF65-F5344CB8AC3E}">
        <p14:creationId xmlns:p14="http://schemas.microsoft.com/office/powerpoint/2010/main" val="2175780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887D66-A8A3-4692-A7AE-688287B9C6F3}"/>
              </a:ext>
            </a:extLst>
          </p:cNvPr>
          <p:cNvSpPr>
            <a:spLocks noGrp="1"/>
          </p:cNvSpPr>
          <p:nvPr>
            <p:ph type="dt" sz="half" idx="10"/>
          </p:nvPr>
        </p:nvSpPr>
        <p:spPr/>
        <p:txBody>
          <a:bodyPr/>
          <a:lstStyle/>
          <a:p>
            <a:fld id="{C972FF0E-0A4D-4789-AF1B-D8DDC28AD39B}" type="datetime1">
              <a:rPr lang="en-US" smtClean="0"/>
              <a:t>9/4/2026</a:t>
            </a:fld>
            <a:endParaRPr lang="en-US"/>
          </a:p>
        </p:txBody>
      </p:sp>
      <p:sp>
        <p:nvSpPr>
          <p:cNvPr id="3" name="Footer Placeholder 2">
            <a:extLst>
              <a:ext uri="{FF2B5EF4-FFF2-40B4-BE49-F238E27FC236}">
                <a16:creationId xmlns:a16="http://schemas.microsoft.com/office/drawing/2014/main" id="{21A719A0-53D3-4347-A85C-00E74E2964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364A33-054A-45A5-A630-4F4E9A7D77E7}"/>
              </a:ext>
            </a:extLst>
          </p:cNvPr>
          <p:cNvSpPr>
            <a:spLocks noGrp="1"/>
          </p:cNvSpPr>
          <p:nvPr>
            <p:ph type="sldNum" sz="quarter" idx="12"/>
          </p:nvPr>
        </p:nvSpPr>
        <p:spPr/>
        <p:txBody>
          <a:bodyPr/>
          <a:lstStyle/>
          <a:p>
            <a:fld id="{93C842B0-0CAC-431B-BEE3-6D5F1C6E642D}" type="slidenum">
              <a:rPr lang="en-US" smtClean="0"/>
              <a:t>‹#›</a:t>
            </a:fld>
            <a:endParaRPr lang="en-US"/>
          </a:p>
        </p:txBody>
      </p:sp>
    </p:spTree>
    <p:extLst>
      <p:ext uri="{BB962C8B-B14F-4D97-AF65-F5344CB8AC3E}">
        <p14:creationId xmlns:p14="http://schemas.microsoft.com/office/powerpoint/2010/main" val="3843443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579DD-3086-4473-810C-75805B069F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7F1DBF-D998-43C7-8FA1-46EF8F71F7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6B15A9-7ED1-47CB-A7F9-E269BBF9E1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C3E1EEB-49B7-472D-A0A6-1B6F123D3C8A}"/>
              </a:ext>
            </a:extLst>
          </p:cNvPr>
          <p:cNvSpPr>
            <a:spLocks noGrp="1"/>
          </p:cNvSpPr>
          <p:nvPr>
            <p:ph type="dt" sz="half" idx="10"/>
          </p:nvPr>
        </p:nvSpPr>
        <p:spPr/>
        <p:txBody>
          <a:bodyPr/>
          <a:lstStyle/>
          <a:p>
            <a:fld id="{31F1F9BF-5C56-4E0D-80B8-C81EC0A0C6C1}" type="datetime1">
              <a:rPr lang="en-US" smtClean="0"/>
              <a:t>9/4/2026</a:t>
            </a:fld>
            <a:endParaRPr lang="en-US"/>
          </a:p>
        </p:txBody>
      </p:sp>
      <p:sp>
        <p:nvSpPr>
          <p:cNvPr id="6" name="Footer Placeholder 5">
            <a:extLst>
              <a:ext uri="{FF2B5EF4-FFF2-40B4-BE49-F238E27FC236}">
                <a16:creationId xmlns:a16="http://schemas.microsoft.com/office/drawing/2014/main" id="{89109046-D254-4943-AEAF-663331CCB1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3AEB1F-CC97-4429-88ED-F3C6F6BAF1A3}"/>
              </a:ext>
            </a:extLst>
          </p:cNvPr>
          <p:cNvSpPr>
            <a:spLocks noGrp="1"/>
          </p:cNvSpPr>
          <p:nvPr>
            <p:ph type="sldNum" sz="quarter" idx="12"/>
          </p:nvPr>
        </p:nvSpPr>
        <p:spPr/>
        <p:txBody>
          <a:bodyPr/>
          <a:lstStyle/>
          <a:p>
            <a:fld id="{93C842B0-0CAC-431B-BEE3-6D5F1C6E642D}" type="slidenum">
              <a:rPr lang="en-US" smtClean="0"/>
              <a:t>‹#›</a:t>
            </a:fld>
            <a:endParaRPr lang="en-US"/>
          </a:p>
        </p:txBody>
      </p:sp>
    </p:spTree>
    <p:extLst>
      <p:ext uri="{BB962C8B-B14F-4D97-AF65-F5344CB8AC3E}">
        <p14:creationId xmlns:p14="http://schemas.microsoft.com/office/powerpoint/2010/main" val="2796588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3F263-B033-4CB2-9618-F951042D67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D2B4C5-EFCB-42B0-A9B1-1419314F00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E45E57-B28A-4F5F-8D3D-2E84129307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0CA0E37-DDC9-44FF-905B-F9609C3DFEEB}"/>
              </a:ext>
            </a:extLst>
          </p:cNvPr>
          <p:cNvSpPr>
            <a:spLocks noGrp="1"/>
          </p:cNvSpPr>
          <p:nvPr>
            <p:ph type="dt" sz="half" idx="10"/>
          </p:nvPr>
        </p:nvSpPr>
        <p:spPr/>
        <p:txBody>
          <a:bodyPr/>
          <a:lstStyle/>
          <a:p>
            <a:fld id="{684A650D-B6F9-4E30-9FC1-C04DA0E14233}" type="datetime1">
              <a:rPr lang="en-US" smtClean="0"/>
              <a:t>9/4/2026</a:t>
            </a:fld>
            <a:endParaRPr lang="en-US"/>
          </a:p>
        </p:txBody>
      </p:sp>
      <p:sp>
        <p:nvSpPr>
          <p:cNvPr id="6" name="Footer Placeholder 5">
            <a:extLst>
              <a:ext uri="{FF2B5EF4-FFF2-40B4-BE49-F238E27FC236}">
                <a16:creationId xmlns:a16="http://schemas.microsoft.com/office/drawing/2014/main" id="{8ED75853-C341-4297-88B9-002299F05E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D783CA-AD92-46F4-98E7-1405F881AF83}"/>
              </a:ext>
            </a:extLst>
          </p:cNvPr>
          <p:cNvSpPr>
            <a:spLocks noGrp="1"/>
          </p:cNvSpPr>
          <p:nvPr>
            <p:ph type="sldNum" sz="quarter" idx="12"/>
          </p:nvPr>
        </p:nvSpPr>
        <p:spPr/>
        <p:txBody>
          <a:bodyPr/>
          <a:lstStyle/>
          <a:p>
            <a:fld id="{93C842B0-0CAC-431B-BEE3-6D5F1C6E642D}" type="slidenum">
              <a:rPr lang="en-US" smtClean="0"/>
              <a:t>‹#›</a:t>
            </a:fld>
            <a:endParaRPr lang="en-US"/>
          </a:p>
        </p:txBody>
      </p:sp>
    </p:spTree>
    <p:extLst>
      <p:ext uri="{BB962C8B-B14F-4D97-AF65-F5344CB8AC3E}">
        <p14:creationId xmlns:p14="http://schemas.microsoft.com/office/powerpoint/2010/main" val="920875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ED1E7-3801-42E7-9EC0-2401BB365C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22383E-7B17-4547-9C91-3FC90B4301A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2E651D-DA45-4284-9EA8-E208FD7F67D2}"/>
              </a:ext>
            </a:extLst>
          </p:cNvPr>
          <p:cNvSpPr>
            <a:spLocks noGrp="1"/>
          </p:cNvSpPr>
          <p:nvPr>
            <p:ph type="dt" sz="half" idx="10"/>
          </p:nvPr>
        </p:nvSpPr>
        <p:spPr/>
        <p:txBody>
          <a:bodyPr/>
          <a:lstStyle/>
          <a:p>
            <a:fld id="{8023D3DB-7749-4402-BA90-3474D5E110CE}" type="datetime1">
              <a:rPr lang="en-US" smtClean="0"/>
              <a:t>9/4/2026</a:t>
            </a:fld>
            <a:endParaRPr lang="en-US"/>
          </a:p>
        </p:txBody>
      </p:sp>
      <p:sp>
        <p:nvSpPr>
          <p:cNvPr id="5" name="Footer Placeholder 4">
            <a:extLst>
              <a:ext uri="{FF2B5EF4-FFF2-40B4-BE49-F238E27FC236}">
                <a16:creationId xmlns:a16="http://schemas.microsoft.com/office/drawing/2014/main" id="{94844B7C-4BD1-437A-9F41-B2F5E35BBE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4BB392-A54D-47B6-84B4-A81ECBE4CF05}"/>
              </a:ext>
            </a:extLst>
          </p:cNvPr>
          <p:cNvSpPr>
            <a:spLocks noGrp="1"/>
          </p:cNvSpPr>
          <p:nvPr>
            <p:ph type="sldNum" sz="quarter" idx="12"/>
          </p:nvPr>
        </p:nvSpPr>
        <p:spPr/>
        <p:txBody>
          <a:bodyPr/>
          <a:lstStyle/>
          <a:p>
            <a:fld id="{93C842B0-0CAC-431B-BEE3-6D5F1C6E642D}" type="slidenum">
              <a:rPr lang="en-US" smtClean="0"/>
              <a:t>‹#›</a:t>
            </a:fld>
            <a:endParaRPr lang="en-US"/>
          </a:p>
        </p:txBody>
      </p:sp>
    </p:spTree>
    <p:extLst>
      <p:ext uri="{BB962C8B-B14F-4D97-AF65-F5344CB8AC3E}">
        <p14:creationId xmlns:p14="http://schemas.microsoft.com/office/powerpoint/2010/main" val="3912166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962B24-216E-4C67-9F4C-C69EE0D0EB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492A01-9982-4D8A-BC35-4F4F9B40725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6D44E5-0F50-45D5-A528-5343A2E01585}"/>
              </a:ext>
            </a:extLst>
          </p:cNvPr>
          <p:cNvSpPr>
            <a:spLocks noGrp="1"/>
          </p:cNvSpPr>
          <p:nvPr>
            <p:ph type="dt" sz="half" idx="10"/>
          </p:nvPr>
        </p:nvSpPr>
        <p:spPr/>
        <p:txBody>
          <a:bodyPr/>
          <a:lstStyle/>
          <a:p>
            <a:fld id="{8EDCBE4A-85C8-48B0-B832-494FE8E463DB}" type="datetime1">
              <a:rPr lang="en-US" smtClean="0"/>
              <a:t>9/4/2026</a:t>
            </a:fld>
            <a:endParaRPr lang="en-US"/>
          </a:p>
        </p:txBody>
      </p:sp>
      <p:sp>
        <p:nvSpPr>
          <p:cNvPr id="5" name="Footer Placeholder 4">
            <a:extLst>
              <a:ext uri="{FF2B5EF4-FFF2-40B4-BE49-F238E27FC236}">
                <a16:creationId xmlns:a16="http://schemas.microsoft.com/office/drawing/2014/main" id="{5F57FAE1-E0FB-4F55-9DDD-1753B6A71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936B16-EDC0-4B7E-9A73-3838B61F5EDC}"/>
              </a:ext>
            </a:extLst>
          </p:cNvPr>
          <p:cNvSpPr>
            <a:spLocks noGrp="1"/>
          </p:cNvSpPr>
          <p:nvPr>
            <p:ph type="sldNum" sz="quarter" idx="12"/>
          </p:nvPr>
        </p:nvSpPr>
        <p:spPr/>
        <p:txBody>
          <a:bodyPr/>
          <a:lstStyle/>
          <a:p>
            <a:fld id="{93C842B0-0CAC-431B-BEE3-6D5F1C6E642D}" type="slidenum">
              <a:rPr lang="en-US" smtClean="0"/>
              <a:t>‹#›</a:t>
            </a:fld>
            <a:endParaRPr lang="en-US"/>
          </a:p>
        </p:txBody>
      </p:sp>
    </p:spTree>
    <p:extLst>
      <p:ext uri="{BB962C8B-B14F-4D97-AF65-F5344CB8AC3E}">
        <p14:creationId xmlns:p14="http://schemas.microsoft.com/office/powerpoint/2010/main" val="908987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Contents slide layout">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6F5FFA75-247A-4C8C-99A7-8FA7026719CF}"/>
              </a:ext>
            </a:extLst>
          </p:cNvPr>
          <p:cNvSpPr>
            <a:spLocks noGrp="1"/>
          </p:cNvSpPr>
          <p:nvPr>
            <p:ph type="pic" idx="16" hasCustomPrompt="1"/>
          </p:nvPr>
        </p:nvSpPr>
        <p:spPr>
          <a:xfrm>
            <a:off x="4403036" y="0"/>
            <a:ext cx="7788965" cy="6858000"/>
          </a:xfrm>
          <a:custGeom>
            <a:avLst/>
            <a:gdLst>
              <a:gd name="connsiteX0" fmla="*/ 3894482 w 7788965"/>
              <a:gd name="connsiteY0" fmla="*/ 2146852 h 6858000"/>
              <a:gd name="connsiteX1" fmla="*/ 7788964 w 7788965"/>
              <a:gd name="connsiteY1" fmla="*/ 6858000 h 6858000"/>
              <a:gd name="connsiteX2" fmla="*/ 0 w 7788965"/>
              <a:gd name="connsiteY2" fmla="*/ 6858000 h 6858000"/>
              <a:gd name="connsiteX3" fmla="*/ 0 w 7788965"/>
              <a:gd name="connsiteY3" fmla="*/ 6857999 h 6858000"/>
              <a:gd name="connsiteX4" fmla="*/ 5734705 w 7788965"/>
              <a:gd name="connsiteY4" fmla="*/ 0 h 6858000"/>
              <a:gd name="connsiteX5" fmla="*/ 7788965 w 7788965"/>
              <a:gd name="connsiteY5" fmla="*/ 0 h 6858000"/>
              <a:gd name="connsiteX6" fmla="*/ 7788965 w 7788965"/>
              <a:gd name="connsiteY6" fmla="*/ 6641351 h 6858000"/>
              <a:gd name="connsiteX7" fmla="*/ 4000566 w 7788965"/>
              <a:gd name="connsiteY7" fmla="*/ 2078313 h 6858000"/>
              <a:gd name="connsiteX8" fmla="*/ 2214158 w 7788965"/>
              <a:gd name="connsiteY8" fmla="*/ 0 h 6858000"/>
              <a:gd name="connsiteX9" fmla="*/ 5574803 w 7788965"/>
              <a:gd name="connsiteY9" fmla="*/ 0 h 6858000"/>
              <a:gd name="connsiteX10" fmla="*/ 3894480 w 7788965"/>
              <a:gd name="connsiteY10" fmla="*/ 2032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88965" h="6858000">
                <a:moveTo>
                  <a:pt x="3894482" y="2146852"/>
                </a:moveTo>
                <a:lnTo>
                  <a:pt x="7788964" y="6858000"/>
                </a:lnTo>
                <a:lnTo>
                  <a:pt x="0" y="6858000"/>
                </a:lnTo>
                <a:lnTo>
                  <a:pt x="0" y="6857999"/>
                </a:lnTo>
                <a:close/>
                <a:moveTo>
                  <a:pt x="5734705" y="0"/>
                </a:moveTo>
                <a:lnTo>
                  <a:pt x="7788965" y="0"/>
                </a:lnTo>
                <a:lnTo>
                  <a:pt x="7788965" y="6641351"/>
                </a:lnTo>
                <a:lnTo>
                  <a:pt x="4000566" y="2078313"/>
                </a:lnTo>
                <a:close/>
                <a:moveTo>
                  <a:pt x="2214158" y="0"/>
                </a:moveTo>
                <a:lnTo>
                  <a:pt x="5574803" y="0"/>
                </a:lnTo>
                <a:lnTo>
                  <a:pt x="3894480" y="2032683"/>
                </a:lnTo>
                <a:close/>
              </a:path>
            </a:pathLst>
          </a:custGeom>
          <a:solidFill>
            <a:schemeClr val="bg1">
              <a:lumMod val="95000"/>
            </a:schemeClr>
          </a:solidFill>
        </p:spPr>
        <p:txBody>
          <a:bodyPr wrap="square" anchor="ctr">
            <a:noAutofit/>
          </a:bodyPr>
          <a:lstStyle>
            <a:lvl1pPr marL="0" indent="0" algn="ctr">
              <a:buNone/>
              <a:defRPr sz="1200">
                <a:latin typeface="Arial" pitchFamily="34" charset="0"/>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591903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326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557E52-6CD2-47E6-90D5-649D570D03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BCB97-F652-4340-9ABD-B1A242C13F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09B047-EBAA-4558-AF4F-9D244BBC10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156CA0-31F7-4927-8612-E3DF76224399}" type="datetime1">
              <a:rPr lang="en-US" smtClean="0"/>
              <a:t>9/4/2026</a:t>
            </a:fld>
            <a:endParaRPr lang="en-US"/>
          </a:p>
        </p:txBody>
      </p:sp>
      <p:sp>
        <p:nvSpPr>
          <p:cNvPr id="5" name="Footer Placeholder 4">
            <a:extLst>
              <a:ext uri="{FF2B5EF4-FFF2-40B4-BE49-F238E27FC236}">
                <a16:creationId xmlns:a16="http://schemas.microsoft.com/office/drawing/2014/main" id="{A128EF26-E3F3-47FD-80C6-109B7E9091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B050A1-82AD-4A45-9B59-8DA115EF72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C842B0-0CAC-431B-BEE3-6D5F1C6E642D}" type="slidenum">
              <a:rPr lang="en-US" smtClean="0"/>
              <a:t>‹#›</a:t>
            </a:fld>
            <a:endParaRPr lang="en-US"/>
          </a:p>
        </p:txBody>
      </p:sp>
    </p:spTree>
    <p:extLst>
      <p:ext uri="{BB962C8B-B14F-4D97-AF65-F5344CB8AC3E}">
        <p14:creationId xmlns:p14="http://schemas.microsoft.com/office/powerpoint/2010/main" val="3139753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715" r:id="rId12"/>
    <p:sldLayoutId id="2147483716"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8.sv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wmf"/><Relationship Id="rId10" Type="http://schemas.openxmlformats.org/officeDocument/2006/relationships/image" Target="../media/image17.wmf"/><Relationship Id="rId4" Type="http://schemas.openxmlformats.org/officeDocument/2006/relationships/image" Target="../media/image11.png"/><Relationship Id="rId9" Type="http://schemas.openxmlformats.org/officeDocument/2006/relationships/image" Target="../media/image16.wmf"/></Relationships>
</file>

<file path=ppt/slides/_rels/slide2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28.png"/><Relationship Id="rId3" Type="http://schemas.openxmlformats.org/officeDocument/2006/relationships/image" Target="../media/image22.png"/><Relationship Id="rId7" Type="http://schemas.openxmlformats.org/officeDocument/2006/relationships/image" Target="../media/image17.wmf"/><Relationship Id="rId12"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6.svg"/><Relationship Id="rId5" Type="http://schemas.openxmlformats.org/officeDocument/2006/relationships/image" Target="../media/image12.wmf"/><Relationship Id="rId15" Type="http://schemas.openxmlformats.org/officeDocument/2006/relationships/image" Target="../media/image5.png"/><Relationship Id="rId10" Type="http://schemas.openxmlformats.org/officeDocument/2006/relationships/image" Target="../media/image21.png"/><Relationship Id="rId4" Type="http://schemas.openxmlformats.org/officeDocument/2006/relationships/image" Target="../media/image23.png"/><Relationship Id="rId9" Type="http://schemas.openxmlformats.org/officeDocument/2006/relationships/image" Target="../media/image25.wmf"/><Relationship Id="rId14" Type="http://schemas.openxmlformats.org/officeDocument/2006/relationships/image" Target="../media/image9.png"/></Relationships>
</file>

<file path=ppt/slides/_rels/slide2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30.svg"/><Relationship Id="rId9"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36.jpg"/><Relationship Id="rId5" Type="http://schemas.openxmlformats.org/officeDocument/2006/relationships/image" Target="../media/image35.png"/><Relationship Id="rId4" Type="http://schemas.openxmlformats.org/officeDocument/2006/relationships/image" Target="../media/image24.png"/><Relationship Id="rId9"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40.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74A0F0-1E04-43E4-BF75-280B757EEA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94800" y="-14346"/>
            <a:ext cx="2997200" cy="6858000"/>
          </a:xfrm>
          <a:prstGeom prst="rect">
            <a:avLst/>
          </a:prstGeom>
        </p:spPr>
      </p:pic>
      <p:pic>
        <p:nvPicPr>
          <p:cNvPr id="7" name="Picture 6">
            <a:extLst>
              <a:ext uri="{FF2B5EF4-FFF2-40B4-BE49-F238E27FC236}">
                <a16:creationId xmlns:a16="http://schemas.microsoft.com/office/drawing/2014/main" id="{344AD09E-FBCB-4D79-8DAB-2E84CCD963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17469" y="692211"/>
            <a:ext cx="4544733" cy="2317814"/>
          </a:xfrm>
          <a:prstGeom prst="rect">
            <a:avLst/>
          </a:prstGeom>
        </p:spPr>
      </p:pic>
      <p:sp>
        <p:nvSpPr>
          <p:cNvPr id="4" name="正方形/長方形 4">
            <a:extLst>
              <a:ext uri="{FF2B5EF4-FFF2-40B4-BE49-F238E27FC236}">
                <a16:creationId xmlns:a16="http://schemas.microsoft.com/office/drawing/2014/main" id="{108C93F1-04C0-41A4-9D93-B43E592F2177}"/>
              </a:ext>
            </a:extLst>
          </p:cNvPr>
          <p:cNvSpPr/>
          <p:nvPr/>
        </p:nvSpPr>
        <p:spPr>
          <a:xfrm>
            <a:off x="1883485" y="3665713"/>
            <a:ext cx="9316309" cy="2123658"/>
          </a:xfrm>
          <a:prstGeom prst="rect">
            <a:avLst/>
          </a:prstGeom>
          <a:solidFill>
            <a:schemeClr val="bg1">
              <a:alpha val="59000"/>
            </a:schemeClr>
          </a:solid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400" b="1" kern="0" dirty="0">
                <a:latin typeface="Poppins" panose="00000500000000000000" pitchFamily="2" charset="0"/>
                <a:ea typeface="Verdana" panose="020B0604030504040204" pitchFamily="34" charset="0"/>
                <a:cs typeface="Poppins" panose="00000500000000000000" pitchFamily="2" charset="0"/>
              </a:rPr>
              <a:t>PROPOSAL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4400" b="1" kern="0" dirty="0">
                <a:latin typeface="Poppins" panose="00000500000000000000" pitchFamily="2" charset="0"/>
                <a:ea typeface="Verdana" panose="020B0604030504040204" pitchFamily="34" charset="0"/>
                <a:cs typeface="Poppins" panose="00000500000000000000" pitchFamily="2" charset="0"/>
              </a:rPr>
              <a:t> For</a:t>
            </a:r>
          </a:p>
          <a:p>
            <a:pPr algn="ctr" defTabSz="1371600">
              <a:defRPr/>
            </a:pPr>
            <a:r>
              <a:rPr lang="en-US" sz="4400" b="1" kern="0" dirty="0">
                <a:latin typeface="Poppins" panose="00000500000000000000" pitchFamily="2" charset="0"/>
                <a:ea typeface="Verdana" panose="020B0604030504040204" pitchFamily="34" charset="0"/>
                <a:cs typeface="Poppins" panose="00000500000000000000" pitchFamily="2" charset="0"/>
              </a:rPr>
              <a:t>“AGE-Finance and Accounting”</a:t>
            </a:r>
            <a:endParaRPr lang="en-US" sz="3600" kern="0" dirty="0">
              <a:latin typeface="Poppins" panose="00000500000000000000" pitchFamily="2" charset="0"/>
              <a:ea typeface="Verdana" panose="020B0604030504040204" pitchFamily="34" charset="0"/>
              <a:cs typeface="Poppins" panose="00000500000000000000" pitchFamily="2" charset="0"/>
            </a:endParaRPr>
          </a:p>
        </p:txBody>
      </p:sp>
      <p:cxnSp>
        <p:nvCxnSpPr>
          <p:cNvPr id="3" name="Straight Connector 2">
            <a:extLst>
              <a:ext uri="{FF2B5EF4-FFF2-40B4-BE49-F238E27FC236}">
                <a16:creationId xmlns:a16="http://schemas.microsoft.com/office/drawing/2014/main" id="{18DA54D9-386E-4977-9EFE-446454E2F112}"/>
              </a:ext>
            </a:extLst>
          </p:cNvPr>
          <p:cNvCxnSpPr/>
          <p:nvPr/>
        </p:nvCxnSpPr>
        <p:spPr>
          <a:xfrm>
            <a:off x="3376075" y="3408619"/>
            <a:ext cx="6331131" cy="0"/>
          </a:xfrm>
          <a:prstGeom prst="line">
            <a:avLst/>
          </a:prstGeom>
          <a:ln w="28575"/>
        </p:spPr>
        <p:style>
          <a:lnRef idx="1">
            <a:schemeClr val="dk1"/>
          </a:lnRef>
          <a:fillRef idx="0">
            <a:schemeClr val="dk1"/>
          </a:fillRef>
          <a:effectRef idx="0">
            <a:schemeClr val="dk1"/>
          </a:effectRef>
          <a:fontRef idx="minor">
            <a:schemeClr val="tx1"/>
          </a:fontRef>
        </p:style>
      </p:cxnSp>
      <p:sp>
        <p:nvSpPr>
          <p:cNvPr id="9" name="TextBox 7">
            <a:extLst>
              <a:ext uri="{FF2B5EF4-FFF2-40B4-BE49-F238E27FC236}">
                <a16:creationId xmlns:a16="http://schemas.microsoft.com/office/drawing/2014/main" id="{39B05D8D-75F3-C075-8897-9B65DFF53BEE}"/>
              </a:ext>
            </a:extLst>
          </p:cNvPr>
          <p:cNvSpPr txBox="1"/>
          <p:nvPr/>
        </p:nvSpPr>
        <p:spPr>
          <a:xfrm>
            <a:off x="89225" y="6412648"/>
            <a:ext cx="6006775" cy="338811"/>
          </a:xfrm>
          <a:prstGeom prst="rect">
            <a:avLst/>
          </a:prstGeom>
        </p:spPr>
        <p:txBody>
          <a:bodyPr lIns="0" tIns="0" rIns="0" bIns="0" rtlCol="0" anchor="t">
            <a:spAutoFit/>
          </a:bodyPr>
          <a:lstStyle/>
          <a:p>
            <a:pPr algn="just">
              <a:lnSpc>
                <a:spcPts val="2999"/>
              </a:lnSpc>
            </a:pPr>
            <a:r>
              <a:rPr lang="en-US" sz="1100" dirty="0">
                <a:solidFill>
                  <a:srgbClr val="000000"/>
                </a:solidFill>
                <a:latin typeface="Poppins" panose="00000500000000000000" pitchFamily="2" charset="0"/>
                <a:ea typeface="Poppins 1"/>
                <a:cs typeface="Poppins" panose="00000500000000000000" pitchFamily="2" charset="0"/>
                <a:sym typeface="Poppins 1"/>
              </a:rPr>
              <a:t>Updated date: 2026.08.28</a:t>
            </a:r>
          </a:p>
        </p:txBody>
      </p:sp>
      <p:sp>
        <p:nvSpPr>
          <p:cNvPr id="14" name="Slide Number Placeholder 1">
            <a:extLst>
              <a:ext uri="{FF2B5EF4-FFF2-40B4-BE49-F238E27FC236}">
                <a16:creationId xmlns:a16="http://schemas.microsoft.com/office/drawing/2014/main" id="{E657D860-50C1-1408-18C4-F927A7F4E42F}"/>
              </a:ext>
            </a:extLst>
          </p:cNvPr>
          <p:cNvSpPr>
            <a:spLocks noGrp="1"/>
          </p:cNvSpPr>
          <p:nvPr>
            <p:ph type="sldNum" sz="quarter" idx="12"/>
          </p:nvPr>
        </p:nvSpPr>
        <p:spPr>
          <a:xfrm>
            <a:off x="10728900" y="6600237"/>
            <a:ext cx="1422400" cy="243417"/>
          </a:xfrm>
        </p:spPr>
        <p:txBody>
          <a:bodyPr/>
          <a:lstStyle/>
          <a:p>
            <a:pPr marL="0" marR="0" lvl="0" indent="0" algn="r" defTabSz="914446" rtl="0" eaLnBrk="1" fontAlgn="auto" latinLnBrk="0" hangingPunct="1">
              <a:lnSpc>
                <a:spcPct val="100000"/>
              </a:lnSpc>
              <a:spcBef>
                <a:spcPts val="0"/>
              </a:spcBef>
              <a:spcAft>
                <a:spcPts val="0"/>
              </a:spcAft>
              <a:buClrTx/>
              <a:buSzTx/>
              <a:buFontTx/>
              <a:buNone/>
              <a:tabLst/>
              <a:defRPr/>
            </a:pPr>
            <a:fld id="{5E5634F8-C5C6-4843-9A92-B93B76582613}" type="slidenum">
              <a:rPr kumimoji="0" lang="en-US" sz="1333"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pPr marL="0" marR="0" lvl="0" indent="0" algn="r" defTabSz="914446" rtl="0" eaLnBrk="1" fontAlgn="auto" latinLnBrk="0" hangingPunct="1">
                <a:lnSpc>
                  <a:spcPct val="100000"/>
                </a:lnSpc>
                <a:spcBef>
                  <a:spcPts val="0"/>
                </a:spcBef>
                <a:spcAft>
                  <a:spcPts val="0"/>
                </a:spcAft>
                <a:buClrTx/>
                <a:buSzTx/>
                <a:buFontTx/>
                <a:buNone/>
                <a:tabLst/>
                <a:defRPr/>
              </a:pPr>
              <a:t>1</a:t>
            </a:fld>
            <a:endParaRPr kumimoji="0" lang="en-US"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Tree>
    <p:extLst>
      <p:ext uri="{BB962C8B-B14F-4D97-AF65-F5344CB8AC3E}">
        <p14:creationId xmlns:p14="http://schemas.microsoft.com/office/powerpoint/2010/main" val="4167997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7C1A7-BFE9-C2F7-DC1F-B39B20C8D85B}"/>
            </a:ext>
          </a:extLst>
        </p:cNvPr>
        <p:cNvGrpSpPr/>
        <p:nvPr/>
      </p:nvGrpSpPr>
      <p:grpSpPr>
        <a:xfrm>
          <a:off x="0" y="0"/>
          <a:ext cx="0" cy="0"/>
          <a:chOff x="0" y="0"/>
          <a:chExt cx="0" cy="0"/>
        </a:xfrm>
      </p:grpSpPr>
      <p:sp>
        <p:nvSpPr>
          <p:cNvPr id="32" name="Freeform 2">
            <a:extLst>
              <a:ext uri="{FF2B5EF4-FFF2-40B4-BE49-F238E27FC236}">
                <a16:creationId xmlns:a16="http://schemas.microsoft.com/office/drawing/2014/main" id="{EC0B92F3-1ABD-DCFF-E384-AAAB2BF09E44}"/>
              </a:ext>
            </a:extLst>
          </p:cNvPr>
          <p:cNvSpPr/>
          <p:nvPr/>
        </p:nvSpPr>
        <p:spPr>
          <a:xfrm rot="-10800000" flipH="1">
            <a:off x="-1" y="0"/>
            <a:ext cx="4733925" cy="6858000"/>
          </a:xfrm>
          <a:custGeom>
            <a:avLst/>
            <a:gdLst/>
            <a:ahLst/>
            <a:cxnLst/>
            <a:rect l="l" t="t" r="r" b="b"/>
            <a:pathLst>
              <a:path w="18297525" h="10287000">
                <a:moveTo>
                  <a:pt x="18297525" y="0"/>
                </a:moveTo>
                <a:lnTo>
                  <a:pt x="0" y="0"/>
                </a:lnTo>
                <a:lnTo>
                  <a:pt x="0" y="10287000"/>
                </a:lnTo>
                <a:lnTo>
                  <a:pt x="18297525" y="10287000"/>
                </a:lnTo>
                <a:lnTo>
                  <a:pt x="18297525" y="0"/>
                </a:lnTo>
                <a:close/>
              </a:path>
            </a:pathLst>
          </a:custGeom>
          <a:blipFill>
            <a:blip>
              <a:extLst>
                <a:ext uri="{96DAC541-7B7A-43D3-8B79-37D633B846F1}">
                  <asvg:svgBlip xmlns:asvg="http://schemas.microsoft.com/office/drawing/2016/SVG/main" r:embed="rId3"/>
                </a:ext>
              </a:extLst>
            </a:blip>
            <a:stretch>
              <a:fillRect l="-1436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2" name="Straight Connector 21">
            <a:extLst>
              <a:ext uri="{FF2B5EF4-FFF2-40B4-BE49-F238E27FC236}">
                <a16:creationId xmlns:a16="http://schemas.microsoft.com/office/drawing/2014/main" id="{93E5C097-4F76-D7C5-73EC-A1376DE3BA75}"/>
              </a:ext>
            </a:extLst>
          </p:cNvPr>
          <p:cNvCxnSpPr>
            <a:cxnSpLocks/>
          </p:cNvCxnSpPr>
          <p:nvPr/>
        </p:nvCxnSpPr>
        <p:spPr>
          <a:xfrm>
            <a:off x="480291" y="2032526"/>
            <a:ext cx="371634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16770BF5-F84F-CD7C-72A8-D9CFCBE06891}"/>
              </a:ext>
            </a:extLst>
          </p:cNvPr>
          <p:cNvSpPr txBox="1"/>
          <p:nvPr/>
        </p:nvSpPr>
        <p:spPr>
          <a:xfrm>
            <a:off x="3647995" y="832197"/>
            <a:ext cx="796683"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200" b="1" dirty="0">
                <a:solidFill>
                  <a:prstClr val="white"/>
                </a:solidFill>
                <a:latin typeface="Arial" panose="020B0604020202020204" pitchFamily="34" charset="0"/>
              </a:rPr>
              <a:t>1</a:t>
            </a:r>
            <a:endParaRPr kumimoji="0" lang="en-US" sz="72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28" name="TextBox 27">
            <a:extLst>
              <a:ext uri="{FF2B5EF4-FFF2-40B4-BE49-F238E27FC236}">
                <a16:creationId xmlns:a16="http://schemas.microsoft.com/office/drawing/2014/main" id="{10CF1765-4BE6-5511-1B58-953C88A78AEE}"/>
              </a:ext>
            </a:extLst>
          </p:cNvPr>
          <p:cNvSpPr txBox="1"/>
          <p:nvPr/>
        </p:nvSpPr>
        <p:spPr>
          <a:xfrm>
            <a:off x="9236" y="2099092"/>
            <a:ext cx="4308163" cy="161582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AGE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3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REQUIREMENT SUMMARY</a:t>
            </a:r>
          </a:p>
        </p:txBody>
      </p:sp>
      <p:sp>
        <p:nvSpPr>
          <p:cNvPr id="29" name="TextBox 28">
            <a:extLst>
              <a:ext uri="{FF2B5EF4-FFF2-40B4-BE49-F238E27FC236}">
                <a16:creationId xmlns:a16="http://schemas.microsoft.com/office/drawing/2014/main" id="{FA990AC2-BF46-5E65-32B2-9005945C1F5C}"/>
              </a:ext>
            </a:extLst>
          </p:cNvPr>
          <p:cNvSpPr txBox="1"/>
          <p:nvPr/>
        </p:nvSpPr>
        <p:spPr>
          <a:xfrm>
            <a:off x="184450" y="3671313"/>
            <a:ext cx="4304699"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Detail of topics as following: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2.1 PROJECT BACKGROUND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2.2 PAIN POINTS AND CHALLENGES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2.3 OBJECTIVES &amp; EXPECTED </a:t>
            </a:r>
            <a:b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b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2.4 REQUIREMENT SUMMARY </a:t>
            </a:r>
            <a:endParaRPr lang="en-US" sz="1600" dirty="0">
              <a:solidFill>
                <a:prstClr val="white"/>
              </a:solidFill>
              <a:latin typeface="Arial" panose="020B0604020202020204" pitchFamily="34" charset="0"/>
            </a:endParaRPr>
          </a:p>
        </p:txBody>
      </p:sp>
      <p:cxnSp>
        <p:nvCxnSpPr>
          <p:cNvPr id="30" name="Straight Connector 29">
            <a:extLst>
              <a:ext uri="{FF2B5EF4-FFF2-40B4-BE49-F238E27FC236}">
                <a16:creationId xmlns:a16="http://schemas.microsoft.com/office/drawing/2014/main" id="{2300FB0B-DA96-CAED-F5A1-365DA607501F}"/>
              </a:ext>
            </a:extLst>
          </p:cNvPr>
          <p:cNvCxnSpPr>
            <a:cxnSpLocks/>
          </p:cNvCxnSpPr>
          <p:nvPr/>
        </p:nvCxnSpPr>
        <p:spPr>
          <a:xfrm>
            <a:off x="3099355" y="2032526"/>
            <a:ext cx="1097280" cy="0"/>
          </a:xfrm>
          <a:prstGeom prst="line">
            <a:avLst/>
          </a:prstGeom>
          <a:ln w="28575">
            <a:solidFill>
              <a:srgbClr val="009E47"/>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DE3731BE-5356-479A-3BCA-CC1FBD034AA2}"/>
              </a:ext>
            </a:extLst>
          </p:cNvPr>
          <p:cNvSpPr>
            <a:spLocks noGrp="1"/>
          </p:cNvSpPr>
          <p:nvPr>
            <p:ph type="sldNum" sz="quarter" idx="12"/>
          </p:nvPr>
        </p:nvSpPr>
        <p:spPr>
          <a:xfrm>
            <a:off x="10728900" y="6600237"/>
            <a:ext cx="1422400" cy="243417"/>
          </a:xfrm>
        </p:spPr>
        <p:txBody>
          <a:bodyPr/>
          <a:lstStyle/>
          <a:p>
            <a:pPr marL="0" marR="0" lvl="0" indent="0" algn="r" defTabSz="914446" rtl="0" eaLnBrk="1" fontAlgn="auto" latinLnBrk="0" hangingPunct="1">
              <a:lnSpc>
                <a:spcPct val="100000"/>
              </a:lnSpc>
              <a:spcBef>
                <a:spcPts val="0"/>
              </a:spcBef>
              <a:spcAft>
                <a:spcPts val="0"/>
              </a:spcAft>
              <a:buClrTx/>
              <a:buSzTx/>
              <a:buFontTx/>
              <a:buNone/>
              <a:tabLst/>
              <a:defRPr/>
            </a:pPr>
            <a:fld id="{5E5634F8-C5C6-4843-9A92-B93B76582613}" type="slidenum">
              <a:rPr kumimoji="0" lang="en-US" sz="1333"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pPr marL="0" marR="0" lvl="0" indent="0" algn="r" defTabSz="914446" rtl="0" eaLnBrk="1" fontAlgn="auto" latinLnBrk="0" hangingPunct="1">
                <a:lnSpc>
                  <a:spcPct val="100000"/>
                </a:lnSpc>
                <a:spcBef>
                  <a:spcPts val="0"/>
                </a:spcBef>
                <a:spcAft>
                  <a:spcPts val="0"/>
                </a:spcAft>
                <a:buClrTx/>
                <a:buSzTx/>
                <a:buFontTx/>
                <a:buNone/>
                <a:tabLst/>
                <a:defRPr/>
              </a:pPr>
              <a:t>2</a:t>
            </a:fld>
            <a:endParaRPr kumimoji="0" lang="en-US"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Tree>
    <p:extLst>
      <p:ext uri="{BB962C8B-B14F-4D97-AF65-F5344CB8AC3E}">
        <p14:creationId xmlns:p14="http://schemas.microsoft.com/office/powerpoint/2010/main" val="1509916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op-line">
            <a:extLst>
              <a:ext uri="{FF2B5EF4-FFF2-40B4-BE49-F238E27FC236}">
                <a16:creationId xmlns:a16="http://schemas.microsoft.com/office/drawing/2014/main" id="{96631D7D-9370-4A51-9332-2F47B45D1322}"/>
              </a:ext>
            </a:extLst>
          </p:cNvPr>
          <p:cNvSpPr>
            <a:spLocks noGrp="1"/>
          </p:cNvSpPr>
          <p:nvPr/>
        </p:nvSpPr>
        <p:spPr>
          <a:xfrm>
            <a:off x="0" y="0"/>
            <a:ext cx="12192000" cy="114300"/>
          </a:xfrm>
          <a:prstGeom prst="rect">
            <a:avLst/>
          </a:prstGeom>
          <a:solidFill>
            <a:srgbClr val="0A8F62"/>
          </a:solidFill>
          <a:ln w="0">
            <a:noFill/>
            <a:prstDash val="solid"/>
          </a:ln>
        </p:spPr>
        <p:txBody>
          <a:bodyPr/>
          <a:lstStyle/>
          <a:p>
            <a:endParaRPr lang="en-US"/>
          </a:p>
        </p:txBody>
      </p:sp>
      <p:sp>
        <p:nvSpPr>
          <p:cNvPr id="2" name="eyebrow">
            <a:extLst>
              <a:ext uri="{FF2B5EF4-FFF2-40B4-BE49-F238E27FC236}">
                <a16:creationId xmlns:a16="http://schemas.microsoft.com/office/drawing/2014/main" id="{B09A37BC-CE9F-4DEB-9D96-C591F1D44C5C}"/>
              </a:ext>
            </a:extLst>
          </p:cNvPr>
          <p:cNvSpPr>
            <a:spLocks noGrp="1"/>
          </p:cNvSpPr>
          <p:nvPr/>
        </p:nvSpPr>
        <p:spPr>
          <a:xfrm>
            <a:off x="552450" y="361950"/>
            <a:ext cx="4000500" cy="228600"/>
          </a:xfrm>
          <a:prstGeom prst="rect">
            <a:avLst/>
          </a:prstGeom>
          <a:noFill/>
          <a:ln w="0">
            <a:noFill/>
            <a:prstDash val="solid"/>
          </a:ln>
        </p:spPr>
        <p:txBody>
          <a:bodyPr anchor="t"/>
          <a:lstStyle/>
          <a:p>
            <a:pPr algn="l">
              <a:defRPr sz="975" b="1">
                <a:solidFill>
                  <a:srgbClr val="0A8F62"/>
                </a:solidFill>
              </a:defRPr>
            </a:pPr>
            <a:r>
              <a:rPr sz="975" b="1">
                <a:solidFill>
                  <a:srgbClr val="0A8F62"/>
                </a:solidFill>
              </a:rPr>
              <a:t>AGE | PROJECT BACKGROUND</a:t>
            </a:r>
          </a:p>
        </p:txBody>
      </p:sp>
      <p:sp>
        <p:nvSpPr>
          <p:cNvPr id="3" name="title">
            <a:extLst>
              <a:ext uri="{FF2B5EF4-FFF2-40B4-BE49-F238E27FC236}">
                <a16:creationId xmlns:a16="http://schemas.microsoft.com/office/drawing/2014/main" id="{AE86C526-B427-4EC4-A654-2EA60E0EC691}"/>
              </a:ext>
            </a:extLst>
          </p:cNvPr>
          <p:cNvSpPr>
            <a:spLocks noGrp="1"/>
          </p:cNvSpPr>
          <p:nvPr/>
        </p:nvSpPr>
        <p:spPr>
          <a:xfrm>
            <a:off x="552450" y="666750"/>
            <a:ext cx="8572500" cy="476250"/>
          </a:xfrm>
          <a:prstGeom prst="rect">
            <a:avLst/>
          </a:prstGeom>
          <a:noFill/>
          <a:ln w="0">
            <a:noFill/>
            <a:prstDash val="solid"/>
          </a:ln>
        </p:spPr>
        <p:txBody>
          <a:bodyPr anchor="t"/>
          <a:lstStyle/>
          <a:p>
            <a:pPr algn="l">
              <a:defRPr sz="2625" b="1">
                <a:solidFill>
                  <a:srgbClr val="143E36"/>
                </a:solidFill>
              </a:defRPr>
            </a:pPr>
            <a:r>
              <a:rPr sz="2625" b="1">
                <a:solidFill>
                  <a:srgbClr val="143E36"/>
                </a:solidFill>
                <a:latin typeface="Kanit" panose="00000500000000000000" pitchFamily="2" charset="-34"/>
                <a:cs typeface="Kanit" panose="00000500000000000000" pitchFamily="2" charset="-34"/>
              </a:rPr>
              <a:t>ที่มาและความสำคัญของโครงการ</a:t>
            </a:r>
          </a:p>
        </p:txBody>
      </p:sp>
      <p:sp>
        <p:nvSpPr>
          <p:cNvPr id="7" name="context-panel">
            <a:extLst>
              <a:ext uri="{FF2B5EF4-FFF2-40B4-BE49-F238E27FC236}">
                <a16:creationId xmlns:a16="http://schemas.microsoft.com/office/drawing/2014/main" id="{8121ED40-19A0-4641-AA20-404A95C984A7}"/>
              </a:ext>
            </a:extLst>
          </p:cNvPr>
          <p:cNvSpPr>
            <a:spLocks noGrp="1"/>
          </p:cNvSpPr>
          <p:nvPr/>
        </p:nvSpPr>
        <p:spPr>
          <a:xfrm>
            <a:off x="546800" y="3460965"/>
            <a:ext cx="4000500" cy="2981916"/>
          </a:xfrm>
          <a:prstGeom prst="roundRect">
            <a:avLst>
              <a:gd name="adj" fmla="val 3810"/>
            </a:avLst>
          </a:prstGeom>
          <a:solidFill>
            <a:srgbClr val="173F38"/>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8" name="context-label">
            <a:extLst>
              <a:ext uri="{FF2B5EF4-FFF2-40B4-BE49-F238E27FC236}">
                <a16:creationId xmlns:a16="http://schemas.microsoft.com/office/drawing/2014/main" id="{4EAD322E-DA05-4D2B-A2D4-4F488D60C5FD}"/>
              </a:ext>
            </a:extLst>
          </p:cNvPr>
          <p:cNvSpPr>
            <a:spLocks noGrp="1"/>
          </p:cNvSpPr>
          <p:nvPr/>
        </p:nvSpPr>
        <p:spPr>
          <a:xfrm>
            <a:off x="832550" y="3578927"/>
            <a:ext cx="2381250" cy="228600"/>
          </a:xfrm>
          <a:prstGeom prst="rect">
            <a:avLst/>
          </a:prstGeom>
          <a:noFill/>
          <a:ln w="0">
            <a:noFill/>
            <a:prstDash val="solid"/>
          </a:ln>
        </p:spPr>
        <p:txBody>
          <a:bodyPr anchor="t"/>
          <a:lstStyle/>
          <a:p>
            <a:pPr algn="l">
              <a:defRPr sz="975" b="1">
                <a:solidFill>
                  <a:srgbClr val="72D3B0"/>
                </a:solidFill>
              </a:defRPr>
            </a:pPr>
            <a:r>
              <a:rPr sz="975" b="1" dirty="0">
                <a:solidFill>
                  <a:srgbClr val="72D3B0"/>
                </a:solidFill>
                <a:latin typeface="Kanit" panose="00000500000000000000" pitchFamily="2" charset="-34"/>
                <a:cs typeface="Kanit" panose="00000500000000000000" pitchFamily="2" charset="-34"/>
              </a:rPr>
              <a:t>BUSINESS CONTEXT</a:t>
            </a:r>
          </a:p>
        </p:txBody>
      </p:sp>
      <p:sp>
        <p:nvSpPr>
          <p:cNvPr id="9" name="context-title">
            <a:extLst>
              <a:ext uri="{FF2B5EF4-FFF2-40B4-BE49-F238E27FC236}">
                <a16:creationId xmlns:a16="http://schemas.microsoft.com/office/drawing/2014/main" id="{24B03046-ED3E-485F-A507-C205968FC3AE}"/>
              </a:ext>
            </a:extLst>
          </p:cNvPr>
          <p:cNvSpPr>
            <a:spLocks noGrp="1"/>
          </p:cNvSpPr>
          <p:nvPr/>
        </p:nvSpPr>
        <p:spPr>
          <a:xfrm>
            <a:off x="832550" y="3826577"/>
            <a:ext cx="3238500" cy="1104900"/>
          </a:xfrm>
          <a:prstGeom prst="rect">
            <a:avLst/>
          </a:prstGeom>
          <a:noFill/>
          <a:ln w="0">
            <a:noFill/>
            <a:prstDash val="solid"/>
          </a:ln>
        </p:spPr>
        <p:txBody>
          <a:bodyPr anchor="t"/>
          <a:lstStyle/>
          <a:p>
            <a:pPr algn="l">
              <a:defRPr sz="2025" b="1">
                <a:solidFill>
                  <a:srgbClr val="FFFFFF"/>
                </a:solidFill>
              </a:defRPr>
            </a:pPr>
            <a:r>
              <a:rPr sz="2025" b="1">
                <a:solidFill>
                  <a:srgbClr val="FFFFFF"/>
                </a:solidFill>
                <a:latin typeface="Kanit" panose="00000500000000000000" pitchFamily="2" charset="-34"/>
                <a:cs typeface="Kanit" panose="00000500000000000000" pitchFamily="2" charset="-34"/>
              </a:rPr>
              <a:t>การเติบโตของธุรกิจทำให้ข้อมูลและธุรกรรมทางบัญชีเพิ่มขึ้นอย่างต่อเนื่อง</a:t>
            </a:r>
          </a:p>
        </p:txBody>
      </p:sp>
      <p:sp>
        <p:nvSpPr>
          <p:cNvPr id="10" name="context-copy">
            <a:extLst>
              <a:ext uri="{FF2B5EF4-FFF2-40B4-BE49-F238E27FC236}">
                <a16:creationId xmlns:a16="http://schemas.microsoft.com/office/drawing/2014/main" id="{A32659B0-AEAF-46C7-B885-A7FDE68B217D}"/>
              </a:ext>
            </a:extLst>
          </p:cNvPr>
          <p:cNvSpPr>
            <a:spLocks noGrp="1"/>
          </p:cNvSpPr>
          <p:nvPr/>
        </p:nvSpPr>
        <p:spPr>
          <a:xfrm>
            <a:off x="832550" y="4874223"/>
            <a:ext cx="3346086" cy="1257300"/>
          </a:xfrm>
          <a:prstGeom prst="rect">
            <a:avLst/>
          </a:prstGeom>
          <a:noFill/>
          <a:ln w="0">
            <a:noFill/>
            <a:prstDash val="solid"/>
          </a:ln>
        </p:spPr>
        <p:txBody>
          <a:bodyPr anchor="t"/>
          <a:lstStyle/>
          <a:p>
            <a:pPr algn="l">
              <a:defRPr sz="1275" b="0">
                <a:solidFill>
                  <a:srgbClr val="D8E7E3"/>
                </a:solidFill>
              </a:defRPr>
            </a:pPr>
            <a:r>
              <a:rPr sz="1275" b="0" dirty="0">
                <a:solidFill>
                  <a:srgbClr val="D8E7E3"/>
                </a:solidFill>
                <a:latin typeface="Kanit" panose="00000500000000000000" pitchFamily="2" charset="-34"/>
                <a:cs typeface="Kanit" panose="00000500000000000000" pitchFamily="2" charset="-34"/>
              </a:rPr>
              <a:t>AGE </a:t>
            </a:r>
            <a:r>
              <a:rPr sz="1275" b="0" dirty="0" err="1">
                <a:solidFill>
                  <a:srgbClr val="D8E7E3"/>
                </a:solidFill>
                <a:latin typeface="Kanit" panose="00000500000000000000" pitchFamily="2" charset="-34"/>
                <a:cs typeface="Kanit" panose="00000500000000000000" pitchFamily="2" charset="-34"/>
              </a:rPr>
              <a:t>ใช้งาน</a:t>
            </a:r>
            <a:r>
              <a:rPr sz="1275" b="0" dirty="0">
                <a:solidFill>
                  <a:srgbClr val="D8E7E3"/>
                </a:solidFill>
                <a:latin typeface="Kanit" panose="00000500000000000000" pitchFamily="2" charset="-34"/>
                <a:cs typeface="Kanit" panose="00000500000000000000" pitchFamily="2" charset="-34"/>
              </a:rPr>
              <a:t> ERP / Microsoft Dynamics 365 </a:t>
            </a:r>
            <a:r>
              <a:rPr sz="1275" b="0" dirty="0" err="1">
                <a:solidFill>
                  <a:srgbClr val="D8E7E3"/>
                </a:solidFill>
                <a:latin typeface="Kanit" panose="00000500000000000000" pitchFamily="2" charset="-34"/>
                <a:cs typeface="Kanit" panose="00000500000000000000" pitchFamily="2" charset="-34"/>
              </a:rPr>
              <a:t>ร่วมกับข้อมูลจากเอกสาร</a:t>
            </a:r>
            <a:r>
              <a:rPr sz="1275" b="0" dirty="0">
                <a:solidFill>
                  <a:srgbClr val="D8E7E3"/>
                </a:solidFill>
                <a:latin typeface="Kanit" panose="00000500000000000000" pitchFamily="2" charset="-34"/>
                <a:cs typeface="Kanit" panose="00000500000000000000" pitchFamily="2" charset="-34"/>
              </a:rPr>
              <a:t> </a:t>
            </a:r>
            <a:r>
              <a:rPr sz="1275" b="0" dirty="0" err="1">
                <a:solidFill>
                  <a:srgbClr val="D8E7E3"/>
                </a:solidFill>
                <a:latin typeface="Kanit" panose="00000500000000000000" pitchFamily="2" charset="-34"/>
                <a:cs typeface="Kanit" panose="00000500000000000000" pitchFamily="2" charset="-34"/>
              </a:rPr>
              <a:t>ธนาคาร</a:t>
            </a:r>
            <a:r>
              <a:rPr sz="1275" b="0" dirty="0">
                <a:solidFill>
                  <a:srgbClr val="D8E7E3"/>
                </a:solidFill>
                <a:latin typeface="Kanit" panose="00000500000000000000" pitchFamily="2" charset="-34"/>
                <a:cs typeface="Kanit" panose="00000500000000000000" pitchFamily="2" charset="-34"/>
              </a:rPr>
              <a:t> </a:t>
            </a:r>
            <a:r>
              <a:rPr sz="1275" b="0" dirty="0" err="1">
                <a:solidFill>
                  <a:srgbClr val="D8E7E3"/>
                </a:solidFill>
                <a:latin typeface="Kanit" panose="00000500000000000000" pitchFamily="2" charset="-34"/>
                <a:cs typeface="Kanit" panose="00000500000000000000" pitchFamily="2" charset="-34"/>
              </a:rPr>
              <a:t>และหลายหน่วยงาน</a:t>
            </a:r>
            <a:r>
              <a:rPr sz="1275" b="0" dirty="0">
                <a:solidFill>
                  <a:srgbClr val="D8E7E3"/>
                </a:solidFill>
                <a:latin typeface="Kanit" panose="00000500000000000000" pitchFamily="2" charset="-34"/>
                <a:cs typeface="Kanit" panose="00000500000000000000" pitchFamily="2" charset="-34"/>
              </a:rPr>
              <a:t> ทำให้กระบวนการบัญชีต้องจัดการข้อมูลจำนวนมากและมีความซับซ้อนมากขึ้น</a:t>
            </a:r>
          </a:p>
        </p:txBody>
      </p:sp>
      <p:sp>
        <p:nvSpPr>
          <p:cNvPr id="11" name="scope-chip">
            <a:extLst>
              <a:ext uri="{FF2B5EF4-FFF2-40B4-BE49-F238E27FC236}">
                <a16:creationId xmlns:a16="http://schemas.microsoft.com/office/drawing/2014/main" id="{C1AD1992-01F5-46AC-8331-BA528B5B7208}"/>
              </a:ext>
            </a:extLst>
          </p:cNvPr>
          <p:cNvSpPr>
            <a:spLocks noGrp="1"/>
          </p:cNvSpPr>
          <p:nvPr/>
        </p:nvSpPr>
        <p:spPr>
          <a:xfrm>
            <a:off x="832550" y="5861623"/>
            <a:ext cx="1428750" cy="361950"/>
          </a:xfrm>
          <a:prstGeom prst="roundRect">
            <a:avLst>
              <a:gd name="adj" fmla="val 50000"/>
            </a:avLst>
          </a:prstGeom>
          <a:solidFill>
            <a:srgbClr val="2E6B5E"/>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2" name="scope-chip-text">
            <a:extLst>
              <a:ext uri="{FF2B5EF4-FFF2-40B4-BE49-F238E27FC236}">
                <a16:creationId xmlns:a16="http://schemas.microsoft.com/office/drawing/2014/main" id="{1AD1C4A6-114A-46A5-B7EF-5DB616066FB8}"/>
              </a:ext>
            </a:extLst>
          </p:cNvPr>
          <p:cNvSpPr>
            <a:spLocks noGrp="1"/>
          </p:cNvSpPr>
          <p:nvPr/>
        </p:nvSpPr>
        <p:spPr>
          <a:xfrm>
            <a:off x="832550" y="5937823"/>
            <a:ext cx="1428750" cy="219075"/>
          </a:xfrm>
          <a:prstGeom prst="rect">
            <a:avLst/>
          </a:prstGeom>
          <a:noFill/>
          <a:ln w="0">
            <a:noFill/>
            <a:prstDash val="solid"/>
          </a:ln>
        </p:spPr>
        <p:txBody>
          <a:bodyPr anchor="ctr"/>
          <a:lstStyle/>
          <a:p>
            <a:pPr algn="ctr">
              <a:defRPr sz="1125" b="1">
                <a:solidFill>
                  <a:srgbClr val="FFFFFF"/>
                </a:solidFill>
              </a:defRPr>
            </a:pPr>
            <a:r>
              <a:rPr sz="1125" b="1">
                <a:solidFill>
                  <a:srgbClr val="FFFFFF"/>
                </a:solidFill>
                <a:latin typeface="Kanit" panose="00000500000000000000" pitchFamily="2" charset="-34"/>
                <a:cs typeface="Kanit" panose="00000500000000000000" pitchFamily="2" charset="-34"/>
              </a:rPr>
              <a:t>8 กระบวนการบัญชี</a:t>
            </a:r>
          </a:p>
        </p:txBody>
      </p:sp>
      <p:sp>
        <p:nvSpPr>
          <p:cNvPr id="14" name="num-bg-0">
            <a:extLst>
              <a:ext uri="{FF2B5EF4-FFF2-40B4-BE49-F238E27FC236}">
                <a16:creationId xmlns:a16="http://schemas.microsoft.com/office/drawing/2014/main" id="{A5AE0BA7-B6BE-4B48-8052-B1D3A81CF23F}"/>
              </a:ext>
            </a:extLst>
          </p:cNvPr>
          <p:cNvSpPr>
            <a:spLocks noGrp="1"/>
          </p:cNvSpPr>
          <p:nvPr/>
        </p:nvSpPr>
        <p:spPr>
          <a:xfrm>
            <a:off x="4996577" y="3508948"/>
            <a:ext cx="552450" cy="552450"/>
          </a:xfrm>
          <a:prstGeom prst="roundRect">
            <a:avLst>
              <a:gd name="adj" fmla="val 50000"/>
            </a:avLst>
          </a:prstGeom>
          <a:solidFill>
            <a:srgbClr val="E0F2E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5" name="num-0">
            <a:extLst>
              <a:ext uri="{FF2B5EF4-FFF2-40B4-BE49-F238E27FC236}">
                <a16:creationId xmlns:a16="http://schemas.microsoft.com/office/drawing/2014/main" id="{4D0215AD-677D-4785-A04F-04E7917E5A6B}"/>
              </a:ext>
            </a:extLst>
          </p:cNvPr>
          <p:cNvSpPr>
            <a:spLocks noGrp="1"/>
          </p:cNvSpPr>
          <p:nvPr/>
        </p:nvSpPr>
        <p:spPr>
          <a:xfrm>
            <a:off x="4996577" y="3642298"/>
            <a:ext cx="552450" cy="266700"/>
          </a:xfrm>
          <a:prstGeom prst="rect">
            <a:avLst/>
          </a:prstGeom>
          <a:noFill/>
          <a:ln w="0">
            <a:noFill/>
            <a:prstDash val="solid"/>
          </a:ln>
        </p:spPr>
        <p:txBody>
          <a:bodyPr anchor="ctr"/>
          <a:lstStyle/>
          <a:p>
            <a:pPr algn="ctr">
              <a:defRPr sz="1275" b="1">
                <a:solidFill>
                  <a:srgbClr val="0A8F62"/>
                </a:solidFill>
              </a:defRPr>
            </a:pPr>
            <a:r>
              <a:rPr sz="1275" b="1">
                <a:solidFill>
                  <a:srgbClr val="0A8F62"/>
                </a:solidFill>
                <a:latin typeface="Kanit" panose="00000500000000000000" pitchFamily="2" charset="-34"/>
                <a:cs typeface="Kanit" panose="00000500000000000000" pitchFamily="2" charset="-34"/>
              </a:rPr>
              <a:t>01</a:t>
            </a:r>
          </a:p>
        </p:txBody>
      </p:sp>
      <p:sp>
        <p:nvSpPr>
          <p:cNvPr id="16" name="item-head-0">
            <a:extLst>
              <a:ext uri="{FF2B5EF4-FFF2-40B4-BE49-F238E27FC236}">
                <a16:creationId xmlns:a16="http://schemas.microsoft.com/office/drawing/2014/main" id="{8A45160E-6EA3-45C5-BB1E-8EAE2E5BF0AC}"/>
              </a:ext>
            </a:extLst>
          </p:cNvPr>
          <p:cNvSpPr>
            <a:spLocks noGrp="1"/>
          </p:cNvSpPr>
          <p:nvPr/>
        </p:nvSpPr>
        <p:spPr>
          <a:xfrm>
            <a:off x="5777627" y="3489898"/>
            <a:ext cx="3810000" cy="285750"/>
          </a:xfrm>
          <a:prstGeom prst="rect">
            <a:avLst/>
          </a:prstGeom>
          <a:noFill/>
          <a:ln w="0">
            <a:noFill/>
            <a:prstDash val="solid"/>
          </a:ln>
        </p:spPr>
        <p:txBody>
          <a:bodyPr anchor="t"/>
          <a:lstStyle/>
          <a:p>
            <a:pPr algn="l">
              <a:defRPr sz="1500" b="1">
                <a:solidFill>
                  <a:srgbClr val="173F38"/>
                </a:solidFill>
              </a:defRPr>
            </a:pPr>
            <a:r>
              <a:rPr sz="1500" b="1">
                <a:solidFill>
                  <a:srgbClr val="173F38"/>
                </a:solidFill>
                <a:latin typeface="Kanit" panose="00000500000000000000" pitchFamily="2" charset="-34"/>
                <a:cs typeface="Kanit" panose="00000500000000000000" pitchFamily="2" charset="-34"/>
              </a:rPr>
              <a:t>การดำเนินงานปัจจุบัน</a:t>
            </a:r>
          </a:p>
        </p:txBody>
      </p:sp>
      <p:sp>
        <p:nvSpPr>
          <p:cNvPr id="17" name="item-body-0">
            <a:extLst>
              <a:ext uri="{FF2B5EF4-FFF2-40B4-BE49-F238E27FC236}">
                <a16:creationId xmlns:a16="http://schemas.microsoft.com/office/drawing/2014/main" id="{56E2AC20-DFFF-45D4-B27D-0D2A44199571}"/>
              </a:ext>
            </a:extLst>
          </p:cNvPr>
          <p:cNvSpPr>
            <a:spLocks noGrp="1"/>
          </p:cNvSpPr>
          <p:nvPr/>
        </p:nvSpPr>
        <p:spPr>
          <a:xfrm>
            <a:off x="5777627" y="3794698"/>
            <a:ext cx="5334000" cy="552450"/>
          </a:xfrm>
          <a:prstGeom prst="rect">
            <a:avLst/>
          </a:prstGeom>
          <a:noFill/>
          <a:ln w="0">
            <a:noFill/>
            <a:prstDash val="solid"/>
          </a:ln>
        </p:spPr>
        <p:txBody>
          <a:bodyPr anchor="t"/>
          <a:lstStyle/>
          <a:p>
            <a:pPr algn="l">
              <a:defRPr sz="1200" b="0">
                <a:solidFill>
                  <a:srgbClr val="5A6D69"/>
                </a:solidFill>
              </a:defRPr>
            </a:pPr>
            <a:r>
              <a:rPr sz="1200" b="0">
                <a:solidFill>
                  <a:srgbClr val="5A6D69"/>
                </a:solidFill>
                <a:latin typeface="Kanit" panose="00000500000000000000" pitchFamily="2" charset="-34"/>
                <a:cs typeface="Kanit" panose="00000500000000000000" pitchFamily="2" charset="-34"/>
              </a:rPr>
              <a:t>หลายขั้นตอนยังต้องคีย์ ตรวจสอบ จับคู่ และจัดทำรายงานด้วยมือ รวมถึงมีข้อมูลจากหลายแหล่ง</a:t>
            </a:r>
          </a:p>
        </p:txBody>
      </p:sp>
      <p:sp>
        <p:nvSpPr>
          <p:cNvPr id="18" name="divider-0">
            <a:extLst>
              <a:ext uri="{FF2B5EF4-FFF2-40B4-BE49-F238E27FC236}">
                <a16:creationId xmlns:a16="http://schemas.microsoft.com/office/drawing/2014/main" id="{A5B9D3EB-99A2-4359-82D5-92AED4168A8A}"/>
              </a:ext>
            </a:extLst>
          </p:cNvPr>
          <p:cNvSpPr>
            <a:spLocks noGrp="1"/>
          </p:cNvSpPr>
          <p:nvPr/>
        </p:nvSpPr>
        <p:spPr>
          <a:xfrm>
            <a:off x="5777627" y="4296946"/>
            <a:ext cx="5334000" cy="9525"/>
          </a:xfrm>
          <a:prstGeom prst="rect">
            <a:avLst/>
          </a:prstGeom>
          <a:solidFill>
            <a:srgbClr val="DCE8E4"/>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9" name="num-bg-1">
            <a:extLst>
              <a:ext uri="{FF2B5EF4-FFF2-40B4-BE49-F238E27FC236}">
                <a16:creationId xmlns:a16="http://schemas.microsoft.com/office/drawing/2014/main" id="{44BBF6EA-8562-4426-91B3-0BCF093A7429}"/>
              </a:ext>
            </a:extLst>
          </p:cNvPr>
          <p:cNvSpPr>
            <a:spLocks noGrp="1"/>
          </p:cNvSpPr>
          <p:nvPr/>
        </p:nvSpPr>
        <p:spPr>
          <a:xfrm>
            <a:off x="4996577" y="4335046"/>
            <a:ext cx="552450" cy="552450"/>
          </a:xfrm>
          <a:prstGeom prst="roundRect">
            <a:avLst>
              <a:gd name="adj" fmla="val 50000"/>
            </a:avLst>
          </a:prstGeom>
          <a:solidFill>
            <a:srgbClr val="E2F1F4"/>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0" name="num-1">
            <a:extLst>
              <a:ext uri="{FF2B5EF4-FFF2-40B4-BE49-F238E27FC236}">
                <a16:creationId xmlns:a16="http://schemas.microsoft.com/office/drawing/2014/main" id="{E06AC7D9-E854-4AB6-9A5F-72E3E565CE3A}"/>
              </a:ext>
            </a:extLst>
          </p:cNvPr>
          <p:cNvSpPr>
            <a:spLocks noGrp="1"/>
          </p:cNvSpPr>
          <p:nvPr/>
        </p:nvSpPr>
        <p:spPr>
          <a:xfrm>
            <a:off x="4996577" y="4468396"/>
            <a:ext cx="552450" cy="266700"/>
          </a:xfrm>
          <a:prstGeom prst="rect">
            <a:avLst/>
          </a:prstGeom>
          <a:noFill/>
          <a:ln w="0">
            <a:noFill/>
            <a:prstDash val="solid"/>
          </a:ln>
        </p:spPr>
        <p:txBody>
          <a:bodyPr anchor="ctr"/>
          <a:lstStyle/>
          <a:p>
            <a:pPr algn="ctr">
              <a:defRPr sz="1275" b="1">
                <a:solidFill>
                  <a:srgbClr val="167B8F"/>
                </a:solidFill>
              </a:defRPr>
            </a:pPr>
            <a:r>
              <a:rPr sz="1275" b="1">
                <a:solidFill>
                  <a:srgbClr val="167B8F"/>
                </a:solidFill>
                <a:latin typeface="Kanit" panose="00000500000000000000" pitchFamily="2" charset="-34"/>
                <a:cs typeface="Kanit" panose="00000500000000000000" pitchFamily="2" charset="-34"/>
              </a:rPr>
              <a:t>02</a:t>
            </a:r>
          </a:p>
        </p:txBody>
      </p:sp>
      <p:sp>
        <p:nvSpPr>
          <p:cNvPr id="21" name="item-head-1">
            <a:extLst>
              <a:ext uri="{FF2B5EF4-FFF2-40B4-BE49-F238E27FC236}">
                <a16:creationId xmlns:a16="http://schemas.microsoft.com/office/drawing/2014/main" id="{79318340-8D9B-4DD8-9770-2C07D6F68F1D}"/>
              </a:ext>
            </a:extLst>
          </p:cNvPr>
          <p:cNvSpPr>
            <a:spLocks noGrp="1"/>
          </p:cNvSpPr>
          <p:nvPr/>
        </p:nvSpPr>
        <p:spPr>
          <a:xfrm>
            <a:off x="5777627" y="4315996"/>
            <a:ext cx="3810000" cy="285750"/>
          </a:xfrm>
          <a:prstGeom prst="rect">
            <a:avLst/>
          </a:prstGeom>
          <a:noFill/>
          <a:ln w="0">
            <a:noFill/>
            <a:prstDash val="solid"/>
          </a:ln>
        </p:spPr>
        <p:txBody>
          <a:bodyPr anchor="t"/>
          <a:lstStyle/>
          <a:p>
            <a:pPr algn="l">
              <a:defRPr sz="1500" b="1">
                <a:solidFill>
                  <a:srgbClr val="173F38"/>
                </a:solidFill>
              </a:defRPr>
            </a:pPr>
            <a:r>
              <a:rPr sz="1500" b="1">
                <a:solidFill>
                  <a:srgbClr val="173F38"/>
                </a:solidFill>
                <a:latin typeface="Kanit" panose="00000500000000000000" pitchFamily="2" charset="-34"/>
                <a:cs typeface="Kanit" panose="00000500000000000000" pitchFamily="2" charset="-34"/>
              </a:rPr>
              <a:t>ความต้องการทางธุรกิจ</a:t>
            </a:r>
          </a:p>
        </p:txBody>
      </p:sp>
      <p:sp>
        <p:nvSpPr>
          <p:cNvPr id="22" name="item-body-1">
            <a:extLst>
              <a:ext uri="{FF2B5EF4-FFF2-40B4-BE49-F238E27FC236}">
                <a16:creationId xmlns:a16="http://schemas.microsoft.com/office/drawing/2014/main" id="{BE9BF8F0-F55D-42F5-B632-2D78654D9EEB}"/>
              </a:ext>
            </a:extLst>
          </p:cNvPr>
          <p:cNvSpPr>
            <a:spLocks noGrp="1"/>
          </p:cNvSpPr>
          <p:nvPr/>
        </p:nvSpPr>
        <p:spPr>
          <a:xfrm>
            <a:off x="5777627" y="4620796"/>
            <a:ext cx="5334000" cy="552450"/>
          </a:xfrm>
          <a:prstGeom prst="rect">
            <a:avLst/>
          </a:prstGeom>
          <a:noFill/>
          <a:ln w="0">
            <a:noFill/>
            <a:prstDash val="solid"/>
          </a:ln>
        </p:spPr>
        <p:txBody>
          <a:bodyPr anchor="t"/>
          <a:lstStyle/>
          <a:p>
            <a:pPr algn="l">
              <a:defRPr sz="1200" b="0">
                <a:solidFill>
                  <a:srgbClr val="5A6D69"/>
                </a:solidFill>
              </a:defRPr>
            </a:pPr>
            <a:r>
              <a:rPr sz="1200" b="0">
                <a:solidFill>
                  <a:srgbClr val="5A6D69"/>
                </a:solidFill>
                <a:latin typeface="Kanit" panose="00000500000000000000" pitchFamily="2" charset="-34"/>
                <a:cs typeface="Kanit" panose="00000500000000000000" pitchFamily="2" charset="-34"/>
              </a:rPr>
              <a:t>ต้องการเพิ่มความรวดเร็ว ความถูกต้อง และมาตรฐาน พร้อมให้ข้อมูลสนับสนุนการปิดบัญชีและการตัดสินใจได้ทันเวลา</a:t>
            </a:r>
          </a:p>
        </p:txBody>
      </p:sp>
      <p:sp>
        <p:nvSpPr>
          <p:cNvPr id="23" name="divider-1">
            <a:extLst>
              <a:ext uri="{FF2B5EF4-FFF2-40B4-BE49-F238E27FC236}">
                <a16:creationId xmlns:a16="http://schemas.microsoft.com/office/drawing/2014/main" id="{A343BB4A-8802-4264-A330-B950550B3AFC}"/>
              </a:ext>
            </a:extLst>
          </p:cNvPr>
          <p:cNvSpPr>
            <a:spLocks noGrp="1"/>
          </p:cNvSpPr>
          <p:nvPr/>
        </p:nvSpPr>
        <p:spPr>
          <a:xfrm>
            <a:off x="5777627" y="5121873"/>
            <a:ext cx="5334000" cy="9525"/>
          </a:xfrm>
          <a:prstGeom prst="rect">
            <a:avLst/>
          </a:prstGeom>
          <a:solidFill>
            <a:srgbClr val="DCE8E4"/>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4" name="num-bg-2">
            <a:extLst>
              <a:ext uri="{FF2B5EF4-FFF2-40B4-BE49-F238E27FC236}">
                <a16:creationId xmlns:a16="http://schemas.microsoft.com/office/drawing/2014/main" id="{CF7CC611-1020-42F6-A6FE-9DD764167CA7}"/>
              </a:ext>
            </a:extLst>
          </p:cNvPr>
          <p:cNvSpPr>
            <a:spLocks noGrp="1"/>
          </p:cNvSpPr>
          <p:nvPr/>
        </p:nvSpPr>
        <p:spPr>
          <a:xfrm>
            <a:off x="4996577" y="5150448"/>
            <a:ext cx="552450" cy="552450"/>
          </a:xfrm>
          <a:prstGeom prst="roundRect">
            <a:avLst>
              <a:gd name="adj" fmla="val 50000"/>
            </a:avLst>
          </a:prstGeom>
          <a:solidFill>
            <a:srgbClr val="F7EBD9"/>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5" name="num-2">
            <a:extLst>
              <a:ext uri="{FF2B5EF4-FFF2-40B4-BE49-F238E27FC236}">
                <a16:creationId xmlns:a16="http://schemas.microsoft.com/office/drawing/2014/main" id="{BEE435CE-BFAF-42CC-9753-FBB094AD6F78}"/>
              </a:ext>
            </a:extLst>
          </p:cNvPr>
          <p:cNvSpPr>
            <a:spLocks noGrp="1"/>
          </p:cNvSpPr>
          <p:nvPr/>
        </p:nvSpPr>
        <p:spPr>
          <a:xfrm>
            <a:off x="4996577" y="5283798"/>
            <a:ext cx="552450" cy="266700"/>
          </a:xfrm>
          <a:prstGeom prst="rect">
            <a:avLst/>
          </a:prstGeom>
          <a:noFill/>
          <a:ln w="0">
            <a:noFill/>
            <a:prstDash val="solid"/>
          </a:ln>
        </p:spPr>
        <p:txBody>
          <a:bodyPr anchor="ctr"/>
          <a:lstStyle/>
          <a:p>
            <a:pPr algn="ctr">
              <a:defRPr sz="1275" b="1">
                <a:solidFill>
                  <a:srgbClr val="C57B22"/>
                </a:solidFill>
              </a:defRPr>
            </a:pPr>
            <a:r>
              <a:rPr sz="1275" b="1">
                <a:solidFill>
                  <a:srgbClr val="C57B22"/>
                </a:solidFill>
                <a:latin typeface="Kanit" panose="00000500000000000000" pitchFamily="2" charset="-34"/>
                <a:cs typeface="Kanit" panose="00000500000000000000" pitchFamily="2" charset="-34"/>
              </a:rPr>
              <a:t>03</a:t>
            </a:r>
          </a:p>
        </p:txBody>
      </p:sp>
      <p:sp>
        <p:nvSpPr>
          <p:cNvPr id="26" name="item-head-2">
            <a:extLst>
              <a:ext uri="{FF2B5EF4-FFF2-40B4-BE49-F238E27FC236}">
                <a16:creationId xmlns:a16="http://schemas.microsoft.com/office/drawing/2014/main" id="{CD93E335-93C8-4631-86C4-7FDD2A5C9607}"/>
              </a:ext>
            </a:extLst>
          </p:cNvPr>
          <p:cNvSpPr>
            <a:spLocks noGrp="1"/>
          </p:cNvSpPr>
          <p:nvPr/>
        </p:nvSpPr>
        <p:spPr>
          <a:xfrm>
            <a:off x="5777627" y="5131398"/>
            <a:ext cx="3810000" cy="285750"/>
          </a:xfrm>
          <a:prstGeom prst="rect">
            <a:avLst/>
          </a:prstGeom>
          <a:noFill/>
          <a:ln w="0">
            <a:noFill/>
            <a:prstDash val="solid"/>
          </a:ln>
        </p:spPr>
        <p:txBody>
          <a:bodyPr anchor="t"/>
          <a:lstStyle/>
          <a:p>
            <a:pPr algn="l">
              <a:defRPr sz="1500" b="1">
                <a:solidFill>
                  <a:srgbClr val="173F38"/>
                </a:solidFill>
              </a:defRPr>
            </a:pPr>
            <a:r>
              <a:rPr sz="1500" b="1">
                <a:solidFill>
                  <a:srgbClr val="173F38"/>
                </a:solidFill>
                <a:latin typeface="Kanit" panose="00000500000000000000" pitchFamily="2" charset="-34"/>
                <a:cs typeface="Kanit" panose="00000500000000000000" pitchFamily="2" charset="-34"/>
              </a:rPr>
              <a:t>ทิศทางของโครงการ</a:t>
            </a:r>
          </a:p>
        </p:txBody>
      </p:sp>
      <p:sp>
        <p:nvSpPr>
          <p:cNvPr id="27" name="item-body-2">
            <a:extLst>
              <a:ext uri="{FF2B5EF4-FFF2-40B4-BE49-F238E27FC236}">
                <a16:creationId xmlns:a16="http://schemas.microsoft.com/office/drawing/2014/main" id="{CD3B5028-EDAC-412A-AA5B-46A16E455FEC}"/>
              </a:ext>
            </a:extLst>
          </p:cNvPr>
          <p:cNvSpPr>
            <a:spLocks noGrp="1"/>
          </p:cNvSpPr>
          <p:nvPr/>
        </p:nvSpPr>
        <p:spPr>
          <a:xfrm>
            <a:off x="5777627" y="5417148"/>
            <a:ext cx="5334000" cy="552450"/>
          </a:xfrm>
          <a:prstGeom prst="rect">
            <a:avLst/>
          </a:prstGeom>
          <a:noFill/>
          <a:ln w="0">
            <a:noFill/>
            <a:prstDash val="solid"/>
          </a:ln>
        </p:spPr>
        <p:txBody>
          <a:bodyPr anchor="t"/>
          <a:lstStyle/>
          <a:p>
            <a:pPr algn="l">
              <a:defRPr sz="1200" b="0">
                <a:solidFill>
                  <a:srgbClr val="5A6D69"/>
                </a:solidFill>
              </a:defRPr>
            </a:pPr>
            <a:r>
              <a:rPr sz="1200" b="0" dirty="0" err="1">
                <a:solidFill>
                  <a:srgbClr val="5A6D69"/>
                </a:solidFill>
                <a:latin typeface="Kanit" panose="00000500000000000000" pitchFamily="2" charset="-34"/>
                <a:cs typeface="Kanit" panose="00000500000000000000" pitchFamily="2" charset="-34"/>
              </a:rPr>
              <a:t>นำ</a:t>
            </a:r>
            <a:r>
              <a:rPr sz="1200" b="0" dirty="0">
                <a:solidFill>
                  <a:srgbClr val="5A6D69"/>
                </a:solidFill>
                <a:latin typeface="Kanit" panose="00000500000000000000" pitchFamily="2" charset="-34"/>
                <a:cs typeface="Kanit" panose="00000500000000000000" pitchFamily="2" charset="-34"/>
              </a:rPr>
              <a:t> ERP / D365 </a:t>
            </a:r>
            <a:r>
              <a:rPr sz="1200" b="0" dirty="0" err="1">
                <a:solidFill>
                  <a:srgbClr val="5A6D69"/>
                </a:solidFill>
                <a:latin typeface="Kanit" panose="00000500000000000000" pitchFamily="2" charset="-34"/>
                <a:cs typeface="Kanit" panose="00000500000000000000" pitchFamily="2" charset="-34"/>
              </a:rPr>
              <a:t>มาทำงานร่วมกับ</a:t>
            </a:r>
            <a:r>
              <a:rPr sz="1200" b="0" dirty="0">
                <a:solidFill>
                  <a:srgbClr val="5A6D69"/>
                </a:solidFill>
                <a:latin typeface="Kanit" panose="00000500000000000000" pitchFamily="2" charset="-34"/>
                <a:cs typeface="Kanit" panose="00000500000000000000" pitchFamily="2" charset="-34"/>
              </a:rPr>
              <a:t> RPA, AI </a:t>
            </a:r>
            <a:r>
              <a:rPr sz="1200" b="0" dirty="0" err="1">
                <a:solidFill>
                  <a:srgbClr val="5A6D69"/>
                </a:solidFill>
                <a:latin typeface="Kanit" panose="00000500000000000000" pitchFamily="2" charset="-34"/>
                <a:cs typeface="Kanit" panose="00000500000000000000" pitchFamily="2" charset="-34"/>
              </a:rPr>
              <a:t>และ</a:t>
            </a:r>
            <a:r>
              <a:rPr sz="1200" b="0" dirty="0">
                <a:solidFill>
                  <a:srgbClr val="5A6D69"/>
                </a:solidFill>
                <a:latin typeface="Kanit" panose="00000500000000000000" pitchFamily="2" charset="-34"/>
                <a:cs typeface="Kanit" panose="00000500000000000000" pitchFamily="2" charset="-34"/>
              </a:rPr>
              <a:t> OCR </a:t>
            </a:r>
            <a:r>
              <a:rPr sz="1200" b="0" dirty="0" err="1">
                <a:solidFill>
                  <a:srgbClr val="5A6D69"/>
                </a:solidFill>
                <a:latin typeface="Kanit" panose="00000500000000000000" pitchFamily="2" charset="-34"/>
                <a:cs typeface="Kanit" panose="00000500000000000000" pitchFamily="2" charset="-34"/>
              </a:rPr>
              <a:t>เพื่อเชื่อมโยงข้อมูลและเปลี่ยนงานประจำสู่ระบบอัตโนมัติ</a:t>
            </a:r>
            <a:endParaRPr sz="1200" b="0" dirty="0">
              <a:solidFill>
                <a:srgbClr val="5A6D69"/>
              </a:solidFill>
              <a:latin typeface="Kanit" panose="00000500000000000000" pitchFamily="2" charset="-34"/>
              <a:cs typeface="Kanit" panose="00000500000000000000" pitchFamily="2" charset="-34"/>
            </a:endParaRPr>
          </a:p>
        </p:txBody>
      </p:sp>
      <p:sp>
        <p:nvSpPr>
          <p:cNvPr id="97" name="Rectangle: Rounded Corners 96">
            <a:extLst>
              <a:ext uri="{FF2B5EF4-FFF2-40B4-BE49-F238E27FC236}">
                <a16:creationId xmlns:a16="http://schemas.microsoft.com/office/drawing/2014/main" id="{06AEE578-3562-4FA3-2F13-F7BCEE19E21C}"/>
              </a:ext>
            </a:extLst>
          </p:cNvPr>
          <p:cNvSpPr/>
          <p:nvPr/>
        </p:nvSpPr>
        <p:spPr>
          <a:xfrm>
            <a:off x="493324" y="1915930"/>
            <a:ext cx="11163905" cy="1255895"/>
          </a:xfrm>
          <a:prstGeom prst="round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00" name="Group 99">
            <a:extLst>
              <a:ext uri="{FF2B5EF4-FFF2-40B4-BE49-F238E27FC236}">
                <a16:creationId xmlns:a16="http://schemas.microsoft.com/office/drawing/2014/main" id="{ACE3A2D3-5179-32CA-556D-3AA884E3F0A6}"/>
              </a:ext>
            </a:extLst>
          </p:cNvPr>
          <p:cNvGrpSpPr/>
          <p:nvPr/>
        </p:nvGrpSpPr>
        <p:grpSpPr>
          <a:xfrm>
            <a:off x="5817651" y="880162"/>
            <a:ext cx="769867" cy="769867"/>
            <a:chOff x="9844431" y="633893"/>
            <a:chExt cx="1463040" cy="1463040"/>
          </a:xfrm>
        </p:grpSpPr>
        <p:sp>
          <p:nvSpPr>
            <p:cNvPr id="103" name="Oval 102">
              <a:extLst>
                <a:ext uri="{FF2B5EF4-FFF2-40B4-BE49-F238E27FC236}">
                  <a16:creationId xmlns:a16="http://schemas.microsoft.com/office/drawing/2014/main" id="{22631E31-D7BB-1A19-5710-4816E45BBD8F}"/>
                </a:ext>
              </a:extLst>
            </p:cNvPr>
            <p:cNvSpPr/>
            <p:nvPr/>
          </p:nvSpPr>
          <p:spPr>
            <a:xfrm>
              <a:off x="9935872" y="722278"/>
              <a:ext cx="1280161" cy="1280161"/>
            </a:xfrm>
            <a:prstGeom prst="ellipse">
              <a:avLst/>
            </a:prstGeom>
            <a:noFill/>
            <a:ln w="53975">
              <a:gradFill flip="none" rotWithShape="1">
                <a:gsLst>
                  <a:gs pos="3030">
                    <a:srgbClr val="76AF3F"/>
                  </a:gs>
                  <a:gs pos="32000">
                    <a:srgbClr val="538660"/>
                  </a:gs>
                  <a:gs pos="100000">
                    <a:srgbClr val="124A20"/>
                  </a:gs>
                  <a:gs pos="66000">
                    <a:srgbClr val="336327"/>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02" name="Oval 101">
              <a:extLst>
                <a:ext uri="{FF2B5EF4-FFF2-40B4-BE49-F238E27FC236}">
                  <a16:creationId xmlns:a16="http://schemas.microsoft.com/office/drawing/2014/main" id="{09AADB27-E74D-1B05-1639-6FDE7290F545}"/>
                </a:ext>
              </a:extLst>
            </p:cNvPr>
            <p:cNvSpPr/>
            <p:nvPr/>
          </p:nvSpPr>
          <p:spPr>
            <a:xfrm>
              <a:off x="9844431" y="633893"/>
              <a:ext cx="1463040" cy="1463040"/>
            </a:xfrm>
            <a:prstGeom prst="ellipse">
              <a:avLst/>
            </a:prstGeom>
            <a:noFill/>
            <a:ln w="25400">
              <a:gradFill flip="none" rotWithShape="1">
                <a:gsLst>
                  <a:gs pos="0">
                    <a:schemeClr val="bg1"/>
                  </a:gs>
                  <a:gs pos="21000">
                    <a:srgbClr val="76AF3F"/>
                  </a:gs>
                  <a:gs pos="56000">
                    <a:srgbClr val="538660"/>
                  </a:gs>
                  <a:gs pos="100000">
                    <a:srgbClr val="124A20"/>
                  </a:gs>
                  <a:gs pos="79000">
                    <a:srgbClr val="336327"/>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110" name="TextBox 109">
            <a:extLst>
              <a:ext uri="{FF2B5EF4-FFF2-40B4-BE49-F238E27FC236}">
                <a16:creationId xmlns:a16="http://schemas.microsoft.com/office/drawing/2014/main" id="{855C90F2-0124-054E-7B1C-8FC329F0DCF7}"/>
              </a:ext>
            </a:extLst>
          </p:cNvPr>
          <p:cNvSpPr txBox="1"/>
          <p:nvPr/>
        </p:nvSpPr>
        <p:spPr>
          <a:xfrm>
            <a:off x="665692" y="2710579"/>
            <a:ext cx="1129241" cy="379463"/>
          </a:xfrm>
          <a:prstGeom prst="rect">
            <a:avLst/>
          </a:prstGeom>
          <a:noFill/>
        </p:spPr>
        <p:txBody>
          <a:bodyPr wrap="square">
            <a:spAutoFit/>
          </a:bodyPr>
          <a:lstStyle/>
          <a:p>
            <a:pPr algn="ctr"/>
            <a:r>
              <a:rPr lang="th-TH" sz="933" dirty="0">
                <a:solidFill>
                  <a:srgbClr val="7F7F7F"/>
                </a:solidFill>
                <a:latin typeface="Kanit" pitchFamily="2" charset="-34"/>
                <a:cs typeface="Kanit" pitchFamily="2" charset="-34"/>
              </a:rPr>
              <a:t>กลุ่มธุรกิจ </a:t>
            </a:r>
            <a:endParaRPr lang="en-US" sz="933" dirty="0">
              <a:solidFill>
                <a:srgbClr val="7F7F7F"/>
              </a:solidFill>
              <a:latin typeface="Kanit" pitchFamily="2" charset="-34"/>
              <a:cs typeface="Kanit" pitchFamily="2" charset="-34"/>
            </a:endParaRPr>
          </a:p>
          <a:p>
            <a:pPr algn="ctr"/>
            <a:r>
              <a:rPr lang="en-US" sz="933" dirty="0">
                <a:solidFill>
                  <a:srgbClr val="7F7F7F"/>
                </a:solidFill>
                <a:latin typeface="Kanit" pitchFamily="2" charset="-34"/>
                <a:cs typeface="Kanit" pitchFamily="2" charset="-34"/>
              </a:rPr>
              <a:t>Terminal</a:t>
            </a:r>
          </a:p>
        </p:txBody>
      </p:sp>
      <p:sp>
        <p:nvSpPr>
          <p:cNvPr id="117" name="TextBox 116">
            <a:extLst>
              <a:ext uri="{FF2B5EF4-FFF2-40B4-BE49-F238E27FC236}">
                <a16:creationId xmlns:a16="http://schemas.microsoft.com/office/drawing/2014/main" id="{7E89A6C7-90E4-B198-78F8-D28F663E26FB}"/>
              </a:ext>
            </a:extLst>
          </p:cNvPr>
          <p:cNvSpPr txBox="1"/>
          <p:nvPr/>
        </p:nvSpPr>
        <p:spPr>
          <a:xfrm>
            <a:off x="10141027" y="2689132"/>
            <a:ext cx="1369826" cy="379463"/>
          </a:xfrm>
          <a:prstGeom prst="rect">
            <a:avLst/>
          </a:prstGeom>
          <a:noFill/>
        </p:spPr>
        <p:txBody>
          <a:bodyPr wrap="square">
            <a:spAutoFit/>
          </a:bodyPr>
          <a:lstStyle/>
          <a:p>
            <a:pPr algn="ctr"/>
            <a:r>
              <a:rPr lang="th-TH" sz="933" dirty="0">
                <a:solidFill>
                  <a:srgbClr val="538660"/>
                </a:solidFill>
                <a:latin typeface="Kanit" pitchFamily="2" charset="-34"/>
                <a:cs typeface="Kanit" pitchFamily="2" charset="-34"/>
              </a:rPr>
              <a:t>กลุ่มธุรกิจ </a:t>
            </a:r>
            <a:r>
              <a:rPr lang="en-US" sz="933" dirty="0">
                <a:solidFill>
                  <a:srgbClr val="538660"/>
                </a:solidFill>
                <a:latin typeface="Kanit" pitchFamily="2" charset="-34"/>
                <a:cs typeface="Kanit" pitchFamily="2" charset="-34"/>
              </a:rPr>
              <a:t>Automotive</a:t>
            </a:r>
            <a:r>
              <a:rPr lang="th-TH" sz="933" dirty="0">
                <a:solidFill>
                  <a:srgbClr val="538660"/>
                </a:solidFill>
                <a:latin typeface="Kanit" pitchFamily="2" charset="-34"/>
                <a:cs typeface="Kanit" pitchFamily="2" charset="-34"/>
              </a:rPr>
              <a:t> </a:t>
            </a:r>
            <a:endParaRPr lang="en-US" sz="933" dirty="0">
              <a:solidFill>
                <a:srgbClr val="538660"/>
              </a:solidFill>
              <a:latin typeface="Kanit" pitchFamily="2" charset="-34"/>
              <a:cs typeface="Kanit" pitchFamily="2" charset="-34"/>
            </a:endParaRPr>
          </a:p>
          <a:p>
            <a:pPr algn="ctr"/>
            <a:r>
              <a:rPr lang="en-US" sz="933" dirty="0">
                <a:solidFill>
                  <a:srgbClr val="538660"/>
                </a:solidFill>
                <a:latin typeface="Kanit" pitchFamily="2" charset="-34"/>
                <a:cs typeface="Kanit" pitchFamily="2" charset="-34"/>
              </a:rPr>
              <a:t>Dealer &amp; Mobility</a:t>
            </a:r>
          </a:p>
        </p:txBody>
      </p:sp>
      <p:sp>
        <p:nvSpPr>
          <p:cNvPr id="131" name="TextBox 130">
            <a:extLst>
              <a:ext uri="{FF2B5EF4-FFF2-40B4-BE49-F238E27FC236}">
                <a16:creationId xmlns:a16="http://schemas.microsoft.com/office/drawing/2014/main" id="{D0F3AB8F-FC9D-FFFA-E849-38CD02E382C9}"/>
              </a:ext>
            </a:extLst>
          </p:cNvPr>
          <p:cNvSpPr txBox="1"/>
          <p:nvPr/>
        </p:nvSpPr>
        <p:spPr>
          <a:xfrm>
            <a:off x="3882773" y="2710579"/>
            <a:ext cx="1129241" cy="379463"/>
          </a:xfrm>
          <a:prstGeom prst="rect">
            <a:avLst/>
          </a:prstGeom>
          <a:noFill/>
        </p:spPr>
        <p:txBody>
          <a:bodyPr wrap="square">
            <a:spAutoFit/>
          </a:bodyPr>
          <a:lstStyle/>
          <a:p>
            <a:pPr algn="ctr"/>
            <a:r>
              <a:rPr lang="th-TH" sz="933" dirty="0">
                <a:solidFill>
                  <a:schemeClr val="tx1">
                    <a:lumMod val="50000"/>
                    <a:lumOff val="50000"/>
                  </a:schemeClr>
                </a:solidFill>
                <a:latin typeface="Kanit" pitchFamily="2" charset="-34"/>
                <a:cs typeface="Kanit" pitchFamily="2" charset="-34"/>
              </a:rPr>
              <a:t>กลุ่มธุรกิจ</a:t>
            </a:r>
          </a:p>
          <a:p>
            <a:pPr algn="ctr"/>
            <a:r>
              <a:rPr lang="th-TH" sz="933" dirty="0" err="1">
                <a:solidFill>
                  <a:schemeClr val="tx1">
                    <a:lumMod val="50000"/>
                    <a:lumOff val="50000"/>
                  </a:schemeClr>
                </a:solidFill>
                <a:latin typeface="Kanit" pitchFamily="2" charset="-34"/>
                <a:cs typeface="Kanit" pitchFamily="2" charset="-34"/>
              </a:rPr>
              <a:t>ไบ</a:t>
            </a:r>
            <a:r>
              <a:rPr lang="th-TH" sz="933" dirty="0">
                <a:solidFill>
                  <a:schemeClr val="tx1">
                    <a:lumMod val="50000"/>
                    <a:lumOff val="50000"/>
                  </a:schemeClr>
                </a:solidFill>
                <a:latin typeface="Kanit" pitchFamily="2" charset="-34"/>
                <a:cs typeface="Kanit" pitchFamily="2" charset="-34"/>
              </a:rPr>
              <a:t>โอแมส</a:t>
            </a:r>
            <a:endParaRPr lang="en-US" sz="933" dirty="0">
              <a:solidFill>
                <a:schemeClr val="tx1">
                  <a:lumMod val="50000"/>
                  <a:lumOff val="50000"/>
                </a:schemeClr>
              </a:solidFill>
              <a:latin typeface="Kanit" pitchFamily="2" charset="-34"/>
              <a:cs typeface="Kanit" pitchFamily="2" charset="-34"/>
            </a:endParaRPr>
          </a:p>
        </p:txBody>
      </p:sp>
      <p:sp>
        <p:nvSpPr>
          <p:cNvPr id="132" name="TextBox 131">
            <a:extLst>
              <a:ext uri="{FF2B5EF4-FFF2-40B4-BE49-F238E27FC236}">
                <a16:creationId xmlns:a16="http://schemas.microsoft.com/office/drawing/2014/main" id="{1BB5DC4A-F77D-AF24-9B79-CAF48DF10EFC}"/>
              </a:ext>
            </a:extLst>
          </p:cNvPr>
          <p:cNvSpPr txBox="1"/>
          <p:nvPr/>
        </p:nvSpPr>
        <p:spPr>
          <a:xfrm>
            <a:off x="5060339" y="2710579"/>
            <a:ext cx="1300372" cy="379463"/>
          </a:xfrm>
          <a:prstGeom prst="rect">
            <a:avLst/>
          </a:prstGeom>
          <a:noFill/>
        </p:spPr>
        <p:txBody>
          <a:bodyPr wrap="square">
            <a:spAutoFit/>
          </a:bodyPr>
          <a:lstStyle/>
          <a:p>
            <a:pPr algn="ctr"/>
            <a:r>
              <a:rPr lang="th-TH" sz="933" dirty="0">
                <a:solidFill>
                  <a:schemeClr val="tx1">
                    <a:lumMod val="50000"/>
                    <a:lumOff val="50000"/>
                  </a:schemeClr>
                </a:solidFill>
                <a:latin typeface="Kanit" pitchFamily="2" charset="-34"/>
                <a:cs typeface="Kanit" pitchFamily="2" charset="-34"/>
              </a:rPr>
              <a:t>กลุ่มธุรกิจ</a:t>
            </a:r>
          </a:p>
          <a:p>
            <a:pPr algn="ctr"/>
            <a:r>
              <a:rPr lang="th-TH" sz="933" dirty="0">
                <a:solidFill>
                  <a:schemeClr val="tx1">
                    <a:lumMod val="50000"/>
                    <a:lumOff val="50000"/>
                  </a:schemeClr>
                </a:solidFill>
                <a:latin typeface="Kanit" pitchFamily="2" charset="-34"/>
                <a:cs typeface="Kanit" pitchFamily="2" charset="-34"/>
              </a:rPr>
              <a:t>ก๊าซอุตสาหกรรม</a:t>
            </a:r>
            <a:endParaRPr lang="en-US" sz="933" dirty="0">
              <a:solidFill>
                <a:schemeClr val="tx1">
                  <a:lumMod val="50000"/>
                  <a:lumOff val="50000"/>
                </a:schemeClr>
              </a:solidFill>
              <a:latin typeface="Kanit" pitchFamily="2" charset="-34"/>
              <a:cs typeface="Kanit" pitchFamily="2" charset="-34"/>
            </a:endParaRPr>
          </a:p>
        </p:txBody>
      </p:sp>
      <p:sp>
        <p:nvSpPr>
          <p:cNvPr id="133" name="TextBox 132">
            <a:extLst>
              <a:ext uri="{FF2B5EF4-FFF2-40B4-BE49-F238E27FC236}">
                <a16:creationId xmlns:a16="http://schemas.microsoft.com/office/drawing/2014/main" id="{12DC8734-1C72-6B28-8746-B327A4012533}"/>
              </a:ext>
            </a:extLst>
          </p:cNvPr>
          <p:cNvSpPr txBox="1"/>
          <p:nvPr/>
        </p:nvSpPr>
        <p:spPr>
          <a:xfrm>
            <a:off x="6350000" y="2710579"/>
            <a:ext cx="1129241" cy="379463"/>
          </a:xfrm>
          <a:prstGeom prst="rect">
            <a:avLst/>
          </a:prstGeom>
          <a:noFill/>
        </p:spPr>
        <p:txBody>
          <a:bodyPr wrap="square">
            <a:spAutoFit/>
          </a:bodyPr>
          <a:lstStyle/>
          <a:p>
            <a:pPr algn="ctr"/>
            <a:r>
              <a:rPr lang="th-TH" sz="933" dirty="0">
                <a:solidFill>
                  <a:schemeClr val="tx1">
                    <a:lumMod val="50000"/>
                    <a:lumOff val="50000"/>
                  </a:schemeClr>
                </a:solidFill>
                <a:latin typeface="Kanit" pitchFamily="2" charset="-34"/>
                <a:cs typeface="Kanit" pitchFamily="2" charset="-34"/>
              </a:rPr>
              <a:t>กลุ่มธุรกิจ</a:t>
            </a:r>
          </a:p>
          <a:p>
            <a:pPr algn="ctr"/>
            <a:r>
              <a:rPr lang="th-TH" sz="933" dirty="0">
                <a:solidFill>
                  <a:schemeClr val="tx1">
                    <a:lumMod val="50000"/>
                    <a:lumOff val="50000"/>
                  </a:schemeClr>
                </a:solidFill>
                <a:latin typeface="Kanit" pitchFamily="2" charset="-34"/>
                <a:cs typeface="Kanit" pitchFamily="2" charset="-34"/>
              </a:rPr>
              <a:t>น้ำมัน</a:t>
            </a:r>
            <a:endParaRPr lang="en-US" sz="933" dirty="0">
              <a:solidFill>
                <a:schemeClr val="tx1">
                  <a:lumMod val="50000"/>
                  <a:lumOff val="50000"/>
                </a:schemeClr>
              </a:solidFill>
              <a:latin typeface="Kanit" pitchFamily="2" charset="-34"/>
              <a:cs typeface="Kanit" pitchFamily="2" charset="-34"/>
            </a:endParaRPr>
          </a:p>
        </p:txBody>
      </p:sp>
      <p:sp>
        <p:nvSpPr>
          <p:cNvPr id="134" name="TextBox 133">
            <a:extLst>
              <a:ext uri="{FF2B5EF4-FFF2-40B4-BE49-F238E27FC236}">
                <a16:creationId xmlns:a16="http://schemas.microsoft.com/office/drawing/2014/main" id="{A5BDFF85-651F-BC3B-BF17-9E9332C88E83}"/>
              </a:ext>
            </a:extLst>
          </p:cNvPr>
          <p:cNvSpPr txBox="1"/>
          <p:nvPr/>
        </p:nvSpPr>
        <p:spPr>
          <a:xfrm>
            <a:off x="8623399" y="2700800"/>
            <a:ext cx="1492312" cy="379463"/>
          </a:xfrm>
          <a:prstGeom prst="rect">
            <a:avLst/>
          </a:prstGeom>
          <a:noFill/>
        </p:spPr>
        <p:txBody>
          <a:bodyPr wrap="square">
            <a:spAutoFit/>
          </a:bodyPr>
          <a:lstStyle/>
          <a:p>
            <a:pPr algn="ctr"/>
            <a:r>
              <a:rPr lang="th-TH" sz="933" dirty="0">
                <a:solidFill>
                  <a:schemeClr val="tx1">
                    <a:lumMod val="50000"/>
                    <a:lumOff val="50000"/>
                  </a:schemeClr>
                </a:solidFill>
                <a:latin typeface="Kanit" pitchFamily="2" charset="-34"/>
                <a:cs typeface="Kanit" pitchFamily="2" charset="-34"/>
              </a:rPr>
              <a:t>กลุ่มธุรกิจ</a:t>
            </a:r>
          </a:p>
          <a:p>
            <a:r>
              <a:rPr lang="en-US" sz="933" dirty="0">
                <a:solidFill>
                  <a:srgbClr val="7F7F7F"/>
                </a:solidFill>
                <a:latin typeface="Kanit" pitchFamily="2" charset="-34"/>
                <a:cs typeface="Kanit" pitchFamily="2" charset="-34"/>
              </a:rPr>
              <a:t>พลังงานแ</a:t>
            </a:r>
            <a:r>
              <a:rPr lang="th-TH" sz="933" dirty="0">
                <a:solidFill>
                  <a:srgbClr val="7F7F7F"/>
                </a:solidFill>
                <a:latin typeface="Kanit" pitchFamily="2" charset="-34"/>
                <a:cs typeface="Kanit" pitchFamily="2" charset="-34"/>
              </a:rPr>
              <a:t>ละ</a:t>
            </a:r>
            <a:r>
              <a:rPr lang="en-US" sz="933" dirty="0">
                <a:solidFill>
                  <a:srgbClr val="7F7F7F"/>
                </a:solidFill>
                <a:latin typeface="Kanit" pitchFamily="2" charset="-34"/>
                <a:cs typeface="Kanit" pitchFamily="2" charset="-34"/>
              </a:rPr>
              <a:t>สาธารณูปโภค</a:t>
            </a:r>
          </a:p>
        </p:txBody>
      </p:sp>
      <p:sp>
        <p:nvSpPr>
          <p:cNvPr id="135" name="TextBox 134">
            <a:extLst>
              <a:ext uri="{FF2B5EF4-FFF2-40B4-BE49-F238E27FC236}">
                <a16:creationId xmlns:a16="http://schemas.microsoft.com/office/drawing/2014/main" id="{24206B47-3E7B-B385-B30D-470816E63E39}"/>
              </a:ext>
            </a:extLst>
          </p:cNvPr>
          <p:cNvSpPr txBox="1"/>
          <p:nvPr/>
        </p:nvSpPr>
        <p:spPr>
          <a:xfrm>
            <a:off x="582991" y="1901556"/>
            <a:ext cx="642953" cy="256545"/>
          </a:xfrm>
          <a:prstGeom prst="rect">
            <a:avLst/>
          </a:prstGeom>
          <a:noFill/>
        </p:spPr>
        <p:txBody>
          <a:bodyPr wrap="square">
            <a:spAutoFit/>
          </a:bodyPr>
          <a:lstStyle/>
          <a:p>
            <a:pPr algn="ctr"/>
            <a:endParaRPr lang="en-US" sz="1067" b="1" dirty="0">
              <a:solidFill>
                <a:srgbClr val="538660"/>
              </a:solidFill>
              <a:latin typeface="Leelawadee" panose="020B0502040204020203" pitchFamily="34" charset="-34"/>
              <a:cs typeface="Leelawadee" panose="020B0502040204020203" pitchFamily="34" charset="-34"/>
            </a:endParaRPr>
          </a:p>
        </p:txBody>
      </p:sp>
      <p:cxnSp>
        <p:nvCxnSpPr>
          <p:cNvPr id="136" name="Connector: Elbow 135">
            <a:extLst>
              <a:ext uri="{FF2B5EF4-FFF2-40B4-BE49-F238E27FC236}">
                <a16:creationId xmlns:a16="http://schemas.microsoft.com/office/drawing/2014/main" id="{36E3817D-6104-5FD7-2376-BA9CFF2E55AA}"/>
              </a:ext>
            </a:extLst>
          </p:cNvPr>
          <p:cNvCxnSpPr>
            <a:cxnSpLocks/>
            <a:stCxn id="102" idx="4"/>
          </p:cNvCxnSpPr>
          <p:nvPr/>
        </p:nvCxnSpPr>
        <p:spPr>
          <a:xfrm rot="5400000">
            <a:off x="4385956" y="204535"/>
            <a:ext cx="371137" cy="3262123"/>
          </a:xfrm>
          <a:prstGeom prst="bentConnector3">
            <a:avLst>
              <a:gd name="adj1" fmla="val 50000"/>
            </a:avLst>
          </a:prstGeom>
          <a:ln>
            <a:solidFill>
              <a:srgbClr val="538660"/>
            </a:solidFill>
          </a:ln>
        </p:spPr>
        <p:style>
          <a:lnRef idx="1">
            <a:schemeClr val="accent1"/>
          </a:lnRef>
          <a:fillRef idx="0">
            <a:schemeClr val="accent1"/>
          </a:fillRef>
          <a:effectRef idx="0">
            <a:schemeClr val="accent1"/>
          </a:effectRef>
          <a:fontRef idx="minor">
            <a:schemeClr val="tx1"/>
          </a:fontRef>
        </p:style>
      </p:cxnSp>
      <p:cxnSp>
        <p:nvCxnSpPr>
          <p:cNvPr id="137" name="Connector: Elbow 136">
            <a:extLst>
              <a:ext uri="{FF2B5EF4-FFF2-40B4-BE49-F238E27FC236}">
                <a16:creationId xmlns:a16="http://schemas.microsoft.com/office/drawing/2014/main" id="{4BFC8D69-1E6A-40AF-C2F6-43C4827232EE}"/>
              </a:ext>
            </a:extLst>
          </p:cNvPr>
          <p:cNvCxnSpPr>
            <a:cxnSpLocks/>
            <a:stCxn id="102" idx="4"/>
          </p:cNvCxnSpPr>
          <p:nvPr/>
        </p:nvCxnSpPr>
        <p:spPr>
          <a:xfrm rot="5400000">
            <a:off x="3511771" y="-631430"/>
            <a:ext cx="409357" cy="4972272"/>
          </a:xfrm>
          <a:prstGeom prst="bentConnector3">
            <a:avLst>
              <a:gd name="adj1" fmla="val 45346"/>
            </a:avLst>
          </a:prstGeom>
          <a:ln>
            <a:solidFill>
              <a:srgbClr val="538660"/>
            </a:solidFill>
          </a:ln>
        </p:spPr>
        <p:style>
          <a:lnRef idx="1">
            <a:schemeClr val="accent1"/>
          </a:lnRef>
          <a:fillRef idx="0">
            <a:schemeClr val="accent1"/>
          </a:fillRef>
          <a:effectRef idx="0">
            <a:schemeClr val="accent1"/>
          </a:effectRef>
          <a:fontRef idx="minor">
            <a:schemeClr val="tx1"/>
          </a:fontRef>
        </p:style>
      </p:cxnSp>
      <p:cxnSp>
        <p:nvCxnSpPr>
          <p:cNvPr id="138" name="Connector: Elbow 137">
            <a:extLst>
              <a:ext uri="{FF2B5EF4-FFF2-40B4-BE49-F238E27FC236}">
                <a16:creationId xmlns:a16="http://schemas.microsoft.com/office/drawing/2014/main" id="{6AC4792E-D14C-909B-7D3F-02EA432D45F1}"/>
              </a:ext>
            </a:extLst>
          </p:cNvPr>
          <p:cNvCxnSpPr>
            <a:cxnSpLocks/>
            <a:stCxn id="102" idx="4"/>
          </p:cNvCxnSpPr>
          <p:nvPr/>
        </p:nvCxnSpPr>
        <p:spPr>
          <a:xfrm rot="5400000">
            <a:off x="5727746" y="1584545"/>
            <a:ext cx="409357" cy="540323"/>
          </a:xfrm>
          <a:prstGeom prst="bentConnector3">
            <a:avLst>
              <a:gd name="adj1" fmla="val 45346"/>
            </a:avLst>
          </a:prstGeom>
          <a:ln>
            <a:solidFill>
              <a:srgbClr val="538660"/>
            </a:solidFill>
          </a:ln>
        </p:spPr>
        <p:style>
          <a:lnRef idx="1">
            <a:schemeClr val="accent1"/>
          </a:lnRef>
          <a:fillRef idx="0">
            <a:schemeClr val="accent1"/>
          </a:fillRef>
          <a:effectRef idx="0">
            <a:schemeClr val="accent1"/>
          </a:effectRef>
          <a:fontRef idx="minor">
            <a:schemeClr val="tx1"/>
          </a:fontRef>
        </p:style>
      </p:cxnSp>
      <p:cxnSp>
        <p:nvCxnSpPr>
          <p:cNvPr id="139" name="Connector: Elbow 138">
            <a:extLst>
              <a:ext uri="{FF2B5EF4-FFF2-40B4-BE49-F238E27FC236}">
                <a16:creationId xmlns:a16="http://schemas.microsoft.com/office/drawing/2014/main" id="{BD0CF4C9-AF20-A3A4-C440-DE390C4415C0}"/>
              </a:ext>
            </a:extLst>
          </p:cNvPr>
          <p:cNvCxnSpPr>
            <a:cxnSpLocks/>
            <a:stCxn id="102" idx="4"/>
          </p:cNvCxnSpPr>
          <p:nvPr/>
        </p:nvCxnSpPr>
        <p:spPr>
          <a:xfrm rot="16200000" flipH="1">
            <a:off x="6334819" y="1517794"/>
            <a:ext cx="447567" cy="712035"/>
          </a:xfrm>
          <a:prstGeom prst="bentConnector3">
            <a:avLst>
              <a:gd name="adj1" fmla="val 41250"/>
            </a:avLst>
          </a:prstGeom>
          <a:ln>
            <a:solidFill>
              <a:srgbClr val="538660"/>
            </a:solidFill>
          </a:ln>
        </p:spPr>
        <p:style>
          <a:lnRef idx="1">
            <a:schemeClr val="accent1"/>
          </a:lnRef>
          <a:fillRef idx="0">
            <a:schemeClr val="accent1"/>
          </a:fillRef>
          <a:effectRef idx="0">
            <a:schemeClr val="accent1"/>
          </a:effectRef>
          <a:fontRef idx="minor">
            <a:schemeClr val="tx1"/>
          </a:fontRef>
        </p:style>
      </p:cxnSp>
      <p:cxnSp>
        <p:nvCxnSpPr>
          <p:cNvPr id="140" name="Connector: Elbow 139">
            <a:extLst>
              <a:ext uri="{FF2B5EF4-FFF2-40B4-BE49-F238E27FC236}">
                <a16:creationId xmlns:a16="http://schemas.microsoft.com/office/drawing/2014/main" id="{EE3D08E5-8A20-9442-0C0C-9EDC2514C8BF}"/>
              </a:ext>
            </a:extLst>
          </p:cNvPr>
          <p:cNvCxnSpPr>
            <a:cxnSpLocks/>
            <a:stCxn id="102" idx="4"/>
          </p:cNvCxnSpPr>
          <p:nvPr/>
        </p:nvCxnSpPr>
        <p:spPr>
          <a:xfrm rot="16200000" flipH="1">
            <a:off x="7573318" y="279295"/>
            <a:ext cx="409357" cy="3150823"/>
          </a:xfrm>
          <a:prstGeom prst="bentConnector3">
            <a:avLst>
              <a:gd name="adj1" fmla="val 45345"/>
            </a:avLst>
          </a:prstGeom>
          <a:ln>
            <a:solidFill>
              <a:srgbClr val="538660"/>
            </a:solidFill>
          </a:ln>
        </p:spPr>
        <p:style>
          <a:lnRef idx="1">
            <a:schemeClr val="accent1"/>
          </a:lnRef>
          <a:fillRef idx="0">
            <a:schemeClr val="accent1"/>
          </a:fillRef>
          <a:effectRef idx="0">
            <a:schemeClr val="accent1"/>
          </a:effectRef>
          <a:fontRef idx="minor">
            <a:schemeClr val="tx1"/>
          </a:fontRef>
        </p:style>
      </p:cxnSp>
      <p:cxnSp>
        <p:nvCxnSpPr>
          <p:cNvPr id="141" name="Connector: Elbow 140">
            <a:extLst>
              <a:ext uri="{FF2B5EF4-FFF2-40B4-BE49-F238E27FC236}">
                <a16:creationId xmlns:a16="http://schemas.microsoft.com/office/drawing/2014/main" id="{1C27A575-F0E4-CFCD-F875-8CBD03222295}"/>
              </a:ext>
            </a:extLst>
          </p:cNvPr>
          <p:cNvCxnSpPr>
            <a:cxnSpLocks/>
            <a:stCxn id="102" idx="4"/>
          </p:cNvCxnSpPr>
          <p:nvPr/>
        </p:nvCxnSpPr>
        <p:spPr>
          <a:xfrm rot="16200000" flipH="1">
            <a:off x="8314474" y="-461861"/>
            <a:ext cx="399578" cy="4623356"/>
          </a:xfrm>
          <a:prstGeom prst="bentConnector3">
            <a:avLst>
              <a:gd name="adj1" fmla="val 45685"/>
            </a:avLst>
          </a:prstGeom>
          <a:ln>
            <a:solidFill>
              <a:srgbClr val="538660"/>
            </a:solidFill>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BBD24FC0-E5AC-C09D-B400-AFB9B8B260EA}"/>
              </a:ext>
            </a:extLst>
          </p:cNvPr>
          <p:cNvSpPr txBox="1"/>
          <p:nvPr/>
        </p:nvSpPr>
        <p:spPr>
          <a:xfrm>
            <a:off x="2350442" y="2710579"/>
            <a:ext cx="1180041" cy="379463"/>
          </a:xfrm>
          <a:prstGeom prst="rect">
            <a:avLst/>
          </a:prstGeom>
          <a:noFill/>
        </p:spPr>
        <p:txBody>
          <a:bodyPr wrap="square">
            <a:spAutoFit/>
          </a:bodyPr>
          <a:lstStyle/>
          <a:p>
            <a:pPr algn="ctr"/>
            <a:r>
              <a:rPr lang="th-TH" sz="933" dirty="0">
                <a:solidFill>
                  <a:srgbClr val="538660"/>
                </a:solidFill>
                <a:latin typeface="Kanit" pitchFamily="2" charset="-34"/>
                <a:cs typeface="Kanit" pitchFamily="2" charset="-34"/>
              </a:rPr>
              <a:t>กลุ่มธุรกิจ </a:t>
            </a:r>
            <a:r>
              <a:rPr lang="en-US" sz="933" dirty="0">
                <a:solidFill>
                  <a:srgbClr val="538660"/>
                </a:solidFill>
                <a:latin typeface="Kanit" pitchFamily="2" charset="-34"/>
                <a:cs typeface="Kanit" pitchFamily="2" charset="-34"/>
              </a:rPr>
              <a:t>Logistic</a:t>
            </a:r>
            <a:r>
              <a:rPr lang="en-US" sz="933" dirty="0">
                <a:solidFill>
                  <a:srgbClr val="337545"/>
                </a:solidFill>
                <a:latin typeface="Kanit" pitchFamily="2" charset="-34"/>
                <a:cs typeface="Kanit" pitchFamily="2" charset="-34"/>
              </a:rPr>
              <a:t> &amp; Transport</a:t>
            </a:r>
            <a:endParaRPr lang="en-US" sz="933" dirty="0">
              <a:solidFill>
                <a:srgbClr val="538660"/>
              </a:solidFill>
              <a:latin typeface="Kanit" pitchFamily="2" charset="-34"/>
              <a:cs typeface="Kanit" pitchFamily="2" charset="-34"/>
            </a:endParaRPr>
          </a:p>
        </p:txBody>
      </p:sp>
      <p:cxnSp>
        <p:nvCxnSpPr>
          <p:cNvPr id="148" name="Connector: Elbow 147">
            <a:extLst>
              <a:ext uri="{FF2B5EF4-FFF2-40B4-BE49-F238E27FC236}">
                <a16:creationId xmlns:a16="http://schemas.microsoft.com/office/drawing/2014/main" id="{D0C9DE65-7CB1-B22D-A18F-B3ADE5CBF990}"/>
              </a:ext>
            </a:extLst>
          </p:cNvPr>
          <p:cNvCxnSpPr>
            <a:cxnSpLocks/>
            <a:stCxn id="102" idx="4"/>
          </p:cNvCxnSpPr>
          <p:nvPr/>
        </p:nvCxnSpPr>
        <p:spPr>
          <a:xfrm rot="5400000">
            <a:off x="5080710" y="975720"/>
            <a:ext cx="447567" cy="1796185"/>
          </a:xfrm>
          <a:prstGeom prst="bentConnector3">
            <a:avLst>
              <a:gd name="adj1" fmla="val 41487"/>
            </a:avLst>
          </a:prstGeom>
          <a:ln>
            <a:solidFill>
              <a:srgbClr val="538660"/>
            </a:solidFill>
          </a:ln>
        </p:spPr>
        <p:style>
          <a:lnRef idx="1">
            <a:schemeClr val="accent1"/>
          </a:lnRef>
          <a:fillRef idx="0">
            <a:schemeClr val="accent1"/>
          </a:fillRef>
          <a:effectRef idx="0">
            <a:schemeClr val="accent1"/>
          </a:effectRef>
          <a:fontRef idx="minor">
            <a:schemeClr val="tx1"/>
          </a:fontRef>
        </p:style>
      </p:cxnSp>
      <p:sp>
        <p:nvSpPr>
          <p:cNvPr id="160" name="TextBox 159">
            <a:extLst>
              <a:ext uri="{FF2B5EF4-FFF2-40B4-BE49-F238E27FC236}">
                <a16:creationId xmlns:a16="http://schemas.microsoft.com/office/drawing/2014/main" id="{E8C6BBCD-8E8C-DF5D-B27C-CA0E583AB8B1}"/>
              </a:ext>
            </a:extLst>
          </p:cNvPr>
          <p:cNvSpPr txBox="1"/>
          <p:nvPr/>
        </p:nvSpPr>
        <p:spPr>
          <a:xfrm>
            <a:off x="7570293" y="2710579"/>
            <a:ext cx="1232275" cy="379463"/>
          </a:xfrm>
          <a:prstGeom prst="rect">
            <a:avLst/>
          </a:prstGeom>
          <a:noFill/>
        </p:spPr>
        <p:txBody>
          <a:bodyPr wrap="square">
            <a:spAutoFit/>
          </a:bodyPr>
          <a:lstStyle/>
          <a:p>
            <a:pPr algn="ctr"/>
            <a:r>
              <a:rPr lang="th-TH" sz="933" dirty="0">
                <a:solidFill>
                  <a:schemeClr val="tx1">
                    <a:lumMod val="50000"/>
                    <a:lumOff val="50000"/>
                  </a:schemeClr>
                </a:solidFill>
                <a:latin typeface="Kanit" pitchFamily="2" charset="-34"/>
                <a:cs typeface="Kanit" pitchFamily="2" charset="-34"/>
              </a:rPr>
              <a:t>กลุ่มธุรกิจ</a:t>
            </a:r>
          </a:p>
          <a:p>
            <a:pPr algn="ctr"/>
            <a:r>
              <a:rPr lang="th-TH" sz="933" dirty="0">
                <a:solidFill>
                  <a:schemeClr val="tx1">
                    <a:lumMod val="50000"/>
                    <a:lumOff val="50000"/>
                  </a:schemeClr>
                </a:solidFill>
                <a:latin typeface="Kanit" pitchFamily="2" charset="-34"/>
                <a:cs typeface="Kanit" pitchFamily="2" charset="-34"/>
              </a:rPr>
              <a:t>การเกษตร</a:t>
            </a:r>
            <a:endParaRPr lang="en-US" sz="933" dirty="0">
              <a:solidFill>
                <a:schemeClr val="tx1">
                  <a:lumMod val="50000"/>
                  <a:lumOff val="50000"/>
                </a:schemeClr>
              </a:solidFill>
              <a:latin typeface="Kanit" pitchFamily="2" charset="-34"/>
              <a:cs typeface="Kanit" pitchFamily="2" charset="-34"/>
            </a:endParaRPr>
          </a:p>
        </p:txBody>
      </p:sp>
      <p:cxnSp>
        <p:nvCxnSpPr>
          <p:cNvPr id="161" name="Connector: Elbow 160">
            <a:extLst>
              <a:ext uri="{FF2B5EF4-FFF2-40B4-BE49-F238E27FC236}">
                <a16:creationId xmlns:a16="http://schemas.microsoft.com/office/drawing/2014/main" id="{F2B02DEA-5E46-E75E-242E-492EA6C5994C}"/>
              </a:ext>
            </a:extLst>
          </p:cNvPr>
          <p:cNvCxnSpPr>
            <a:cxnSpLocks/>
            <a:stCxn id="102" idx="4"/>
          </p:cNvCxnSpPr>
          <p:nvPr/>
        </p:nvCxnSpPr>
        <p:spPr>
          <a:xfrm rot="16200000" flipH="1">
            <a:off x="6970725" y="881889"/>
            <a:ext cx="447567" cy="1983846"/>
          </a:xfrm>
          <a:prstGeom prst="bentConnector3">
            <a:avLst>
              <a:gd name="adj1" fmla="val 40997"/>
            </a:avLst>
          </a:prstGeom>
          <a:ln>
            <a:solidFill>
              <a:srgbClr val="538660"/>
            </a:solidFill>
          </a:ln>
        </p:spPr>
        <p:style>
          <a:lnRef idx="1">
            <a:schemeClr val="accent1"/>
          </a:lnRef>
          <a:fillRef idx="0">
            <a:schemeClr val="accent1"/>
          </a:fillRef>
          <a:effectRef idx="0">
            <a:schemeClr val="accent1"/>
          </a:effectRef>
          <a:fontRef idx="minor">
            <a:schemeClr val="tx1"/>
          </a:fontRef>
        </p:style>
      </p:cxnSp>
      <p:sp>
        <p:nvSpPr>
          <p:cNvPr id="163" name="solution-band">
            <a:extLst>
              <a:ext uri="{FF2B5EF4-FFF2-40B4-BE49-F238E27FC236}">
                <a16:creationId xmlns:a16="http://schemas.microsoft.com/office/drawing/2014/main" id="{6C74F040-D5E3-4AD3-AACA-D57F16CF751E}"/>
              </a:ext>
            </a:extLst>
          </p:cNvPr>
          <p:cNvSpPr>
            <a:spLocks noGrp="1"/>
          </p:cNvSpPr>
          <p:nvPr/>
        </p:nvSpPr>
        <p:spPr>
          <a:xfrm>
            <a:off x="4915340" y="5977837"/>
            <a:ext cx="6651576" cy="451537"/>
          </a:xfrm>
          <a:prstGeom prst="roundRect">
            <a:avLst>
              <a:gd name="adj" fmla="val 10714"/>
            </a:avLst>
          </a:prstGeom>
          <a:solidFill>
            <a:srgbClr val="E3F3EC"/>
          </a:solidFill>
          <a:ln w="0">
            <a:noFill/>
            <a:prstDash val="solid"/>
          </a:ln>
        </p:spPr>
        <p:txBody>
          <a:bodyPr/>
          <a:lstStyle/>
          <a:p>
            <a:endParaRPr lang="en-US"/>
          </a:p>
        </p:txBody>
      </p:sp>
      <p:sp>
        <p:nvSpPr>
          <p:cNvPr id="165" name="solution-label">
            <a:extLst>
              <a:ext uri="{FF2B5EF4-FFF2-40B4-BE49-F238E27FC236}">
                <a16:creationId xmlns:a16="http://schemas.microsoft.com/office/drawing/2014/main" id="{76B78C9A-F850-3720-A77D-F781685F4726}"/>
              </a:ext>
            </a:extLst>
          </p:cNvPr>
          <p:cNvSpPr>
            <a:spLocks noGrp="1"/>
          </p:cNvSpPr>
          <p:nvPr/>
        </p:nvSpPr>
        <p:spPr>
          <a:xfrm>
            <a:off x="4950340" y="6083898"/>
            <a:ext cx="1809750" cy="266700"/>
          </a:xfrm>
          <a:prstGeom prst="rect">
            <a:avLst/>
          </a:prstGeom>
          <a:noFill/>
          <a:ln w="0">
            <a:noFill/>
            <a:prstDash val="solid"/>
          </a:ln>
        </p:spPr>
        <p:txBody>
          <a:bodyPr anchor="t"/>
          <a:lstStyle/>
          <a:p>
            <a:pPr algn="l">
              <a:defRPr sz="1350" b="1">
                <a:solidFill>
                  <a:srgbClr val="0B8F63"/>
                </a:solidFill>
              </a:defRPr>
            </a:pPr>
            <a:r>
              <a:rPr lang="en-US" sz="1050" b="1" dirty="0">
                <a:solidFill>
                  <a:srgbClr val="0B8F63"/>
                </a:solidFill>
                <a:latin typeface="Kanit" panose="00000500000000000000" pitchFamily="2" charset="-34"/>
                <a:cs typeface="Kanit" panose="00000500000000000000" pitchFamily="2" charset="-34"/>
              </a:rPr>
              <a:t>PROJECT INTENT</a:t>
            </a:r>
          </a:p>
        </p:txBody>
      </p:sp>
      <p:sp>
        <p:nvSpPr>
          <p:cNvPr id="167" name="takeaway-label">
            <a:extLst>
              <a:ext uri="{FF2B5EF4-FFF2-40B4-BE49-F238E27FC236}">
                <a16:creationId xmlns:a16="http://schemas.microsoft.com/office/drawing/2014/main" id="{24F272C8-045D-32A3-E681-E510CED308C0}"/>
              </a:ext>
            </a:extLst>
          </p:cNvPr>
          <p:cNvSpPr>
            <a:spLocks noGrp="1"/>
          </p:cNvSpPr>
          <p:nvPr/>
        </p:nvSpPr>
        <p:spPr>
          <a:xfrm>
            <a:off x="5219700" y="5848350"/>
            <a:ext cx="1428750" cy="209550"/>
          </a:xfrm>
          <a:prstGeom prst="rect">
            <a:avLst/>
          </a:prstGeom>
          <a:noFill/>
          <a:ln w="0">
            <a:noFill/>
            <a:prstDash val="solid"/>
          </a:ln>
        </p:spPr>
        <p:txBody>
          <a:bodyPr anchor="t"/>
          <a:lstStyle/>
          <a:p>
            <a:pPr algn="l">
              <a:defRPr sz="900" b="1">
                <a:solidFill>
                  <a:srgbClr val="0A8F62"/>
                </a:solidFill>
              </a:defRPr>
            </a:pPr>
            <a:endParaRPr sz="900" b="1" dirty="0">
              <a:solidFill>
                <a:srgbClr val="0A8F62"/>
              </a:solidFill>
            </a:endParaRPr>
          </a:p>
        </p:txBody>
      </p:sp>
      <p:sp>
        <p:nvSpPr>
          <p:cNvPr id="169" name="takeaway-copy">
            <a:extLst>
              <a:ext uri="{FF2B5EF4-FFF2-40B4-BE49-F238E27FC236}">
                <a16:creationId xmlns:a16="http://schemas.microsoft.com/office/drawing/2014/main" id="{B2B4896D-4633-CEC0-989A-9940629F9BC9}"/>
              </a:ext>
            </a:extLst>
          </p:cNvPr>
          <p:cNvSpPr>
            <a:spLocks noGrp="1"/>
          </p:cNvSpPr>
          <p:nvPr/>
        </p:nvSpPr>
        <p:spPr>
          <a:xfrm>
            <a:off x="6202586" y="6037564"/>
            <a:ext cx="5592930" cy="511888"/>
          </a:xfrm>
          <a:prstGeom prst="rect">
            <a:avLst/>
          </a:prstGeom>
          <a:noFill/>
          <a:ln w="0">
            <a:noFill/>
            <a:prstDash val="solid"/>
          </a:ln>
        </p:spPr>
        <p:txBody>
          <a:bodyPr anchor="t"/>
          <a:lstStyle/>
          <a:p>
            <a:pPr algn="l">
              <a:defRPr sz="1350" b="1">
                <a:solidFill>
                  <a:srgbClr val="153F37"/>
                </a:solidFill>
              </a:defRPr>
            </a:pPr>
            <a:endParaRPr sz="1050" dirty="0">
              <a:solidFill>
                <a:srgbClr val="153F37"/>
              </a:solidFill>
              <a:latin typeface="Kanit" panose="00000500000000000000" pitchFamily="2" charset="-34"/>
              <a:cs typeface="Kanit" panose="00000500000000000000" pitchFamily="2" charset="-34"/>
            </a:endParaRPr>
          </a:p>
        </p:txBody>
      </p:sp>
      <p:sp>
        <p:nvSpPr>
          <p:cNvPr id="171" name="TextBox 170">
            <a:extLst>
              <a:ext uri="{FF2B5EF4-FFF2-40B4-BE49-F238E27FC236}">
                <a16:creationId xmlns:a16="http://schemas.microsoft.com/office/drawing/2014/main" id="{3FEAD009-994F-DD02-80AE-A86842EF9B14}"/>
              </a:ext>
            </a:extLst>
          </p:cNvPr>
          <p:cNvSpPr txBox="1"/>
          <p:nvPr/>
        </p:nvSpPr>
        <p:spPr>
          <a:xfrm>
            <a:off x="6039587" y="6087157"/>
            <a:ext cx="5599927" cy="253916"/>
          </a:xfrm>
          <a:prstGeom prst="rect">
            <a:avLst/>
          </a:prstGeom>
          <a:noFill/>
        </p:spPr>
        <p:txBody>
          <a:bodyPr wrap="square">
            <a:spAutoFit/>
          </a:bodyPr>
          <a:lstStyle/>
          <a:p>
            <a:pPr>
              <a:defRPr sz="1350" b="1">
                <a:solidFill>
                  <a:srgbClr val="153F37"/>
                </a:solidFill>
              </a:defRPr>
            </a:pPr>
            <a:r>
              <a:rPr lang="th-TH" sz="1050" dirty="0">
                <a:solidFill>
                  <a:srgbClr val="153F37"/>
                </a:solidFill>
                <a:latin typeface="Kanit" panose="00000500000000000000" pitchFamily="2" charset="-34"/>
                <a:cs typeface="Kanit" panose="00000500000000000000" pitchFamily="2" charset="-34"/>
              </a:rPr>
              <a:t> • สร้างรากฐานงานบัญชีที่ • รวดเร็ว • ถูกต้อง • ตรวจสอบได้</a:t>
            </a:r>
            <a:r>
              <a:rPr lang="en-US" sz="1050" dirty="0">
                <a:solidFill>
                  <a:srgbClr val="153F37"/>
                </a:solidFill>
                <a:latin typeface="Kanit" panose="00000500000000000000" pitchFamily="2" charset="-34"/>
                <a:cs typeface="Kanit" panose="00000500000000000000" pitchFamily="2" charset="-34"/>
              </a:rPr>
              <a:t> </a:t>
            </a:r>
            <a:r>
              <a:rPr lang="th-TH" sz="1050" dirty="0">
                <a:solidFill>
                  <a:srgbClr val="153F37"/>
                </a:solidFill>
                <a:latin typeface="Kanit" panose="00000500000000000000" pitchFamily="2" charset="-34"/>
                <a:cs typeface="Kanit" panose="00000500000000000000" pitchFamily="2" charset="-34"/>
              </a:rPr>
              <a:t> • เพื่อรองรับการเติบโตของธุรกิจ</a:t>
            </a:r>
          </a:p>
        </p:txBody>
      </p:sp>
      <p:sp>
        <p:nvSpPr>
          <p:cNvPr id="40" name="age-mark">
            <a:extLst>
              <a:ext uri="{FF2B5EF4-FFF2-40B4-BE49-F238E27FC236}">
                <a16:creationId xmlns:a16="http://schemas.microsoft.com/office/drawing/2014/main" id="{F9FE1B7C-9907-EB8B-AB0D-6A8DBD89EB76}"/>
              </a:ext>
            </a:extLst>
          </p:cNvPr>
          <p:cNvSpPr>
            <a:spLocks noGrp="1"/>
          </p:cNvSpPr>
          <p:nvPr/>
        </p:nvSpPr>
        <p:spPr>
          <a:xfrm>
            <a:off x="10972800" y="419100"/>
            <a:ext cx="666750" cy="590550"/>
          </a:xfrm>
          <a:prstGeom prst="roundRect">
            <a:avLst>
              <a:gd name="adj" fmla="val 50000"/>
            </a:avLst>
          </a:prstGeom>
          <a:solidFill>
            <a:srgbClr val="E3F3EC"/>
          </a:solidFill>
          <a:ln w="0">
            <a:noFill/>
            <a:prstDash val="solid"/>
          </a:ln>
        </p:spPr>
        <p:txBody>
          <a:bodyPr/>
          <a:lstStyle/>
          <a:p>
            <a:endParaRPr lang="en-US"/>
          </a:p>
        </p:txBody>
      </p:sp>
      <p:sp>
        <p:nvSpPr>
          <p:cNvPr id="42" name="age">
            <a:extLst>
              <a:ext uri="{FF2B5EF4-FFF2-40B4-BE49-F238E27FC236}">
                <a16:creationId xmlns:a16="http://schemas.microsoft.com/office/drawing/2014/main" id="{0BF0477C-C9FC-7737-E525-2283FA3E1922}"/>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pic>
        <p:nvPicPr>
          <p:cNvPr id="44" name="Picture 43" descr="Home - บริษัท เอเชีย กรีน เอนเนอจี จำกัด (มหาชน)">
            <a:extLst>
              <a:ext uri="{FF2B5EF4-FFF2-40B4-BE49-F238E27FC236}">
                <a16:creationId xmlns:a16="http://schemas.microsoft.com/office/drawing/2014/main" id="{FC589D96-5598-F54A-0FCD-3A7672EEDC3C}"/>
              </a:ext>
            </a:extLst>
          </p:cNvPr>
          <p:cNvPicPr>
            <a:picLocks noChangeAspect="1"/>
          </p:cNvPicPr>
          <p:nvPr/>
        </p:nvPicPr>
        <p:blipFill>
          <a:blip r:embed="rId3"/>
          <a:stretch>
            <a:fillRect/>
          </a:stretch>
        </p:blipFill>
        <p:spPr>
          <a:xfrm>
            <a:off x="11087411" y="584335"/>
            <a:ext cx="416319" cy="253866"/>
          </a:xfrm>
          <a:prstGeom prst="rect">
            <a:avLst/>
          </a:prstGeom>
        </p:spPr>
      </p:pic>
      <p:sp>
        <p:nvSpPr>
          <p:cNvPr id="4" name="Slide Number Placeholder 1">
            <a:extLst>
              <a:ext uri="{FF2B5EF4-FFF2-40B4-BE49-F238E27FC236}">
                <a16:creationId xmlns:a16="http://schemas.microsoft.com/office/drawing/2014/main" id="{4EF2F8B9-A22A-D69B-B0F7-A65EF1A227D3}"/>
              </a:ext>
            </a:extLst>
          </p:cNvPr>
          <p:cNvSpPr txBox="1">
            <a:spLocks/>
          </p:cNvSpPr>
          <p:nvPr/>
        </p:nvSpPr>
        <p:spPr>
          <a:xfrm>
            <a:off x="10728900" y="6600237"/>
            <a:ext cx="1422400" cy="2434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46">
              <a:defRPr/>
            </a:pPr>
            <a:fld id="{5E5634F8-C5C6-4843-9A92-B93B76582613}" type="slidenum">
              <a:rPr lang="en-US" sz="1333" smtClean="0">
                <a:solidFill>
                  <a:prstClr val="black"/>
                </a:solidFill>
                <a:latin typeface="Poppins" panose="00000500000000000000" pitchFamily="2" charset="0"/>
                <a:cs typeface="Poppins" panose="00000500000000000000" pitchFamily="2" charset="0"/>
              </a:rPr>
              <a:pPr algn="r" defTabSz="914446">
                <a:defRPr/>
              </a:pPr>
              <a:t>3</a:t>
            </a:fld>
            <a:endParaRPr lang="en-US" sz="1333" dirty="0">
              <a:solidFill>
                <a:prstClr val="black"/>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679793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op-accent">
            <a:extLst>
              <a:ext uri="{FF2B5EF4-FFF2-40B4-BE49-F238E27FC236}">
                <a16:creationId xmlns:a16="http://schemas.microsoft.com/office/drawing/2014/main" id="{89D1397B-64B9-412B-ABED-A13C7F91D20F}"/>
              </a:ext>
            </a:extLst>
          </p:cNvPr>
          <p:cNvSpPr>
            <a:spLocks noGrp="1"/>
          </p:cNvSpPr>
          <p:nvPr/>
        </p:nvSpPr>
        <p:spPr>
          <a:xfrm>
            <a:off x="0" y="0"/>
            <a:ext cx="12192000" cy="114300"/>
          </a:xfrm>
          <a:prstGeom prst="rect">
            <a:avLst/>
          </a:prstGeom>
          <a:solidFill>
            <a:srgbClr val="0B8F63"/>
          </a:solidFill>
          <a:ln w="0">
            <a:noFill/>
            <a:prstDash val="solid"/>
          </a:ln>
        </p:spPr>
        <p:txBody>
          <a:bodyPr/>
          <a:lstStyle/>
          <a:p>
            <a:endParaRPr lang="en-US"/>
          </a:p>
        </p:txBody>
      </p:sp>
      <p:sp>
        <p:nvSpPr>
          <p:cNvPr id="2" name="eyebrow">
            <a:extLst>
              <a:ext uri="{FF2B5EF4-FFF2-40B4-BE49-F238E27FC236}">
                <a16:creationId xmlns:a16="http://schemas.microsoft.com/office/drawing/2014/main" id="{28ECB9A3-A603-4830-BF9C-02A0C9D3EE37}"/>
              </a:ext>
            </a:extLst>
          </p:cNvPr>
          <p:cNvSpPr>
            <a:spLocks noGrp="1"/>
          </p:cNvSpPr>
          <p:nvPr/>
        </p:nvSpPr>
        <p:spPr>
          <a:xfrm>
            <a:off x="609600" y="381000"/>
            <a:ext cx="3714750" cy="228600"/>
          </a:xfrm>
          <a:prstGeom prst="rect">
            <a:avLst/>
          </a:prstGeom>
          <a:noFill/>
          <a:ln w="0">
            <a:noFill/>
            <a:prstDash val="solid"/>
          </a:ln>
        </p:spPr>
        <p:txBody>
          <a:bodyPr anchor="t"/>
          <a:lstStyle/>
          <a:p>
            <a:pPr algn="l">
              <a:defRPr sz="975" b="1">
                <a:solidFill>
                  <a:srgbClr val="0B8F63"/>
                </a:solidFill>
              </a:defRPr>
            </a:pPr>
            <a:r>
              <a:rPr sz="975" b="1" dirty="0">
                <a:solidFill>
                  <a:srgbClr val="0B8F63"/>
                </a:solidFill>
              </a:rPr>
              <a:t>AGE | </a:t>
            </a:r>
            <a:r>
              <a:rPr lang="en-US" sz="975" b="1" dirty="0">
                <a:solidFill>
                  <a:srgbClr val="0B8F63"/>
                </a:solidFill>
              </a:rPr>
              <a:t>PAIN POINTS AND CHALLENGES</a:t>
            </a:r>
            <a:endParaRPr sz="975" b="1" dirty="0">
              <a:solidFill>
                <a:srgbClr val="0B8F63"/>
              </a:solidFill>
            </a:endParaRPr>
          </a:p>
        </p:txBody>
      </p:sp>
      <p:sp>
        <p:nvSpPr>
          <p:cNvPr id="3" name="title">
            <a:extLst>
              <a:ext uri="{FF2B5EF4-FFF2-40B4-BE49-F238E27FC236}">
                <a16:creationId xmlns:a16="http://schemas.microsoft.com/office/drawing/2014/main" id="{99957E2C-E85F-49AD-ADC2-A10F86EDFE89}"/>
              </a:ext>
            </a:extLst>
          </p:cNvPr>
          <p:cNvSpPr>
            <a:spLocks noGrp="1"/>
          </p:cNvSpPr>
          <p:nvPr/>
        </p:nvSpPr>
        <p:spPr>
          <a:xfrm>
            <a:off x="609600" y="685800"/>
            <a:ext cx="9620250" cy="495300"/>
          </a:xfrm>
          <a:prstGeom prst="rect">
            <a:avLst/>
          </a:prstGeom>
          <a:noFill/>
          <a:ln w="0">
            <a:noFill/>
            <a:prstDash val="solid"/>
          </a:ln>
        </p:spPr>
        <p:txBody>
          <a:bodyPr anchor="t"/>
          <a:lstStyle/>
          <a:p>
            <a:pPr>
              <a:defRPr sz="2625" b="1">
                <a:solidFill>
                  <a:srgbClr val="153D36"/>
                </a:solidFill>
              </a:defRPr>
            </a:pPr>
            <a:r>
              <a:rPr lang="th-TH" sz="2625" b="1" dirty="0">
                <a:solidFill>
                  <a:srgbClr val="153D36"/>
                </a:solidFill>
                <a:latin typeface="Kanit" panose="00000500000000000000" pitchFamily="2" charset="-34"/>
                <a:cs typeface="Kanit" panose="00000500000000000000" pitchFamily="2" charset="-34"/>
              </a:rPr>
              <a:t>ปัญหาและความท้าทายในกระบวนการบัญชีปัจจุบัน</a:t>
            </a:r>
          </a:p>
        </p:txBody>
      </p:sp>
      <p:sp>
        <p:nvSpPr>
          <p:cNvPr id="4" name="subtitle">
            <a:extLst>
              <a:ext uri="{FF2B5EF4-FFF2-40B4-BE49-F238E27FC236}">
                <a16:creationId xmlns:a16="http://schemas.microsoft.com/office/drawing/2014/main" id="{2ED8DBFC-B6A9-4D10-93F3-474DC2A84D87}"/>
              </a:ext>
            </a:extLst>
          </p:cNvPr>
          <p:cNvSpPr>
            <a:spLocks noGrp="1"/>
          </p:cNvSpPr>
          <p:nvPr/>
        </p:nvSpPr>
        <p:spPr>
          <a:xfrm>
            <a:off x="609600" y="1219200"/>
            <a:ext cx="10287000" cy="361950"/>
          </a:xfrm>
          <a:prstGeom prst="rect">
            <a:avLst/>
          </a:prstGeom>
          <a:noFill/>
          <a:ln w="0">
            <a:noFill/>
            <a:prstDash val="solid"/>
          </a:ln>
        </p:spPr>
        <p:txBody>
          <a:bodyPr anchor="t"/>
          <a:lstStyle/>
          <a:p>
            <a:pPr algn="l">
              <a:defRPr sz="1425" b="0">
                <a:solidFill>
                  <a:srgbClr val="536563"/>
                </a:solidFill>
              </a:defRPr>
            </a:pPr>
            <a:r>
              <a:rPr sz="1425" b="0">
                <a:solidFill>
                  <a:srgbClr val="536563"/>
                </a:solidFill>
                <a:latin typeface="Kanit" panose="00000500000000000000" pitchFamily="2" charset="-34"/>
                <a:cs typeface="Kanit" panose="00000500000000000000" pitchFamily="2" charset="-34"/>
              </a:rPr>
              <a:t>ข้อมูลหลายระบบและการตรวจสอบด้วยมือ ทำให้ปิดบัญชีล่าช้า ต้นทุนสูง และเสี่ยงต่อความคลาดเคลื่อน</a:t>
            </a:r>
          </a:p>
        </p:txBody>
      </p:sp>
      <p:sp>
        <p:nvSpPr>
          <p:cNvPr id="7" name="problem-field">
            <a:extLst>
              <a:ext uri="{FF2B5EF4-FFF2-40B4-BE49-F238E27FC236}">
                <a16:creationId xmlns:a16="http://schemas.microsoft.com/office/drawing/2014/main" id="{41FCAEF1-2FA5-4DA0-A5B0-491CAC7C6287}"/>
              </a:ext>
            </a:extLst>
          </p:cNvPr>
          <p:cNvSpPr>
            <a:spLocks noGrp="1"/>
          </p:cNvSpPr>
          <p:nvPr/>
        </p:nvSpPr>
        <p:spPr>
          <a:xfrm>
            <a:off x="495300" y="1809750"/>
            <a:ext cx="11201400" cy="3143250"/>
          </a:xfrm>
          <a:prstGeom prst="roundRect">
            <a:avLst>
              <a:gd name="adj" fmla="val 4848"/>
            </a:avLst>
          </a:prstGeom>
          <a:solidFill>
            <a:srgbClr val="FFFFFF"/>
          </a:solidFill>
          <a:ln w="9525">
            <a:solidFill>
              <a:srgbClr val="DDE9E4"/>
            </a:solidFill>
            <a:prstDash val="solid"/>
          </a:ln>
        </p:spPr>
        <p:txBody>
          <a:bodyPr/>
          <a:lstStyle/>
          <a:p>
            <a:endParaRPr lang="en-US"/>
          </a:p>
        </p:txBody>
      </p:sp>
      <p:sp>
        <p:nvSpPr>
          <p:cNvPr id="8" name="num-0">
            <a:extLst>
              <a:ext uri="{FF2B5EF4-FFF2-40B4-BE49-F238E27FC236}">
                <a16:creationId xmlns:a16="http://schemas.microsoft.com/office/drawing/2014/main" id="{E90E9E4F-7EA5-4F82-8C0D-137FF26EFD6F}"/>
              </a:ext>
            </a:extLst>
          </p:cNvPr>
          <p:cNvSpPr>
            <a:spLocks noGrp="1"/>
          </p:cNvSpPr>
          <p:nvPr/>
        </p:nvSpPr>
        <p:spPr>
          <a:xfrm>
            <a:off x="723900" y="2076450"/>
            <a:ext cx="609600" cy="381000"/>
          </a:xfrm>
          <a:prstGeom prst="rect">
            <a:avLst/>
          </a:prstGeom>
          <a:noFill/>
          <a:ln w="0">
            <a:noFill/>
            <a:prstDash val="solid"/>
          </a:ln>
        </p:spPr>
        <p:txBody>
          <a:bodyPr anchor="t"/>
          <a:lstStyle/>
          <a:p>
            <a:pPr algn="l">
              <a:defRPr sz="2100" b="1">
                <a:solidFill>
                  <a:srgbClr val="0B8F63"/>
                </a:solidFill>
              </a:defRPr>
            </a:pPr>
            <a:r>
              <a:rPr sz="2100" b="1">
                <a:solidFill>
                  <a:srgbClr val="0B8F63"/>
                </a:solidFill>
                <a:latin typeface="Kanit" panose="00000500000000000000" pitchFamily="2" charset="-34"/>
                <a:cs typeface="Kanit" panose="00000500000000000000" pitchFamily="2" charset="-34"/>
              </a:rPr>
              <a:t>01</a:t>
            </a:r>
          </a:p>
        </p:txBody>
      </p:sp>
      <p:sp>
        <p:nvSpPr>
          <p:cNvPr id="9" name="head-0">
            <a:extLst>
              <a:ext uri="{FF2B5EF4-FFF2-40B4-BE49-F238E27FC236}">
                <a16:creationId xmlns:a16="http://schemas.microsoft.com/office/drawing/2014/main" id="{973EB376-44AA-4C20-AD80-951D7ABAD2F2}"/>
              </a:ext>
            </a:extLst>
          </p:cNvPr>
          <p:cNvSpPr>
            <a:spLocks noGrp="1"/>
          </p:cNvSpPr>
          <p:nvPr/>
        </p:nvSpPr>
        <p:spPr>
          <a:xfrm>
            <a:off x="723900" y="2571750"/>
            <a:ext cx="2447925" cy="685800"/>
          </a:xfrm>
          <a:prstGeom prst="rect">
            <a:avLst/>
          </a:prstGeom>
          <a:noFill/>
          <a:ln w="0">
            <a:noFill/>
            <a:prstDash val="solid"/>
          </a:ln>
        </p:spPr>
        <p:txBody>
          <a:bodyPr anchor="t"/>
          <a:lstStyle/>
          <a:p>
            <a:pPr algn="l">
              <a:defRPr sz="1650" b="1">
                <a:solidFill>
                  <a:srgbClr val="193F38"/>
                </a:solidFill>
              </a:defRPr>
            </a:pPr>
            <a:r>
              <a:rPr sz="1650" b="1">
                <a:solidFill>
                  <a:srgbClr val="193F38"/>
                </a:solidFill>
                <a:latin typeface="Kanit" panose="00000500000000000000" pitchFamily="2" charset="-34"/>
                <a:cs typeface="Kanit" panose="00000500000000000000" pitchFamily="2" charset="-34"/>
              </a:rPr>
              <a:t>งานซ้ำและใช้เวลานาน</a:t>
            </a:r>
          </a:p>
        </p:txBody>
      </p:sp>
      <p:sp>
        <p:nvSpPr>
          <p:cNvPr id="10" name="body-0">
            <a:extLst>
              <a:ext uri="{FF2B5EF4-FFF2-40B4-BE49-F238E27FC236}">
                <a16:creationId xmlns:a16="http://schemas.microsoft.com/office/drawing/2014/main" id="{F630CAFD-9254-4393-8696-724623C98C81}"/>
              </a:ext>
            </a:extLst>
          </p:cNvPr>
          <p:cNvSpPr>
            <a:spLocks noGrp="1"/>
          </p:cNvSpPr>
          <p:nvPr/>
        </p:nvSpPr>
        <p:spPr>
          <a:xfrm>
            <a:off x="723900" y="3352800"/>
            <a:ext cx="2390775" cy="781050"/>
          </a:xfrm>
          <a:prstGeom prst="rect">
            <a:avLst/>
          </a:prstGeom>
          <a:noFill/>
          <a:ln w="0">
            <a:noFill/>
            <a:prstDash val="solid"/>
          </a:ln>
        </p:spPr>
        <p:txBody>
          <a:bodyPr anchor="t"/>
          <a:lstStyle/>
          <a:p>
            <a:pPr algn="l">
              <a:defRPr sz="1200" b="0">
                <a:solidFill>
                  <a:srgbClr val="50615F"/>
                </a:solidFill>
              </a:defRPr>
            </a:pPr>
            <a:r>
              <a:rPr sz="1200" b="0">
                <a:solidFill>
                  <a:srgbClr val="50615F"/>
                </a:solidFill>
                <a:latin typeface="Kanit" panose="00000500000000000000" pitchFamily="2" charset="-34"/>
                <a:cs typeface="Kanit" panose="00000500000000000000" pitchFamily="2" charset="-34"/>
              </a:rPr>
              <a:t>คีย์ Invoice, Export และ Copy–Paste ข้อมูลจากหลายบริษัทและหลายระบบ</a:t>
            </a:r>
          </a:p>
        </p:txBody>
      </p:sp>
      <p:sp>
        <p:nvSpPr>
          <p:cNvPr id="11" name="call-0">
            <a:extLst>
              <a:ext uri="{FF2B5EF4-FFF2-40B4-BE49-F238E27FC236}">
                <a16:creationId xmlns:a16="http://schemas.microsoft.com/office/drawing/2014/main" id="{02058C28-3B10-4B7B-8807-64B8A6B60CD0}"/>
              </a:ext>
            </a:extLst>
          </p:cNvPr>
          <p:cNvSpPr>
            <a:spLocks noGrp="1"/>
          </p:cNvSpPr>
          <p:nvPr/>
        </p:nvSpPr>
        <p:spPr>
          <a:xfrm>
            <a:off x="723900" y="4267200"/>
            <a:ext cx="2390775" cy="457200"/>
          </a:xfrm>
          <a:prstGeom prst="rect">
            <a:avLst/>
          </a:prstGeom>
          <a:noFill/>
          <a:ln w="0">
            <a:noFill/>
            <a:prstDash val="solid"/>
          </a:ln>
        </p:spPr>
        <p:txBody>
          <a:bodyPr anchor="t"/>
          <a:lstStyle/>
          <a:p>
            <a:pPr algn="l">
              <a:defRPr sz="1125" b="1">
                <a:solidFill>
                  <a:srgbClr val="087451"/>
                </a:solidFill>
              </a:defRPr>
            </a:pPr>
            <a:r>
              <a:rPr sz="1125" b="1">
                <a:solidFill>
                  <a:srgbClr val="087451"/>
                </a:solidFill>
                <a:latin typeface="Kanit" panose="00000500000000000000" pitchFamily="2" charset="-34"/>
                <a:cs typeface="Kanit" panose="00000500000000000000" pitchFamily="2" charset="-34"/>
              </a:rPr>
              <a:t>ทรัพยากรถูกใช้กับงานที่มีมูลค่าเพิ่มต่ำ</a:t>
            </a:r>
          </a:p>
        </p:txBody>
      </p:sp>
      <p:sp>
        <p:nvSpPr>
          <p:cNvPr id="12" name="separator-1">
            <a:extLst>
              <a:ext uri="{FF2B5EF4-FFF2-40B4-BE49-F238E27FC236}">
                <a16:creationId xmlns:a16="http://schemas.microsoft.com/office/drawing/2014/main" id="{D22C4B22-4E12-421D-904F-C6A80007C1D9}"/>
              </a:ext>
            </a:extLst>
          </p:cNvPr>
          <p:cNvSpPr>
            <a:spLocks noGrp="1"/>
          </p:cNvSpPr>
          <p:nvPr/>
        </p:nvSpPr>
        <p:spPr>
          <a:xfrm>
            <a:off x="3371850" y="2114550"/>
            <a:ext cx="9525" cy="2533650"/>
          </a:xfrm>
          <a:prstGeom prst="rect">
            <a:avLst/>
          </a:prstGeom>
          <a:solidFill>
            <a:srgbClr val="DDE9E4"/>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3" name="num-1">
            <a:extLst>
              <a:ext uri="{FF2B5EF4-FFF2-40B4-BE49-F238E27FC236}">
                <a16:creationId xmlns:a16="http://schemas.microsoft.com/office/drawing/2014/main" id="{726943B6-05EF-4955-A0F2-B9627B0125D3}"/>
              </a:ext>
            </a:extLst>
          </p:cNvPr>
          <p:cNvSpPr>
            <a:spLocks noGrp="1"/>
          </p:cNvSpPr>
          <p:nvPr/>
        </p:nvSpPr>
        <p:spPr>
          <a:xfrm>
            <a:off x="3476625" y="2076450"/>
            <a:ext cx="609600" cy="381000"/>
          </a:xfrm>
          <a:prstGeom prst="rect">
            <a:avLst/>
          </a:prstGeom>
          <a:noFill/>
          <a:ln w="0">
            <a:noFill/>
            <a:prstDash val="solid"/>
          </a:ln>
        </p:spPr>
        <p:txBody>
          <a:bodyPr anchor="t"/>
          <a:lstStyle/>
          <a:p>
            <a:pPr algn="l">
              <a:defRPr sz="2100" b="1">
                <a:solidFill>
                  <a:srgbClr val="0B8F63"/>
                </a:solidFill>
              </a:defRPr>
            </a:pPr>
            <a:r>
              <a:rPr sz="2100" b="1">
                <a:solidFill>
                  <a:srgbClr val="0B8F63"/>
                </a:solidFill>
                <a:latin typeface="Kanit" panose="00000500000000000000" pitchFamily="2" charset="-34"/>
                <a:cs typeface="Kanit" panose="00000500000000000000" pitchFamily="2" charset="-34"/>
              </a:rPr>
              <a:t>02</a:t>
            </a:r>
          </a:p>
        </p:txBody>
      </p:sp>
      <p:sp>
        <p:nvSpPr>
          <p:cNvPr id="14" name="head-1">
            <a:extLst>
              <a:ext uri="{FF2B5EF4-FFF2-40B4-BE49-F238E27FC236}">
                <a16:creationId xmlns:a16="http://schemas.microsoft.com/office/drawing/2014/main" id="{CB370FDA-1974-4DB6-8F52-D8A2AF7A1966}"/>
              </a:ext>
            </a:extLst>
          </p:cNvPr>
          <p:cNvSpPr>
            <a:spLocks noGrp="1"/>
          </p:cNvSpPr>
          <p:nvPr/>
        </p:nvSpPr>
        <p:spPr>
          <a:xfrm>
            <a:off x="3476625" y="2571750"/>
            <a:ext cx="2447925" cy="685800"/>
          </a:xfrm>
          <a:prstGeom prst="rect">
            <a:avLst/>
          </a:prstGeom>
          <a:noFill/>
          <a:ln w="0">
            <a:noFill/>
            <a:prstDash val="solid"/>
          </a:ln>
        </p:spPr>
        <p:txBody>
          <a:bodyPr anchor="t"/>
          <a:lstStyle/>
          <a:p>
            <a:pPr algn="l">
              <a:defRPr sz="1650" b="1">
                <a:solidFill>
                  <a:srgbClr val="193F38"/>
                </a:solidFill>
              </a:defRPr>
            </a:pPr>
            <a:r>
              <a:rPr sz="1650" b="1">
                <a:solidFill>
                  <a:srgbClr val="193F38"/>
                </a:solidFill>
                <a:latin typeface="Kanit" panose="00000500000000000000" pitchFamily="2" charset="-34"/>
                <a:cs typeface="Kanit" panose="00000500000000000000" pitchFamily="2" charset="-34"/>
              </a:rPr>
              <a:t>ตรวจสอบและกระทบยอดซับซ้อน</a:t>
            </a:r>
          </a:p>
        </p:txBody>
      </p:sp>
      <p:sp>
        <p:nvSpPr>
          <p:cNvPr id="15" name="body-1">
            <a:extLst>
              <a:ext uri="{FF2B5EF4-FFF2-40B4-BE49-F238E27FC236}">
                <a16:creationId xmlns:a16="http://schemas.microsoft.com/office/drawing/2014/main" id="{0958C573-E4B2-4CEC-B222-A5A932068119}"/>
              </a:ext>
            </a:extLst>
          </p:cNvPr>
          <p:cNvSpPr>
            <a:spLocks noGrp="1"/>
          </p:cNvSpPr>
          <p:nvPr/>
        </p:nvSpPr>
        <p:spPr>
          <a:xfrm>
            <a:off x="3476625" y="3352800"/>
            <a:ext cx="2390775" cy="781050"/>
          </a:xfrm>
          <a:prstGeom prst="rect">
            <a:avLst/>
          </a:prstGeom>
          <a:noFill/>
          <a:ln w="0">
            <a:noFill/>
            <a:prstDash val="solid"/>
          </a:ln>
        </p:spPr>
        <p:txBody>
          <a:bodyPr anchor="t"/>
          <a:lstStyle/>
          <a:p>
            <a:pPr algn="l">
              <a:defRPr sz="1200" b="0">
                <a:solidFill>
                  <a:srgbClr val="50615F"/>
                </a:solidFill>
              </a:defRPr>
            </a:pPr>
            <a:r>
              <a:rPr sz="1200" b="0">
                <a:solidFill>
                  <a:srgbClr val="50615F"/>
                </a:solidFill>
                <a:latin typeface="Kanit" panose="00000500000000000000" pitchFamily="2" charset="-34"/>
                <a:cs typeface="Kanit" panose="00000500000000000000" pitchFamily="2" charset="-34"/>
              </a:rPr>
              <a:t>ต้องตรวจ Invoice, PO, ภาษี และจับคู่ Bank Statement กับระบบบัญชีด้วยมือ</a:t>
            </a:r>
          </a:p>
        </p:txBody>
      </p:sp>
      <p:sp>
        <p:nvSpPr>
          <p:cNvPr id="16" name="call-1">
            <a:extLst>
              <a:ext uri="{FF2B5EF4-FFF2-40B4-BE49-F238E27FC236}">
                <a16:creationId xmlns:a16="http://schemas.microsoft.com/office/drawing/2014/main" id="{8D277578-09C9-4D4F-9DF1-216D55F27A40}"/>
              </a:ext>
            </a:extLst>
          </p:cNvPr>
          <p:cNvSpPr>
            <a:spLocks noGrp="1"/>
          </p:cNvSpPr>
          <p:nvPr/>
        </p:nvSpPr>
        <p:spPr>
          <a:xfrm>
            <a:off x="3476625" y="4267200"/>
            <a:ext cx="2390775" cy="457200"/>
          </a:xfrm>
          <a:prstGeom prst="rect">
            <a:avLst/>
          </a:prstGeom>
          <a:noFill/>
          <a:ln w="0">
            <a:noFill/>
            <a:prstDash val="solid"/>
          </a:ln>
        </p:spPr>
        <p:txBody>
          <a:bodyPr anchor="t"/>
          <a:lstStyle/>
          <a:p>
            <a:pPr algn="l">
              <a:defRPr sz="1125" b="1">
                <a:solidFill>
                  <a:srgbClr val="087451"/>
                </a:solidFill>
              </a:defRPr>
            </a:pPr>
            <a:r>
              <a:rPr sz="1125" b="1">
                <a:solidFill>
                  <a:srgbClr val="087451"/>
                </a:solidFill>
                <a:latin typeface="Kanit" panose="00000500000000000000" pitchFamily="2" charset="-34"/>
                <a:cs typeface="Kanit" panose="00000500000000000000" pitchFamily="2" charset="-34"/>
              </a:rPr>
              <a:t>รายการค้างสะสมและปิดบัญชีล่าช้า</a:t>
            </a:r>
          </a:p>
        </p:txBody>
      </p:sp>
      <p:sp>
        <p:nvSpPr>
          <p:cNvPr id="17" name="separator-2">
            <a:extLst>
              <a:ext uri="{FF2B5EF4-FFF2-40B4-BE49-F238E27FC236}">
                <a16:creationId xmlns:a16="http://schemas.microsoft.com/office/drawing/2014/main" id="{E3F65079-084C-46D9-8F12-5653692A71C1}"/>
              </a:ext>
            </a:extLst>
          </p:cNvPr>
          <p:cNvSpPr>
            <a:spLocks noGrp="1"/>
          </p:cNvSpPr>
          <p:nvPr/>
        </p:nvSpPr>
        <p:spPr>
          <a:xfrm>
            <a:off x="6124575" y="2114550"/>
            <a:ext cx="9525" cy="2533650"/>
          </a:xfrm>
          <a:prstGeom prst="rect">
            <a:avLst/>
          </a:prstGeom>
          <a:solidFill>
            <a:srgbClr val="DDE9E4"/>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8" name="num-2">
            <a:extLst>
              <a:ext uri="{FF2B5EF4-FFF2-40B4-BE49-F238E27FC236}">
                <a16:creationId xmlns:a16="http://schemas.microsoft.com/office/drawing/2014/main" id="{5C301476-E0C0-426B-9465-0041572171B5}"/>
              </a:ext>
            </a:extLst>
          </p:cNvPr>
          <p:cNvSpPr>
            <a:spLocks noGrp="1"/>
          </p:cNvSpPr>
          <p:nvPr/>
        </p:nvSpPr>
        <p:spPr>
          <a:xfrm>
            <a:off x="6229350" y="2076450"/>
            <a:ext cx="609600" cy="381000"/>
          </a:xfrm>
          <a:prstGeom prst="rect">
            <a:avLst/>
          </a:prstGeom>
          <a:noFill/>
          <a:ln w="0">
            <a:noFill/>
            <a:prstDash val="solid"/>
          </a:ln>
        </p:spPr>
        <p:txBody>
          <a:bodyPr anchor="t"/>
          <a:lstStyle/>
          <a:p>
            <a:pPr algn="l">
              <a:defRPr sz="2100" b="1">
                <a:solidFill>
                  <a:srgbClr val="0B8F63"/>
                </a:solidFill>
              </a:defRPr>
            </a:pPr>
            <a:r>
              <a:rPr sz="2100" b="1">
                <a:solidFill>
                  <a:srgbClr val="0B8F63"/>
                </a:solidFill>
                <a:latin typeface="Kanit" panose="00000500000000000000" pitchFamily="2" charset="-34"/>
                <a:cs typeface="Kanit" panose="00000500000000000000" pitchFamily="2" charset="-34"/>
              </a:rPr>
              <a:t>03</a:t>
            </a:r>
          </a:p>
        </p:txBody>
      </p:sp>
      <p:sp>
        <p:nvSpPr>
          <p:cNvPr id="19" name="head-2">
            <a:extLst>
              <a:ext uri="{FF2B5EF4-FFF2-40B4-BE49-F238E27FC236}">
                <a16:creationId xmlns:a16="http://schemas.microsoft.com/office/drawing/2014/main" id="{CDA07930-54FE-4B9D-BF0F-6FEE4DCFA63E}"/>
              </a:ext>
            </a:extLst>
          </p:cNvPr>
          <p:cNvSpPr>
            <a:spLocks noGrp="1"/>
          </p:cNvSpPr>
          <p:nvPr/>
        </p:nvSpPr>
        <p:spPr>
          <a:xfrm>
            <a:off x="6229350" y="2571750"/>
            <a:ext cx="2447925" cy="685800"/>
          </a:xfrm>
          <a:prstGeom prst="rect">
            <a:avLst/>
          </a:prstGeom>
          <a:noFill/>
          <a:ln w="0">
            <a:noFill/>
            <a:prstDash val="solid"/>
          </a:ln>
        </p:spPr>
        <p:txBody>
          <a:bodyPr anchor="t"/>
          <a:lstStyle/>
          <a:p>
            <a:pPr algn="l">
              <a:defRPr sz="1650" b="1">
                <a:solidFill>
                  <a:srgbClr val="193F38"/>
                </a:solidFill>
              </a:defRPr>
            </a:pPr>
            <a:r>
              <a:rPr sz="1650" b="1">
                <a:solidFill>
                  <a:srgbClr val="193F38"/>
                </a:solidFill>
                <a:latin typeface="Kanit" panose="00000500000000000000" pitchFamily="2" charset="-34"/>
                <a:cs typeface="Kanit" panose="00000500000000000000" pitchFamily="2" charset="-34"/>
              </a:rPr>
              <a:t>ข้อมูลกระจัดกระจาย</a:t>
            </a:r>
          </a:p>
        </p:txBody>
      </p:sp>
      <p:sp>
        <p:nvSpPr>
          <p:cNvPr id="20" name="body-2">
            <a:extLst>
              <a:ext uri="{FF2B5EF4-FFF2-40B4-BE49-F238E27FC236}">
                <a16:creationId xmlns:a16="http://schemas.microsoft.com/office/drawing/2014/main" id="{541E18B9-C6CF-4403-AB49-9D7C416E3B21}"/>
              </a:ext>
            </a:extLst>
          </p:cNvPr>
          <p:cNvSpPr>
            <a:spLocks noGrp="1"/>
          </p:cNvSpPr>
          <p:nvPr/>
        </p:nvSpPr>
        <p:spPr>
          <a:xfrm>
            <a:off x="6229350" y="3352800"/>
            <a:ext cx="2390775" cy="781050"/>
          </a:xfrm>
          <a:prstGeom prst="rect">
            <a:avLst/>
          </a:prstGeom>
          <a:noFill/>
          <a:ln w="0">
            <a:noFill/>
            <a:prstDash val="solid"/>
          </a:ln>
        </p:spPr>
        <p:txBody>
          <a:bodyPr anchor="t"/>
          <a:lstStyle/>
          <a:p>
            <a:pPr algn="l">
              <a:defRPr sz="1200" b="0">
                <a:solidFill>
                  <a:srgbClr val="50615F"/>
                </a:solidFill>
              </a:defRPr>
            </a:pPr>
            <a:r>
              <a:rPr sz="1200" b="0">
                <a:solidFill>
                  <a:srgbClr val="50615F"/>
                </a:solidFill>
                <a:latin typeface="Kanit" panose="00000500000000000000" pitchFamily="2" charset="-34"/>
                <a:cs typeface="Kanit" panose="00000500000000000000" pitchFamily="2" charset="-34"/>
              </a:rPr>
              <a:t>รูปแบบ BS / P&amp;L และการจัดกลุ่มบัญชีไม่เป็นมาตรฐาน เอกสารติดตามได้ยาก</a:t>
            </a:r>
          </a:p>
        </p:txBody>
      </p:sp>
      <p:sp>
        <p:nvSpPr>
          <p:cNvPr id="21" name="call-2">
            <a:extLst>
              <a:ext uri="{FF2B5EF4-FFF2-40B4-BE49-F238E27FC236}">
                <a16:creationId xmlns:a16="http://schemas.microsoft.com/office/drawing/2014/main" id="{FC0036EA-26CC-4CE5-BD10-6BCC01276890}"/>
              </a:ext>
            </a:extLst>
          </p:cNvPr>
          <p:cNvSpPr>
            <a:spLocks noGrp="1"/>
          </p:cNvSpPr>
          <p:nvPr/>
        </p:nvSpPr>
        <p:spPr>
          <a:xfrm>
            <a:off x="6229350" y="4267200"/>
            <a:ext cx="2390775" cy="457200"/>
          </a:xfrm>
          <a:prstGeom prst="rect">
            <a:avLst/>
          </a:prstGeom>
          <a:noFill/>
          <a:ln w="0">
            <a:noFill/>
            <a:prstDash val="solid"/>
          </a:ln>
        </p:spPr>
        <p:txBody>
          <a:bodyPr anchor="t"/>
          <a:lstStyle/>
          <a:p>
            <a:pPr algn="l">
              <a:defRPr sz="1125" b="1">
                <a:solidFill>
                  <a:srgbClr val="087451"/>
                </a:solidFill>
              </a:defRPr>
            </a:pPr>
            <a:r>
              <a:rPr sz="1125" b="1">
                <a:solidFill>
                  <a:srgbClr val="087451"/>
                </a:solidFill>
                <a:latin typeface="Kanit" panose="00000500000000000000" pitchFamily="2" charset="-34"/>
                <a:cs typeface="Kanit" panose="00000500000000000000" pitchFamily="2" charset="-34"/>
              </a:rPr>
              <a:t>เปรียบเทียบข้อมูลและตรวจสอบย้อนหลังยาก</a:t>
            </a:r>
          </a:p>
        </p:txBody>
      </p:sp>
      <p:sp>
        <p:nvSpPr>
          <p:cNvPr id="22" name="separator-3">
            <a:extLst>
              <a:ext uri="{FF2B5EF4-FFF2-40B4-BE49-F238E27FC236}">
                <a16:creationId xmlns:a16="http://schemas.microsoft.com/office/drawing/2014/main" id="{FE4DA1E0-6D45-4133-8E5A-B656B519D07E}"/>
              </a:ext>
            </a:extLst>
          </p:cNvPr>
          <p:cNvSpPr>
            <a:spLocks noGrp="1"/>
          </p:cNvSpPr>
          <p:nvPr/>
        </p:nvSpPr>
        <p:spPr>
          <a:xfrm>
            <a:off x="8877300" y="2114550"/>
            <a:ext cx="9525" cy="2533650"/>
          </a:xfrm>
          <a:prstGeom prst="rect">
            <a:avLst/>
          </a:prstGeom>
          <a:solidFill>
            <a:srgbClr val="DDE9E4"/>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3" name="num-3">
            <a:extLst>
              <a:ext uri="{FF2B5EF4-FFF2-40B4-BE49-F238E27FC236}">
                <a16:creationId xmlns:a16="http://schemas.microsoft.com/office/drawing/2014/main" id="{5294F099-A3B0-41DF-B404-38CF68EA509C}"/>
              </a:ext>
            </a:extLst>
          </p:cNvPr>
          <p:cNvSpPr>
            <a:spLocks noGrp="1"/>
          </p:cNvSpPr>
          <p:nvPr/>
        </p:nvSpPr>
        <p:spPr>
          <a:xfrm>
            <a:off x="8982075" y="2076450"/>
            <a:ext cx="609600" cy="381000"/>
          </a:xfrm>
          <a:prstGeom prst="rect">
            <a:avLst/>
          </a:prstGeom>
          <a:noFill/>
          <a:ln w="0">
            <a:noFill/>
            <a:prstDash val="solid"/>
          </a:ln>
        </p:spPr>
        <p:txBody>
          <a:bodyPr anchor="t"/>
          <a:lstStyle/>
          <a:p>
            <a:pPr algn="l">
              <a:defRPr sz="2100" b="1">
                <a:solidFill>
                  <a:srgbClr val="D8892B"/>
                </a:solidFill>
              </a:defRPr>
            </a:pPr>
            <a:r>
              <a:rPr sz="2100" b="1">
                <a:solidFill>
                  <a:srgbClr val="D8892B"/>
                </a:solidFill>
                <a:latin typeface="Kanit" panose="00000500000000000000" pitchFamily="2" charset="-34"/>
                <a:cs typeface="Kanit" panose="00000500000000000000" pitchFamily="2" charset="-34"/>
              </a:rPr>
              <a:t>04</a:t>
            </a:r>
          </a:p>
        </p:txBody>
      </p:sp>
      <p:sp>
        <p:nvSpPr>
          <p:cNvPr id="24" name="head-3">
            <a:extLst>
              <a:ext uri="{FF2B5EF4-FFF2-40B4-BE49-F238E27FC236}">
                <a16:creationId xmlns:a16="http://schemas.microsoft.com/office/drawing/2014/main" id="{F9E033BA-9013-4C18-8D74-B26EDB0DC1CC}"/>
              </a:ext>
            </a:extLst>
          </p:cNvPr>
          <p:cNvSpPr>
            <a:spLocks noGrp="1"/>
          </p:cNvSpPr>
          <p:nvPr/>
        </p:nvSpPr>
        <p:spPr>
          <a:xfrm>
            <a:off x="8982075" y="2571750"/>
            <a:ext cx="2447925" cy="685800"/>
          </a:xfrm>
          <a:prstGeom prst="rect">
            <a:avLst/>
          </a:prstGeom>
          <a:noFill/>
          <a:ln w="0">
            <a:noFill/>
            <a:prstDash val="solid"/>
          </a:ln>
        </p:spPr>
        <p:txBody>
          <a:bodyPr anchor="t"/>
          <a:lstStyle/>
          <a:p>
            <a:pPr algn="l">
              <a:defRPr sz="1650" b="1">
                <a:solidFill>
                  <a:srgbClr val="193F38"/>
                </a:solidFill>
              </a:defRPr>
            </a:pPr>
            <a:r>
              <a:rPr sz="1650" b="1">
                <a:solidFill>
                  <a:srgbClr val="193F38"/>
                </a:solidFill>
                <a:latin typeface="Kanit" panose="00000500000000000000" pitchFamily="2" charset="-34"/>
                <a:cs typeface="Kanit" panose="00000500000000000000" pitchFamily="2" charset="-34"/>
              </a:rPr>
              <a:t>ความเสี่ยงและรองรับการเติบโตจำกัด</a:t>
            </a:r>
          </a:p>
        </p:txBody>
      </p:sp>
      <p:sp>
        <p:nvSpPr>
          <p:cNvPr id="25" name="body-3">
            <a:extLst>
              <a:ext uri="{FF2B5EF4-FFF2-40B4-BE49-F238E27FC236}">
                <a16:creationId xmlns:a16="http://schemas.microsoft.com/office/drawing/2014/main" id="{374B6067-E6F6-4120-B15F-579F52F22513}"/>
              </a:ext>
            </a:extLst>
          </p:cNvPr>
          <p:cNvSpPr>
            <a:spLocks noGrp="1"/>
          </p:cNvSpPr>
          <p:nvPr/>
        </p:nvSpPr>
        <p:spPr>
          <a:xfrm>
            <a:off x="8982075" y="3352800"/>
            <a:ext cx="2390775" cy="781050"/>
          </a:xfrm>
          <a:prstGeom prst="rect">
            <a:avLst/>
          </a:prstGeom>
          <a:noFill/>
          <a:ln w="0">
            <a:noFill/>
            <a:prstDash val="solid"/>
          </a:ln>
        </p:spPr>
        <p:txBody>
          <a:bodyPr anchor="t"/>
          <a:lstStyle/>
          <a:p>
            <a:pPr algn="l">
              <a:defRPr sz="1200" b="0">
                <a:solidFill>
                  <a:srgbClr val="50615F"/>
                </a:solidFill>
              </a:defRPr>
            </a:pPr>
            <a:r>
              <a:rPr sz="1200" b="0">
                <a:solidFill>
                  <a:srgbClr val="50615F"/>
                </a:solidFill>
                <a:latin typeface="Kanit" panose="00000500000000000000" pitchFamily="2" charset="-34"/>
                <a:cs typeface="Kanit" panose="00000500000000000000" pitchFamily="2" charset="-34"/>
              </a:rPr>
              <a:t>เสี่ยงคีย์ผิด จับคู่ผิด และคำนวณผิด เมื่อปริมาณงานเพิ่มต้องเพิ่มคนตาม</a:t>
            </a:r>
          </a:p>
        </p:txBody>
      </p:sp>
      <p:sp>
        <p:nvSpPr>
          <p:cNvPr id="26" name="call-3">
            <a:extLst>
              <a:ext uri="{FF2B5EF4-FFF2-40B4-BE49-F238E27FC236}">
                <a16:creationId xmlns:a16="http://schemas.microsoft.com/office/drawing/2014/main" id="{A860F977-334B-4F1B-BD6A-6031080CB009}"/>
              </a:ext>
            </a:extLst>
          </p:cNvPr>
          <p:cNvSpPr>
            <a:spLocks noGrp="1"/>
          </p:cNvSpPr>
          <p:nvPr/>
        </p:nvSpPr>
        <p:spPr>
          <a:xfrm>
            <a:off x="8982075" y="4267200"/>
            <a:ext cx="2390775" cy="457200"/>
          </a:xfrm>
          <a:prstGeom prst="rect">
            <a:avLst/>
          </a:prstGeom>
          <a:noFill/>
          <a:ln w="0">
            <a:noFill/>
            <a:prstDash val="solid"/>
          </a:ln>
        </p:spPr>
        <p:txBody>
          <a:bodyPr anchor="t"/>
          <a:lstStyle/>
          <a:p>
            <a:pPr algn="l">
              <a:defRPr sz="1125" b="1">
                <a:solidFill>
                  <a:srgbClr val="B36B1B"/>
                </a:solidFill>
              </a:defRPr>
            </a:pPr>
            <a:r>
              <a:rPr sz="1125" b="1">
                <a:solidFill>
                  <a:srgbClr val="B36B1B"/>
                </a:solidFill>
                <a:latin typeface="Kanit" panose="00000500000000000000" pitchFamily="2" charset="-34"/>
                <a:cs typeface="Kanit" panose="00000500000000000000" pitchFamily="2" charset="-34"/>
              </a:rPr>
              <a:t>ต้นทุนสูงและข้อมูลผู้บริหารไม่ทันเวลา</a:t>
            </a:r>
          </a:p>
        </p:txBody>
      </p:sp>
      <p:sp>
        <p:nvSpPr>
          <p:cNvPr id="27" name="impact-band">
            <a:extLst>
              <a:ext uri="{FF2B5EF4-FFF2-40B4-BE49-F238E27FC236}">
                <a16:creationId xmlns:a16="http://schemas.microsoft.com/office/drawing/2014/main" id="{D8298AA2-7E0D-4CB7-94DA-9EE98D0D1AA0}"/>
              </a:ext>
            </a:extLst>
          </p:cNvPr>
          <p:cNvSpPr>
            <a:spLocks noGrp="1"/>
          </p:cNvSpPr>
          <p:nvPr/>
        </p:nvSpPr>
        <p:spPr>
          <a:xfrm>
            <a:off x="495300" y="5200650"/>
            <a:ext cx="5362575" cy="1066800"/>
          </a:xfrm>
          <a:prstGeom prst="roundRect">
            <a:avLst>
              <a:gd name="adj" fmla="val 10714"/>
            </a:avLst>
          </a:prstGeom>
          <a:solidFill>
            <a:srgbClr val="173F38"/>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8" name="impact-label">
            <a:extLst>
              <a:ext uri="{FF2B5EF4-FFF2-40B4-BE49-F238E27FC236}">
                <a16:creationId xmlns:a16="http://schemas.microsoft.com/office/drawing/2014/main" id="{D004F8FE-C388-451A-B739-414D53AB7C49}"/>
              </a:ext>
            </a:extLst>
          </p:cNvPr>
          <p:cNvSpPr>
            <a:spLocks noGrp="1"/>
          </p:cNvSpPr>
          <p:nvPr/>
        </p:nvSpPr>
        <p:spPr>
          <a:xfrm>
            <a:off x="723900" y="5305425"/>
            <a:ext cx="2000250" cy="266700"/>
          </a:xfrm>
          <a:prstGeom prst="rect">
            <a:avLst/>
          </a:prstGeom>
          <a:noFill/>
          <a:ln w="0">
            <a:noFill/>
            <a:prstDash val="solid"/>
          </a:ln>
        </p:spPr>
        <p:txBody>
          <a:bodyPr anchor="t"/>
          <a:lstStyle/>
          <a:p>
            <a:pPr algn="l">
              <a:defRPr sz="1350" b="1">
                <a:solidFill>
                  <a:srgbClr val="8FE1C3"/>
                </a:solidFill>
              </a:defRPr>
            </a:pPr>
            <a:r>
              <a:rPr sz="1350" b="1" dirty="0" err="1">
                <a:solidFill>
                  <a:srgbClr val="8FE1C3"/>
                </a:solidFill>
                <a:latin typeface="Kanit" panose="00000500000000000000" pitchFamily="2" charset="-34"/>
                <a:cs typeface="Kanit" panose="00000500000000000000" pitchFamily="2" charset="-34"/>
              </a:rPr>
              <a:t>ผลกระทบต่อธุรกิจ</a:t>
            </a:r>
            <a:endParaRPr sz="1350" b="1" dirty="0">
              <a:solidFill>
                <a:srgbClr val="8FE1C3"/>
              </a:solidFill>
              <a:latin typeface="Kanit" panose="00000500000000000000" pitchFamily="2" charset="-34"/>
              <a:cs typeface="Kanit" panose="00000500000000000000" pitchFamily="2" charset="-34"/>
            </a:endParaRPr>
          </a:p>
        </p:txBody>
      </p:sp>
      <p:sp>
        <p:nvSpPr>
          <p:cNvPr id="30" name="solution-band">
            <a:extLst>
              <a:ext uri="{FF2B5EF4-FFF2-40B4-BE49-F238E27FC236}">
                <a16:creationId xmlns:a16="http://schemas.microsoft.com/office/drawing/2014/main" id="{AED40444-7DE8-40E4-ADB0-E2B98610CDD8}"/>
              </a:ext>
            </a:extLst>
          </p:cNvPr>
          <p:cNvSpPr>
            <a:spLocks noGrp="1"/>
          </p:cNvSpPr>
          <p:nvPr/>
        </p:nvSpPr>
        <p:spPr>
          <a:xfrm>
            <a:off x="6048375" y="5200650"/>
            <a:ext cx="5648325" cy="1066800"/>
          </a:xfrm>
          <a:prstGeom prst="roundRect">
            <a:avLst>
              <a:gd name="adj" fmla="val 10714"/>
            </a:avLst>
          </a:prstGeom>
          <a:solidFill>
            <a:srgbClr val="E3F3EC"/>
          </a:solidFill>
          <a:ln w="0">
            <a:noFill/>
            <a:prstDash val="solid"/>
          </a:ln>
        </p:spPr>
        <p:txBody>
          <a:bodyPr/>
          <a:lstStyle/>
          <a:p>
            <a:endParaRPr lang="en-US"/>
          </a:p>
        </p:txBody>
      </p:sp>
      <p:sp>
        <p:nvSpPr>
          <p:cNvPr id="31" name="solution-label">
            <a:extLst>
              <a:ext uri="{FF2B5EF4-FFF2-40B4-BE49-F238E27FC236}">
                <a16:creationId xmlns:a16="http://schemas.microsoft.com/office/drawing/2014/main" id="{1E9BA78C-15C4-4CA3-B747-EE9CE17A7EED}"/>
              </a:ext>
            </a:extLst>
          </p:cNvPr>
          <p:cNvSpPr>
            <a:spLocks noGrp="1"/>
          </p:cNvSpPr>
          <p:nvPr/>
        </p:nvSpPr>
        <p:spPr>
          <a:xfrm>
            <a:off x="6276975" y="5381625"/>
            <a:ext cx="1809750" cy="266700"/>
          </a:xfrm>
          <a:prstGeom prst="rect">
            <a:avLst/>
          </a:prstGeom>
          <a:noFill/>
          <a:ln w="0">
            <a:noFill/>
            <a:prstDash val="solid"/>
          </a:ln>
        </p:spPr>
        <p:txBody>
          <a:bodyPr anchor="t"/>
          <a:lstStyle/>
          <a:p>
            <a:pPr algn="l">
              <a:defRPr sz="1350" b="1">
                <a:solidFill>
                  <a:srgbClr val="0B8F63"/>
                </a:solidFill>
              </a:defRPr>
            </a:pPr>
            <a:r>
              <a:rPr sz="1350" b="1" dirty="0" err="1">
                <a:solidFill>
                  <a:srgbClr val="0B8F63"/>
                </a:solidFill>
                <a:latin typeface="Kanit" panose="00000500000000000000" pitchFamily="2" charset="-34"/>
                <a:cs typeface="Kanit" panose="00000500000000000000" pitchFamily="2" charset="-34"/>
              </a:rPr>
              <a:t>แนวทางยกระดับ</a:t>
            </a:r>
            <a:endParaRPr sz="1350" b="1" dirty="0">
              <a:solidFill>
                <a:srgbClr val="0B8F63"/>
              </a:solidFill>
              <a:latin typeface="Kanit" panose="00000500000000000000" pitchFamily="2" charset="-34"/>
              <a:cs typeface="Kanit" panose="00000500000000000000" pitchFamily="2" charset="-34"/>
            </a:endParaRPr>
          </a:p>
        </p:txBody>
      </p:sp>
      <p:sp>
        <p:nvSpPr>
          <p:cNvPr id="32" name="solution-copy">
            <a:extLst>
              <a:ext uri="{FF2B5EF4-FFF2-40B4-BE49-F238E27FC236}">
                <a16:creationId xmlns:a16="http://schemas.microsoft.com/office/drawing/2014/main" id="{CE8F9E37-7A52-430F-8842-DD77DDF23C3D}"/>
              </a:ext>
            </a:extLst>
          </p:cNvPr>
          <p:cNvSpPr>
            <a:spLocks noGrp="1"/>
          </p:cNvSpPr>
          <p:nvPr/>
        </p:nvSpPr>
        <p:spPr>
          <a:xfrm>
            <a:off x="6276975" y="5695950"/>
            <a:ext cx="5048250" cy="266700"/>
          </a:xfrm>
          <a:prstGeom prst="rect">
            <a:avLst/>
          </a:prstGeom>
          <a:noFill/>
          <a:ln w="0">
            <a:noFill/>
            <a:prstDash val="solid"/>
          </a:ln>
        </p:spPr>
        <p:txBody>
          <a:bodyPr anchor="t"/>
          <a:lstStyle/>
          <a:p>
            <a:pPr algn="l">
              <a:defRPr sz="1500" b="1">
                <a:solidFill>
                  <a:srgbClr val="153D36"/>
                </a:solidFill>
              </a:defRPr>
            </a:pPr>
            <a:r>
              <a:rPr sz="1500" b="1">
                <a:solidFill>
                  <a:srgbClr val="153D36"/>
                </a:solidFill>
                <a:latin typeface="Kanit" panose="00000500000000000000" pitchFamily="2" charset="-34"/>
                <a:cs typeface="Kanit" panose="00000500000000000000" pitchFamily="2" charset="-34"/>
              </a:rPr>
              <a:t>ERP / Microsoft Dynamics 365 + RPA + AI + OCR</a:t>
            </a:r>
          </a:p>
        </p:txBody>
      </p:sp>
      <p:sp>
        <p:nvSpPr>
          <p:cNvPr id="33" name="solution-sub">
            <a:extLst>
              <a:ext uri="{FF2B5EF4-FFF2-40B4-BE49-F238E27FC236}">
                <a16:creationId xmlns:a16="http://schemas.microsoft.com/office/drawing/2014/main" id="{5EB869D3-CDC5-4A51-9D9A-DAF0B072BAB2}"/>
              </a:ext>
            </a:extLst>
          </p:cNvPr>
          <p:cNvSpPr>
            <a:spLocks noGrp="1"/>
          </p:cNvSpPr>
          <p:nvPr/>
        </p:nvSpPr>
        <p:spPr>
          <a:xfrm>
            <a:off x="6276975" y="5981700"/>
            <a:ext cx="5048250" cy="209550"/>
          </a:xfrm>
          <a:prstGeom prst="rect">
            <a:avLst/>
          </a:prstGeom>
          <a:noFill/>
          <a:ln w="0">
            <a:noFill/>
            <a:prstDash val="solid"/>
          </a:ln>
        </p:spPr>
        <p:txBody>
          <a:bodyPr anchor="t"/>
          <a:lstStyle/>
          <a:p>
            <a:pPr algn="l">
              <a:defRPr sz="1125" b="0">
                <a:solidFill>
                  <a:srgbClr val="4A625D"/>
                </a:solidFill>
              </a:defRPr>
            </a:pPr>
            <a:r>
              <a:rPr sz="1125" b="0">
                <a:solidFill>
                  <a:srgbClr val="4A625D"/>
                </a:solidFill>
                <a:latin typeface="Kanit" panose="00000500000000000000" pitchFamily="2" charset="-34"/>
                <a:cs typeface="Kanit" panose="00000500000000000000" pitchFamily="2" charset="-34"/>
              </a:rPr>
              <a:t>ลดงาน Manual • สร้างมาตรฐาน • ตรวจสอบย้อนหลังได้</a:t>
            </a:r>
          </a:p>
        </p:txBody>
      </p:sp>
      <p:sp>
        <p:nvSpPr>
          <p:cNvPr id="36" name="impact-copy">
            <a:extLst>
              <a:ext uri="{FF2B5EF4-FFF2-40B4-BE49-F238E27FC236}">
                <a16:creationId xmlns:a16="http://schemas.microsoft.com/office/drawing/2014/main" id="{8A2FCFAF-7420-8BEB-986D-26330083D945}"/>
              </a:ext>
            </a:extLst>
          </p:cNvPr>
          <p:cNvSpPr>
            <a:spLocks noGrp="1"/>
          </p:cNvSpPr>
          <p:nvPr/>
        </p:nvSpPr>
        <p:spPr>
          <a:xfrm>
            <a:off x="723900" y="5629275"/>
            <a:ext cx="4953000" cy="457200"/>
          </a:xfrm>
          <a:prstGeom prst="rect">
            <a:avLst/>
          </a:prstGeom>
          <a:noFill/>
          <a:ln w="0">
            <a:noFill/>
            <a:prstDash val="solid"/>
          </a:ln>
        </p:spPr>
        <p:txBody>
          <a:bodyPr anchor="t"/>
          <a:lstStyle/>
          <a:p>
            <a:pPr marL="285750" indent="-285750">
              <a:buFont typeface="Arial" panose="020B0604020202020204" pitchFamily="34" charset="0"/>
              <a:buChar char="•"/>
              <a:defRPr sz="1350" b="1">
                <a:solidFill>
                  <a:srgbClr val="FFFFFF"/>
                </a:solidFill>
              </a:defRPr>
            </a:pPr>
            <a:r>
              <a:rPr sz="1350" b="1" dirty="0" err="1">
                <a:solidFill>
                  <a:srgbClr val="FFFFFF"/>
                </a:solidFill>
                <a:latin typeface="Kanit" panose="00000500000000000000" pitchFamily="2" charset="-34"/>
                <a:cs typeface="Kanit" panose="00000500000000000000" pitchFamily="2" charset="-34"/>
              </a:rPr>
              <a:t>ข้อมูลคลาดเคลื่อน</a:t>
            </a:r>
            <a:r>
              <a:rPr sz="1350" b="1" dirty="0">
                <a:solidFill>
                  <a:srgbClr val="FFFFFF"/>
                </a:solidFill>
                <a:latin typeface="Kanit" panose="00000500000000000000" pitchFamily="2" charset="-34"/>
                <a:cs typeface="Kanit" panose="00000500000000000000" pitchFamily="2" charset="-34"/>
              </a:rPr>
              <a:t>  •  </a:t>
            </a:r>
            <a:r>
              <a:rPr sz="1350" b="1" dirty="0" err="1">
                <a:solidFill>
                  <a:srgbClr val="FFFFFF"/>
                </a:solidFill>
                <a:latin typeface="Kanit" panose="00000500000000000000" pitchFamily="2" charset="-34"/>
                <a:cs typeface="Kanit" panose="00000500000000000000" pitchFamily="2" charset="-34"/>
              </a:rPr>
              <a:t>ตัดสินใจไม่ทันเวลา</a:t>
            </a:r>
            <a:r>
              <a:rPr lang="en-US" sz="1350" b="1" dirty="0">
                <a:solidFill>
                  <a:srgbClr val="FFFFFF"/>
                </a:solidFill>
                <a:latin typeface="Kanit" panose="00000500000000000000" pitchFamily="2" charset="-34"/>
                <a:cs typeface="Kanit" panose="00000500000000000000" pitchFamily="2" charset="-34"/>
              </a:rPr>
              <a:t> </a:t>
            </a:r>
            <a:r>
              <a:rPr lang="th-TH" sz="1350" b="1" dirty="0">
                <a:solidFill>
                  <a:srgbClr val="FFFFFF"/>
                </a:solidFill>
                <a:latin typeface="Kanit" panose="00000500000000000000" pitchFamily="2" charset="-34"/>
                <a:cs typeface="Kanit" panose="00000500000000000000" pitchFamily="2" charset="-34"/>
              </a:rPr>
              <a:t>•  ปิดบัญชีล่าช้า</a:t>
            </a:r>
          </a:p>
        </p:txBody>
      </p:sp>
      <p:sp>
        <p:nvSpPr>
          <p:cNvPr id="35" name="age-mark">
            <a:extLst>
              <a:ext uri="{FF2B5EF4-FFF2-40B4-BE49-F238E27FC236}">
                <a16:creationId xmlns:a16="http://schemas.microsoft.com/office/drawing/2014/main" id="{22112BCF-9A78-77AE-4D93-7A625B1A7959}"/>
              </a:ext>
            </a:extLst>
          </p:cNvPr>
          <p:cNvSpPr>
            <a:spLocks noGrp="1"/>
          </p:cNvSpPr>
          <p:nvPr/>
        </p:nvSpPr>
        <p:spPr>
          <a:xfrm>
            <a:off x="10972800" y="419100"/>
            <a:ext cx="666750" cy="590550"/>
          </a:xfrm>
          <a:prstGeom prst="roundRect">
            <a:avLst>
              <a:gd name="adj" fmla="val 50000"/>
            </a:avLst>
          </a:prstGeom>
          <a:solidFill>
            <a:srgbClr val="E3F3EC"/>
          </a:solidFill>
          <a:ln w="0">
            <a:noFill/>
            <a:prstDash val="solid"/>
          </a:ln>
        </p:spPr>
        <p:txBody>
          <a:bodyPr/>
          <a:lstStyle/>
          <a:p>
            <a:endParaRPr lang="en-US"/>
          </a:p>
        </p:txBody>
      </p:sp>
      <p:sp>
        <p:nvSpPr>
          <p:cNvPr id="38" name="age">
            <a:extLst>
              <a:ext uri="{FF2B5EF4-FFF2-40B4-BE49-F238E27FC236}">
                <a16:creationId xmlns:a16="http://schemas.microsoft.com/office/drawing/2014/main" id="{80CED0F3-1850-1678-2DF4-0E7828479028}"/>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pic>
        <p:nvPicPr>
          <p:cNvPr id="40" name="Picture 39" descr="Home - บริษัท เอเชีย กรีน เอนเนอจี จำกัด (มหาชน)">
            <a:extLst>
              <a:ext uri="{FF2B5EF4-FFF2-40B4-BE49-F238E27FC236}">
                <a16:creationId xmlns:a16="http://schemas.microsoft.com/office/drawing/2014/main" id="{705CA1EA-5409-0DCA-48DF-2504A851737C}"/>
              </a:ext>
            </a:extLst>
          </p:cNvPr>
          <p:cNvPicPr>
            <a:picLocks noChangeAspect="1"/>
          </p:cNvPicPr>
          <p:nvPr/>
        </p:nvPicPr>
        <p:blipFill>
          <a:blip r:embed="rId3"/>
          <a:stretch>
            <a:fillRect/>
          </a:stretch>
        </p:blipFill>
        <p:spPr>
          <a:xfrm>
            <a:off x="11087411" y="584335"/>
            <a:ext cx="416319" cy="253866"/>
          </a:xfrm>
          <a:prstGeom prst="rect">
            <a:avLst/>
          </a:prstGeom>
        </p:spPr>
      </p:pic>
      <p:sp>
        <p:nvSpPr>
          <p:cNvPr id="5" name="Slide Number Placeholder 1">
            <a:extLst>
              <a:ext uri="{FF2B5EF4-FFF2-40B4-BE49-F238E27FC236}">
                <a16:creationId xmlns:a16="http://schemas.microsoft.com/office/drawing/2014/main" id="{50170E67-674A-E9DD-ED2F-B1D9E0F9DAFE}"/>
              </a:ext>
            </a:extLst>
          </p:cNvPr>
          <p:cNvSpPr txBox="1">
            <a:spLocks/>
          </p:cNvSpPr>
          <p:nvPr/>
        </p:nvSpPr>
        <p:spPr>
          <a:xfrm>
            <a:off x="10728900" y="6600237"/>
            <a:ext cx="1422400" cy="2434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46">
              <a:defRPr/>
            </a:pPr>
            <a:fld id="{5E5634F8-C5C6-4843-9A92-B93B76582613}" type="slidenum">
              <a:rPr lang="en-US" sz="1333" smtClean="0">
                <a:solidFill>
                  <a:prstClr val="black"/>
                </a:solidFill>
                <a:latin typeface="Poppins" panose="00000500000000000000" pitchFamily="2" charset="0"/>
                <a:cs typeface="Poppins" panose="00000500000000000000" pitchFamily="2" charset="0"/>
              </a:rPr>
              <a:pPr algn="r" defTabSz="914446">
                <a:defRPr/>
              </a:pPr>
              <a:t>4</a:t>
            </a:fld>
            <a:endParaRPr lang="en-US" sz="1333" dirty="0">
              <a:solidFill>
                <a:prstClr val="black"/>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973265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op-line">
            <a:extLst>
              <a:ext uri="{FF2B5EF4-FFF2-40B4-BE49-F238E27FC236}">
                <a16:creationId xmlns:a16="http://schemas.microsoft.com/office/drawing/2014/main" id="{B7856516-49F7-4FEC-9FA8-D3A9C7DA78D8}"/>
              </a:ext>
            </a:extLst>
          </p:cNvPr>
          <p:cNvSpPr>
            <a:spLocks noGrp="1"/>
          </p:cNvSpPr>
          <p:nvPr/>
        </p:nvSpPr>
        <p:spPr>
          <a:xfrm>
            <a:off x="0" y="0"/>
            <a:ext cx="12192000" cy="114300"/>
          </a:xfrm>
          <a:prstGeom prst="rect">
            <a:avLst/>
          </a:prstGeom>
          <a:solidFill>
            <a:srgbClr val="0A8F62"/>
          </a:solidFill>
          <a:ln w="0">
            <a:noFill/>
            <a:prstDash val="solid"/>
          </a:ln>
        </p:spPr>
        <p:txBody>
          <a:bodyPr/>
          <a:lstStyle/>
          <a:p>
            <a:endParaRPr lang="en-US"/>
          </a:p>
        </p:txBody>
      </p:sp>
      <p:sp>
        <p:nvSpPr>
          <p:cNvPr id="2" name="eyebrow">
            <a:extLst>
              <a:ext uri="{FF2B5EF4-FFF2-40B4-BE49-F238E27FC236}">
                <a16:creationId xmlns:a16="http://schemas.microsoft.com/office/drawing/2014/main" id="{F1F274F9-4B78-41F6-960F-3DFF174C83E2}"/>
              </a:ext>
            </a:extLst>
          </p:cNvPr>
          <p:cNvSpPr>
            <a:spLocks noGrp="1"/>
          </p:cNvSpPr>
          <p:nvPr/>
        </p:nvSpPr>
        <p:spPr>
          <a:xfrm>
            <a:off x="552450" y="342900"/>
            <a:ext cx="4191000" cy="228600"/>
          </a:xfrm>
          <a:prstGeom prst="rect">
            <a:avLst/>
          </a:prstGeom>
          <a:noFill/>
          <a:ln w="0">
            <a:noFill/>
            <a:prstDash val="solid"/>
          </a:ln>
        </p:spPr>
        <p:txBody>
          <a:bodyPr anchor="t"/>
          <a:lstStyle/>
          <a:p>
            <a:pPr algn="l">
              <a:defRPr sz="975" b="1">
                <a:solidFill>
                  <a:srgbClr val="0A8F62"/>
                </a:solidFill>
              </a:defRPr>
            </a:pPr>
            <a:r>
              <a:rPr sz="975" dirty="0">
                <a:solidFill>
                  <a:srgbClr val="0A8F62"/>
                </a:solidFill>
                <a:latin typeface="Kanit" panose="00000500000000000000" pitchFamily="2" charset="-34"/>
                <a:cs typeface="Kanit" panose="00000500000000000000" pitchFamily="2" charset="-34"/>
              </a:rPr>
              <a:t>AGE | </a:t>
            </a:r>
            <a:r>
              <a:rPr lang="en-US" sz="975" dirty="0">
                <a:solidFill>
                  <a:srgbClr val="0A8F62"/>
                </a:solidFill>
                <a:latin typeface="Kanit" panose="00000500000000000000" pitchFamily="2" charset="-34"/>
                <a:cs typeface="Kanit" panose="00000500000000000000" pitchFamily="2" charset="-34"/>
              </a:rPr>
              <a:t>OBJECTIVES &amp; EXPECTED OUTCOMES</a:t>
            </a:r>
            <a:endParaRPr sz="975" dirty="0">
              <a:solidFill>
                <a:srgbClr val="0A8F62"/>
              </a:solidFill>
              <a:latin typeface="Kanit" panose="00000500000000000000" pitchFamily="2" charset="-34"/>
              <a:cs typeface="Kanit" panose="00000500000000000000" pitchFamily="2" charset="-34"/>
            </a:endParaRPr>
          </a:p>
        </p:txBody>
      </p:sp>
      <p:sp>
        <p:nvSpPr>
          <p:cNvPr id="3" name="title">
            <a:extLst>
              <a:ext uri="{FF2B5EF4-FFF2-40B4-BE49-F238E27FC236}">
                <a16:creationId xmlns:a16="http://schemas.microsoft.com/office/drawing/2014/main" id="{4B46201F-93CA-4743-BBBF-4800AFB81447}"/>
              </a:ext>
            </a:extLst>
          </p:cNvPr>
          <p:cNvSpPr>
            <a:spLocks noGrp="1"/>
          </p:cNvSpPr>
          <p:nvPr/>
        </p:nvSpPr>
        <p:spPr>
          <a:xfrm>
            <a:off x="552450" y="647700"/>
            <a:ext cx="10477500" cy="495300"/>
          </a:xfrm>
          <a:prstGeom prst="rect">
            <a:avLst/>
          </a:prstGeom>
          <a:noFill/>
          <a:ln w="0">
            <a:noFill/>
            <a:prstDash val="solid"/>
          </a:ln>
        </p:spPr>
        <p:txBody>
          <a:bodyPr anchor="t"/>
          <a:lstStyle/>
          <a:p>
            <a:pPr algn="l">
              <a:defRPr sz="2625" b="1">
                <a:solidFill>
                  <a:srgbClr val="143E36"/>
                </a:solidFill>
              </a:defRPr>
            </a:pPr>
            <a:r>
              <a:rPr sz="2625" b="1" dirty="0" err="1">
                <a:solidFill>
                  <a:srgbClr val="143E36"/>
                </a:solidFill>
                <a:latin typeface="Kanit" panose="00000500000000000000" pitchFamily="2" charset="-34"/>
                <a:cs typeface="Kanit" panose="00000500000000000000" pitchFamily="2" charset="-34"/>
              </a:rPr>
              <a:t>วัตถุประสงค์และผลลัพธ์ที่คาดว่าจะได้รับจาก</a:t>
            </a:r>
            <a:r>
              <a:rPr sz="2625" b="1" dirty="0">
                <a:solidFill>
                  <a:srgbClr val="143E36"/>
                </a:solidFill>
                <a:latin typeface="Kanit" panose="00000500000000000000" pitchFamily="2" charset="-34"/>
                <a:cs typeface="Kanit" panose="00000500000000000000" pitchFamily="2" charset="-34"/>
              </a:rPr>
              <a:t> 8 </a:t>
            </a:r>
            <a:r>
              <a:rPr sz="2625" b="1" dirty="0" err="1">
                <a:solidFill>
                  <a:srgbClr val="143E36"/>
                </a:solidFill>
                <a:latin typeface="Kanit" panose="00000500000000000000" pitchFamily="2" charset="-34"/>
                <a:cs typeface="Kanit" panose="00000500000000000000" pitchFamily="2" charset="-34"/>
              </a:rPr>
              <a:t>กระบวนการ</a:t>
            </a:r>
            <a:endParaRPr sz="2625" b="1" dirty="0">
              <a:solidFill>
                <a:srgbClr val="143E36"/>
              </a:solidFill>
              <a:latin typeface="Kanit" panose="00000500000000000000" pitchFamily="2" charset="-34"/>
              <a:cs typeface="Kanit" panose="00000500000000000000" pitchFamily="2" charset="-34"/>
            </a:endParaRPr>
          </a:p>
        </p:txBody>
      </p:sp>
      <p:sp>
        <p:nvSpPr>
          <p:cNvPr id="4" name="subtitle">
            <a:extLst>
              <a:ext uri="{FF2B5EF4-FFF2-40B4-BE49-F238E27FC236}">
                <a16:creationId xmlns:a16="http://schemas.microsoft.com/office/drawing/2014/main" id="{41BBEA72-EF9F-4284-8DDA-497FB165EE37}"/>
              </a:ext>
            </a:extLst>
          </p:cNvPr>
          <p:cNvSpPr>
            <a:spLocks noGrp="1"/>
          </p:cNvSpPr>
          <p:nvPr/>
        </p:nvSpPr>
        <p:spPr>
          <a:xfrm>
            <a:off x="552450" y="1181100"/>
            <a:ext cx="10477500" cy="323850"/>
          </a:xfrm>
          <a:prstGeom prst="rect">
            <a:avLst/>
          </a:prstGeom>
          <a:noFill/>
          <a:ln w="0">
            <a:noFill/>
            <a:prstDash val="solid"/>
          </a:ln>
        </p:spPr>
        <p:txBody>
          <a:bodyPr anchor="t"/>
          <a:lstStyle/>
          <a:p>
            <a:pPr algn="l">
              <a:defRPr sz="1350" b="0">
                <a:solidFill>
                  <a:srgbClr val="59706B"/>
                </a:solidFill>
              </a:defRPr>
            </a:pPr>
            <a:r>
              <a:rPr sz="1350" b="0">
                <a:solidFill>
                  <a:srgbClr val="59706B"/>
                </a:solidFill>
                <a:latin typeface="Kanit" panose="00000500000000000000" pitchFamily="2" charset="-34"/>
                <a:cs typeface="Kanit" panose="00000500000000000000" pitchFamily="2" charset="-34"/>
              </a:rPr>
              <a:t>ยกระดับงานบัญชีจากการทำงานแบบ Manual สู่กระบวนการอัตโนมัติที่รวดเร็ว ถูกต้อง และตรวจสอบได้</a:t>
            </a:r>
          </a:p>
        </p:txBody>
      </p:sp>
      <p:sp>
        <p:nvSpPr>
          <p:cNvPr id="7" name="objective-field">
            <a:extLst>
              <a:ext uri="{FF2B5EF4-FFF2-40B4-BE49-F238E27FC236}">
                <a16:creationId xmlns:a16="http://schemas.microsoft.com/office/drawing/2014/main" id="{AAF667F6-64EA-4CDE-BC91-76C72D46E5FC}"/>
              </a:ext>
            </a:extLst>
          </p:cNvPr>
          <p:cNvSpPr>
            <a:spLocks noGrp="1"/>
          </p:cNvSpPr>
          <p:nvPr/>
        </p:nvSpPr>
        <p:spPr>
          <a:xfrm>
            <a:off x="457200" y="1771650"/>
            <a:ext cx="5467350" cy="3752850"/>
          </a:xfrm>
          <a:prstGeom prst="roundRect">
            <a:avLst>
              <a:gd name="adj" fmla="val 4061"/>
            </a:avLst>
          </a:prstGeom>
          <a:solidFill>
            <a:srgbClr val="173F38"/>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8" name="outcome-field">
            <a:extLst>
              <a:ext uri="{FF2B5EF4-FFF2-40B4-BE49-F238E27FC236}">
                <a16:creationId xmlns:a16="http://schemas.microsoft.com/office/drawing/2014/main" id="{67CCC762-D5D7-4D8B-A9A1-1011872079BC}"/>
              </a:ext>
            </a:extLst>
          </p:cNvPr>
          <p:cNvSpPr>
            <a:spLocks noGrp="1"/>
          </p:cNvSpPr>
          <p:nvPr/>
        </p:nvSpPr>
        <p:spPr>
          <a:xfrm>
            <a:off x="6115050" y="1771650"/>
            <a:ext cx="5619750" cy="3752850"/>
          </a:xfrm>
          <a:prstGeom prst="roundRect">
            <a:avLst>
              <a:gd name="adj" fmla="val 4061"/>
            </a:avLst>
          </a:prstGeom>
          <a:solidFill>
            <a:srgbClr val="FFFFFF"/>
          </a:solidFill>
          <a:ln w="9525">
            <a:solidFill>
              <a:srgbClr val="DCE9E4"/>
            </a:solidFill>
            <a:prstDash val="solid"/>
          </a:ln>
        </p:spPr>
        <p:txBody>
          <a:bodyPr/>
          <a:lstStyle/>
          <a:p>
            <a:endParaRPr lang="en-US">
              <a:latin typeface="Kanit" panose="00000500000000000000" pitchFamily="2" charset="-34"/>
              <a:cs typeface="Kanit" panose="00000500000000000000" pitchFamily="2" charset="-34"/>
            </a:endParaRPr>
          </a:p>
        </p:txBody>
      </p:sp>
      <p:sp>
        <p:nvSpPr>
          <p:cNvPr id="9" name="objective-kicker">
            <a:extLst>
              <a:ext uri="{FF2B5EF4-FFF2-40B4-BE49-F238E27FC236}">
                <a16:creationId xmlns:a16="http://schemas.microsoft.com/office/drawing/2014/main" id="{05EF3ADE-0632-423E-A870-0EC00BCE408A}"/>
              </a:ext>
            </a:extLst>
          </p:cNvPr>
          <p:cNvSpPr>
            <a:spLocks noGrp="1"/>
          </p:cNvSpPr>
          <p:nvPr/>
        </p:nvSpPr>
        <p:spPr>
          <a:xfrm>
            <a:off x="742950" y="2019300"/>
            <a:ext cx="4572000" cy="361950"/>
          </a:xfrm>
          <a:prstGeom prst="rect">
            <a:avLst/>
          </a:prstGeom>
          <a:noFill/>
          <a:ln w="0">
            <a:noFill/>
            <a:prstDash val="solid"/>
          </a:ln>
        </p:spPr>
        <p:txBody>
          <a:bodyPr anchor="t"/>
          <a:lstStyle/>
          <a:p>
            <a:pPr algn="l">
              <a:defRPr sz="1800" b="1">
                <a:solidFill>
                  <a:srgbClr val="8FE1C3"/>
                </a:solidFill>
              </a:defRPr>
            </a:pPr>
            <a:r>
              <a:rPr sz="1800" b="1">
                <a:solidFill>
                  <a:srgbClr val="8FE1C3"/>
                </a:solidFill>
                <a:latin typeface="Kanit" panose="00000500000000000000" pitchFamily="2" charset="-34"/>
                <a:cs typeface="Kanit" panose="00000500000000000000" pitchFamily="2" charset="-34"/>
              </a:rPr>
              <a:t>01  วัตถุประสงค์ของโครงการ</a:t>
            </a:r>
          </a:p>
        </p:txBody>
      </p:sp>
      <p:sp>
        <p:nvSpPr>
          <p:cNvPr id="10" name="obj-num-0">
            <a:extLst>
              <a:ext uri="{FF2B5EF4-FFF2-40B4-BE49-F238E27FC236}">
                <a16:creationId xmlns:a16="http://schemas.microsoft.com/office/drawing/2014/main" id="{AEB4C6E1-CD99-4857-8C40-B99EFB7AFAFD}"/>
              </a:ext>
            </a:extLst>
          </p:cNvPr>
          <p:cNvSpPr>
            <a:spLocks noGrp="1"/>
          </p:cNvSpPr>
          <p:nvPr/>
        </p:nvSpPr>
        <p:spPr>
          <a:xfrm>
            <a:off x="742950" y="2619375"/>
            <a:ext cx="400050" cy="247650"/>
          </a:xfrm>
          <a:prstGeom prst="rect">
            <a:avLst/>
          </a:prstGeom>
          <a:noFill/>
          <a:ln w="0">
            <a:noFill/>
            <a:prstDash val="solid"/>
          </a:ln>
        </p:spPr>
        <p:txBody>
          <a:bodyPr anchor="t"/>
          <a:lstStyle/>
          <a:p>
            <a:pPr algn="l">
              <a:defRPr sz="1125" b="1">
                <a:solidFill>
                  <a:srgbClr val="65CDA8"/>
                </a:solidFill>
              </a:defRPr>
            </a:pPr>
            <a:r>
              <a:rPr sz="1125" b="1">
                <a:solidFill>
                  <a:srgbClr val="65CDA8"/>
                </a:solidFill>
                <a:latin typeface="Kanit" panose="00000500000000000000" pitchFamily="2" charset="-34"/>
                <a:cs typeface="Kanit" panose="00000500000000000000" pitchFamily="2" charset="-34"/>
              </a:rPr>
              <a:t>01</a:t>
            </a:r>
          </a:p>
        </p:txBody>
      </p:sp>
      <p:sp>
        <p:nvSpPr>
          <p:cNvPr id="11" name="obj-head-0">
            <a:extLst>
              <a:ext uri="{FF2B5EF4-FFF2-40B4-BE49-F238E27FC236}">
                <a16:creationId xmlns:a16="http://schemas.microsoft.com/office/drawing/2014/main" id="{D2AF2745-0BFD-475E-B9DB-E6735A890DE5}"/>
              </a:ext>
            </a:extLst>
          </p:cNvPr>
          <p:cNvSpPr>
            <a:spLocks noGrp="1"/>
          </p:cNvSpPr>
          <p:nvPr/>
        </p:nvSpPr>
        <p:spPr>
          <a:xfrm>
            <a:off x="1200150" y="2600325"/>
            <a:ext cx="1619250" cy="247650"/>
          </a:xfrm>
          <a:prstGeom prst="rect">
            <a:avLst/>
          </a:prstGeom>
          <a:noFill/>
          <a:ln w="0">
            <a:noFill/>
            <a:prstDash val="solid"/>
          </a:ln>
        </p:spPr>
        <p:txBody>
          <a:bodyPr anchor="t"/>
          <a:lstStyle/>
          <a:p>
            <a:pPr algn="l">
              <a:defRPr sz="1350" b="1">
                <a:solidFill>
                  <a:srgbClr val="FFFFFF"/>
                </a:solidFill>
              </a:defRPr>
            </a:pPr>
            <a:r>
              <a:rPr sz="1350" b="1">
                <a:solidFill>
                  <a:srgbClr val="FFFFFF"/>
                </a:solidFill>
                <a:latin typeface="Kanit" panose="00000500000000000000" pitchFamily="2" charset="-34"/>
                <a:cs typeface="Kanit" panose="00000500000000000000" pitchFamily="2" charset="-34"/>
              </a:rPr>
              <a:t>ยกระดับกระบวนการ</a:t>
            </a:r>
          </a:p>
        </p:txBody>
      </p:sp>
      <p:sp>
        <p:nvSpPr>
          <p:cNvPr id="12" name="obj-body-0">
            <a:extLst>
              <a:ext uri="{FF2B5EF4-FFF2-40B4-BE49-F238E27FC236}">
                <a16:creationId xmlns:a16="http://schemas.microsoft.com/office/drawing/2014/main" id="{FE2510DF-8B37-45B9-A447-0CFBF20A5D9A}"/>
              </a:ext>
            </a:extLst>
          </p:cNvPr>
          <p:cNvSpPr>
            <a:spLocks noGrp="1"/>
          </p:cNvSpPr>
          <p:nvPr/>
        </p:nvSpPr>
        <p:spPr>
          <a:xfrm>
            <a:off x="1200150" y="2867025"/>
            <a:ext cx="4210050" cy="323850"/>
          </a:xfrm>
          <a:prstGeom prst="rect">
            <a:avLst/>
          </a:prstGeom>
          <a:noFill/>
          <a:ln w="0">
            <a:noFill/>
            <a:prstDash val="solid"/>
          </a:ln>
        </p:spPr>
        <p:txBody>
          <a:bodyPr anchor="t"/>
          <a:lstStyle/>
          <a:p>
            <a:pPr algn="l">
              <a:defRPr sz="1125" b="0">
                <a:solidFill>
                  <a:srgbClr val="D5E6E1"/>
                </a:solidFill>
              </a:defRPr>
            </a:pPr>
            <a:r>
              <a:rPr sz="1125" b="0">
                <a:solidFill>
                  <a:srgbClr val="D5E6E1"/>
                </a:solidFill>
                <a:latin typeface="Kanit" panose="00000500000000000000" pitchFamily="2" charset="-34"/>
                <a:cs typeface="Kanit" panose="00000500000000000000" pitchFamily="2" charset="-34"/>
              </a:rPr>
              <a:t>ประยุกต์ใช้ ERP, RPA, AI และ OCR กับงานบัญชี</a:t>
            </a:r>
          </a:p>
        </p:txBody>
      </p:sp>
      <p:sp>
        <p:nvSpPr>
          <p:cNvPr id="13" name="obj-num-1">
            <a:extLst>
              <a:ext uri="{FF2B5EF4-FFF2-40B4-BE49-F238E27FC236}">
                <a16:creationId xmlns:a16="http://schemas.microsoft.com/office/drawing/2014/main" id="{172BD0F2-026B-4059-AA45-48848A2F0897}"/>
              </a:ext>
            </a:extLst>
          </p:cNvPr>
          <p:cNvSpPr>
            <a:spLocks noGrp="1"/>
          </p:cNvSpPr>
          <p:nvPr/>
        </p:nvSpPr>
        <p:spPr>
          <a:xfrm>
            <a:off x="742950" y="3286125"/>
            <a:ext cx="400050" cy="247650"/>
          </a:xfrm>
          <a:prstGeom prst="rect">
            <a:avLst/>
          </a:prstGeom>
          <a:noFill/>
          <a:ln w="0">
            <a:noFill/>
            <a:prstDash val="solid"/>
          </a:ln>
        </p:spPr>
        <p:txBody>
          <a:bodyPr anchor="t"/>
          <a:lstStyle/>
          <a:p>
            <a:pPr algn="l">
              <a:defRPr sz="1125" b="1">
                <a:solidFill>
                  <a:srgbClr val="65CDA8"/>
                </a:solidFill>
              </a:defRPr>
            </a:pPr>
            <a:r>
              <a:rPr sz="1125" b="1">
                <a:solidFill>
                  <a:srgbClr val="65CDA8"/>
                </a:solidFill>
                <a:latin typeface="Kanit" panose="00000500000000000000" pitchFamily="2" charset="-34"/>
                <a:cs typeface="Kanit" panose="00000500000000000000" pitchFamily="2" charset="-34"/>
              </a:rPr>
              <a:t>02</a:t>
            </a:r>
          </a:p>
        </p:txBody>
      </p:sp>
      <p:sp>
        <p:nvSpPr>
          <p:cNvPr id="14" name="obj-head-1">
            <a:extLst>
              <a:ext uri="{FF2B5EF4-FFF2-40B4-BE49-F238E27FC236}">
                <a16:creationId xmlns:a16="http://schemas.microsoft.com/office/drawing/2014/main" id="{92F2B79C-52E9-4377-A283-C58226F5B7C4}"/>
              </a:ext>
            </a:extLst>
          </p:cNvPr>
          <p:cNvSpPr>
            <a:spLocks noGrp="1"/>
          </p:cNvSpPr>
          <p:nvPr/>
        </p:nvSpPr>
        <p:spPr>
          <a:xfrm>
            <a:off x="1200150" y="3267075"/>
            <a:ext cx="1619250" cy="247650"/>
          </a:xfrm>
          <a:prstGeom prst="rect">
            <a:avLst/>
          </a:prstGeom>
          <a:noFill/>
          <a:ln w="0">
            <a:noFill/>
            <a:prstDash val="solid"/>
          </a:ln>
        </p:spPr>
        <p:txBody>
          <a:bodyPr anchor="t"/>
          <a:lstStyle/>
          <a:p>
            <a:pPr algn="l">
              <a:defRPr sz="1350" b="1">
                <a:solidFill>
                  <a:srgbClr val="FFFFFF"/>
                </a:solidFill>
              </a:defRPr>
            </a:pPr>
            <a:r>
              <a:rPr sz="1350" b="1">
                <a:solidFill>
                  <a:srgbClr val="FFFFFF"/>
                </a:solidFill>
                <a:latin typeface="Kanit" panose="00000500000000000000" pitchFamily="2" charset="-34"/>
                <a:cs typeface="Kanit" panose="00000500000000000000" pitchFamily="2" charset="-34"/>
              </a:rPr>
              <a:t>ลดงาน Manual</a:t>
            </a:r>
          </a:p>
        </p:txBody>
      </p:sp>
      <p:sp>
        <p:nvSpPr>
          <p:cNvPr id="15" name="obj-body-1">
            <a:extLst>
              <a:ext uri="{FF2B5EF4-FFF2-40B4-BE49-F238E27FC236}">
                <a16:creationId xmlns:a16="http://schemas.microsoft.com/office/drawing/2014/main" id="{45E02884-2C03-40E1-AC72-5E7AFAECD2BA}"/>
              </a:ext>
            </a:extLst>
          </p:cNvPr>
          <p:cNvSpPr>
            <a:spLocks noGrp="1"/>
          </p:cNvSpPr>
          <p:nvPr/>
        </p:nvSpPr>
        <p:spPr>
          <a:xfrm>
            <a:off x="1200150" y="3533775"/>
            <a:ext cx="4210050" cy="323850"/>
          </a:xfrm>
          <a:prstGeom prst="rect">
            <a:avLst/>
          </a:prstGeom>
          <a:noFill/>
          <a:ln w="0">
            <a:noFill/>
            <a:prstDash val="solid"/>
          </a:ln>
        </p:spPr>
        <p:txBody>
          <a:bodyPr anchor="t"/>
          <a:lstStyle/>
          <a:p>
            <a:pPr algn="l">
              <a:defRPr sz="1125" b="0">
                <a:solidFill>
                  <a:srgbClr val="D5E6E1"/>
                </a:solidFill>
              </a:defRPr>
            </a:pPr>
            <a:r>
              <a:rPr sz="1125" b="0">
                <a:solidFill>
                  <a:srgbClr val="D5E6E1"/>
                </a:solidFill>
                <a:latin typeface="Kanit" panose="00000500000000000000" pitchFamily="2" charset="-34"/>
                <a:cs typeface="Kanit" panose="00000500000000000000" pitchFamily="2" charset="-34"/>
              </a:rPr>
              <a:t>ลดงานคีย์ข้อมูล ตรวจสอบ และงานประจำที่ทำซ้ำ</a:t>
            </a:r>
          </a:p>
        </p:txBody>
      </p:sp>
      <p:sp>
        <p:nvSpPr>
          <p:cNvPr id="16" name="obj-num-2">
            <a:extLst>
              <a:ext uri="{FF2B5EF4-FFF2-40B4-BE49-F238E27FC236}">
                <a16:creationId xmlns:a16="http://schemas.microsoft.com/office/drawing/2014/main" id="{36137D65-7691-4343-A5EB-6F7499D771E9}"/>
              </a:ext>
            </a:extLst>
          </p:cNvPr>
          <p:cNvSpPr>
            <a:spLocks noGrp="1"/>
          </p:cNvSpPr>
          <p:nvPr/>
        </p:nvSpPr>
        <p:spPr>
          <a:xfrm>
            <a:off x="742950" y="3952875"/>
            <a:ext cx="400050" cy="247650"/>
          </a:xfrm>
          <a:prstGeom prst="rect">
            <a:avLst/>
          </a:prstGeom>
          <a:noFill/>
          <a:ln w="0">
            <a:noFill/>
            <a:prstDash val="solid"/>
          </a:ln>
        </p:spPr>
        <p:txBody>
          <a:bodyPr anchor="t"/>
          <a:lstStyle/>
          <a:p>
            <a:pPr algn="l">
              <a:defRPr sz="1125" b="1">
                <a:solidFill>
                  <a:srgbClr val="65CDA8"/>
                </a:solidFill>
              </a:defRPr>
            </a:pPr>
            <a:r>
              <a:rPr sz="1125" b="1">
                <a:solidFill>
                  <a:srgbClr val="65CDA8"/>
                </a:solidFill>
                <a:latin typeface="Kanit" panose="00000500000000000000" pitchFamily="2" charset="-34"/>
                <a:cs typeface="Kanit" panose="00000500000000000000" pitchFamily="2" charset="-34"/>
              </a:rPr>
              <a:t>03</a:t>
            </a:r>
          </a:p>
        </p:txBody>
      </p:sp>
      <p:sp>
        <p:nvSpPr>
          <p:cNvPr id="17" name="obj-head-2">
            <a:extLst>
              <a:ext uri="{FF2B5EF4-FFF2-40B4-BE49-F238E27FC236}">
                <a16:creationId xmlns:a16="http://schemas.microsoft.com/office/drawing/2014/main" id="{2BC28139-0076-4C0E-8615-7972D9988705}"/>
              </a:ext>
            </a:extLst>
          </p:cNvPr>
          <p:cNvSpPr>
            <a:spLocks noGrp="1"/>
          </p:cNvSpPr>
          <p:nvPr/>
        </p:nvSpPr>
        <p:spPr>
          <a:xfrm>
            <a:off x="1200150" y="3933825"/>
            <a:ext cx="1619250" cy="247650"/>
          </a:xfrm>
          <a:prstGeom prst="rect">
            <a:avLst/>
          </a:prstGeom>
          <a:noFill/>
          <a:ln w="0">
            <a:noFill/>
            <a:prstDash val="solid"/>
          </a:ln>
        </p:spPr>
        <p:txBody>
          <a:bodyPr anchor="t"/>
          <a:lstStyle/>
          <a:p>
            <a:pPr algn="l">
              <a:defRPr sz="1350" b="1">
                <a:solidFill>
                  <a:srgbClr val="FFFFFF"/>
                </a:solidFill>
              </a:defRPr>
            </a:pPr>
            <a:r>
              <a:rPr sz="1350" b="1">
                <a:solidFill>
                  <a:srgbClr val="FFFFFF"/>
                </a:solidFill>
                <a:latin typeface="Kanit" panose="00000500000000000000" pitchFamily="2" charset="-34"/>
                <a:cs typeface="Kanit" panose="00000500000000000000" pitchFamily="2" charset="-34"/>
              </a:rPr>
              <a:t>เชื่อมโยงข้อมูล</a:t>
            </a:r>
          </a:p>
        </p:txBody>
      </p:sp>
      <p:sp>
        <p:nvSpPr>
          <p:cNvPr id="18" name="obj-body-2">
            <a:extLst>
              <a:ext uri="{FF2B5EF4-FFF2-40B4-BE49-F238E27FC236}">
                <a16:creationId xmlns:a16="http://schemas.microsoft.com/office/drawing/2014/main" id="{81EE06EF-DEB0-4479-9A21-62EE2B561BED}"/>
              </a:ext>
            </a:extLst>
          </p:cNvPr>
          <p:cNvSpPr>
            <a:spLocks noGrp="1"/>
          </p:cNvSpPr>
          <p:nvPr/>
        </p:nvSpPr>
        <p:spPr>
          <a:xfrm>
            <a:off x="1200150" y="4200525"/>
            <a:ext cx="4210050" cy="323850"/>
          </a:xfrm>
          <a:prstGeom prst="rect">
            <a:avLst/>
          </a:prstGeom>
          <a:noFill/>
          <a:ln w="0">
            <a:noFill/>
            <a:prstDash val="solid"/>
          </a:ln>
        </p:spPr>
        <p:txBody>
          <a:bodyPr anchor="t"/>
          <a:lstStyle/>
          <a:p>
            <a:pPr algn="l">
              <a:defRPr sz="1125" b="0">
                <a:solidFill>
                  <a:srgbClr val="D5E6E1"/>
                </a:solidFill>
              </a:defRPr>
            </a:pPr>
            <a:r>
              <a:rPr sz="1125" b="0">
                <a:solidFill>
                  <a:srgbClr val="D5E6E1"/>
                </a:solidFill>
                <a:latin typeface="Kanit" panose="00000500000000000000" pitchFamily="2" charset="-34"/>
                <a:cs typeface="Kanit" panose="00000500000000000000" pitchFamily="2" charset="-34"/>
              </a:rPr>
              <a:t>จัดการข้อมูลจากเอกสาร ธนาคาร และระบบบัญชีอย่างเป็นระบบ</a:t>
            </a:r>
          </a:p>
        </p:txBody>
      </p:sp>
      <p:sp>
        <p:nvSpPr>
          <p:cNvPr id="19" name="obj-num-3">
            <a:extLst>
              <a:ext uri="{FF2B5EF4-FFF2-40B4-BE49-F238E27FC236}">
                <a16:creationId xmlns:a16="http://schemas.microsoft.com/office/drawing/2014/main" id="{C33CCC1B-1CF5-4928-84AC-C77CB03F420C}"/>
              </a:ext>
            </a:extLst>
          </p:cNvPr>
          <p:cNvSpPr>
            <a:spLocks noGrp="1"/>
          </p:cNvSpPr>
          <p:nvPr/>
        </p:nvSpPr>
        <p:spPr>
          <a:xfrm>
            <a:off x="742950" y="4619625"/>
            <a:ext cx="400050" cy="247650"/>
          </a:xfrm>
          <a:prstGeom prst="rect">
            <a:avLst/>
          </a:prstGeom>
          <a:noFill/>
          <a:ln w="0">
            <a:noFill/>
            <a:prstDash val="solid"/>
          </a:ln>
        </p:spPr>
        <p:txBody>
          <a:bodyPr anchor="t"/>
          <a:lstStyle/>
          <a:p>
            <a:pPr algn="l">
              <a:defRPr sz="1125" b="1">
                <a:solidFill>
                  <a:srgbClr val="65CDA8"/>
                </a:solidFill>
              </a:defRPr>
            </a:pPr>
            <a:r>
              <a:rPr sz="1125" b="1">
                <a:solidFill>
                  <a:srgbClr val="65CDA8"/>
                </a:solidFill>
                <a:latin typeface="Kanit" panose="00000500000000000000" pitchFamily="2" charset="-34"/>
                <a:cs typeface="Kanit" panose="00000500000000000000" pitchFamily="2" charset="-34"/>
              </a:rPr>
              <a:t>04</a:t>
            </a:r>
          </a:p>
        </p:txBody>
      </p:sp>
      <p:sp>
        <p:nvSpPr>
          <p:cNvPr id="20" name="obj-head-3">
            <a:extLst>
              <a:ext uri="{FF2B5EF4-FFF2-40B4-BE49-F238E27FC236}">
                <a16:creationId xmlns:a16="http://schemas.microsoft.com/office/drawing/2014/main" id="{CCFED117-AEE5-4BF2-8E67-4C7EF1BEBF2B}"/>
              </a:ext>
            </a:extLst>
          </p:cNvPr>
          <p:cNvSpPr>
            <a:spLocks noGrp="1"/>
          </p:cNvSpPr>
          <p:nvPr/>
        </p:nvSpPr>
        <p:spPr>
          <a:xfrm>
            <a:off x="1200150" y="4600575"/>
            <a:ext cx="1619250" cy="247650"/>
          </a:xfrm>
          <a:prstGeom prst="rect">
            <a:avLst/>
          </a:prstGeom>
          <a:noFill/>
          <a:ln w="0">
            <a:noFill/>
            <a:prstDash val="solid"/>
          </a:ln>
        </p:spPr>
        <p:txBody>
          <a:bodyPr anchor="t"/>
          <a:lstStyle/>
          <a:p>
            <a:pPr algn="l">
              <a:defRPr sz="1350" b="1">
                <a:solidFill>
                  <a:srgbClr val="FFFFFF"/>
                </a:solidFill>
              </a:defRPr>
            </a:pPr>
            <a:r>
              <a:rPr sz="1350" b="1">
                <a:solidFill>
                  <a:srgbClr val="FFFFFF"/>
                </a:solidFill>
                <a:latin typeface="Kanit" panose="00000500000000000000" pitchFamily="2" charset="-34"/>
                <a:cs typeface="Kanit" panose="00000500000000000000" pitchFamily="2" charset="-34"/>
              </a:rPr>
              <a:t>สร้างมาตรฐาน</a:t>
            </a:r>
          </a:p>
        </p:txBody>
      </p:sp>
      <p:sp>
        <p:nvSpPr>
          <p:cNvPr id="21" name="obj-body-3">
            <a:extLst>
              <a:ext uri="{FF2B5EF4-FFF2-40B4-BE49-F238E27FC236}">
                <a16:creationId xmlns:a16="http://schemas.microsoft.com/office/drawing/2014/main" id="{A5D99739-5252-4306-ABBF-64B6DA61A91D}"/>
              </a:ext>
            </a:extLst>
          </p:cNvPr>
          <p:cNvSpPr>
            <a:spLocks noGrp="1"/>
          </p:cNvSpPr>
          <p:nvPr/>
        </p:nvSpPr>
        <p:spPr>
          <a:xfrm>
            <a:off x="1200150" y="4867275"/>
            <a:ext cx="4210050" cy="323850"/>
          </a:xfrm>
          <a:prstGeom prst="rect">
            <a:avLst/>
          </a:prstGeom>
          <a:noFill/>
          <a:ln w="0">
            <a:noFill/>
            <a:prstDash val="solid"/>
          </a:ln>
        </p:spPr>
        <p:txBody>
          <a:bodyPr anchor="t"/>
          <a:lstStyle/>
          <a:p>
            <a:pPr algn="l">
              <a:defRPr sz="1125" b="0">
                <a:solidFill>
                  <a:srgbClr val="D5E6E1"/>
                </a:solidFill>
              </a:defRPr>
            </a:pPr>
            <a:r>
              <a:rPr sz="1125" b="0">
                <a:solidFill>
                  <a:srgbClr val="D5E6E1"/>
                </a:solidFill>
                <a:latin typeface="Kanit" panose="00000500000000000000" pitchFamily="2" charset="-34"/>
                <a:cs typeface="Kanit" panose="00000500000000000000" pitchFamily="2" charset="-34"/>
              </a:rPr>
              <a:t>เพิ่มความเร็ว ความถูกต้อง และรองรับการขยายระบบในอนาคต</a:t>
            </a:r>
          </a:p>
        </p:txBody>
      </p:sp>
      <p:sp>
        <p:nvSpPr>
          <p:cNvPr id="22" name="outcome-kicker">
            <a:extLst>
              <a:ext uri="{FF2B5EF4-FFF2-40B4-BE49-F238E27FC236}">
                <a16:creationId xmlns:a16="http://schemas.microsoft.com/office/drawing/2014/main" id="{58210EAE-7252-4A46-810A-63DD77CB12C5}"/>
              </a:ext>
            </a:extLst>
          </p:cNvPr>
          <p:cNvSpPr>
            <a:spLocks noGrp="1"/>
          </p:cNvSpPr>
          <p:nvPr/>
        </p:nvSpPr>
        <p:spPr>
          <a:xfrm>
            <a:off x="6400800" y="2019300"/>
            <a:ext cx="4572000" cy="361950"/>
          </a:xfrm>
          <a:prstGeom prst="rect">
            <a:avLst/>
          </a:prstGeom>
          <a:noFill/>
          <a:ln w="0">
            <a:noFill/>
            <a:prstDash val="solid"/>
          </a:ln>
        </p:spPr>
        <p:txBody>
          <a:bodyPr anchor="t"/>
          <a:lstStyle/>
          <a:p>
            <a:pPr algn="l">
              <a:defRPr sz="1800" b="1">
                <a:solidFill>
                  <a:srgbClr val="0A8F62"/>
                </a:solidFill>
              </a:defRPr>
            </a:pPr>
            <a:r>
              <a:rPr sz="1800" b="1">
                <a:solidFill>
                  <a:srgbClr val="0A8F62"/>
                </a:solidFill>
                <a:latin typeface="Kanit" panose="00000500000000000000" pitchFamily="2" charset="-34"/>
                <a:cs typeface="Kanit" panose="00000500000000000000" pitchFamily="2" charset="-34"/>
              </a:rPr>
              <a:t>02  ผลลัพธ์ที่คาดว่าจะได้รับ</a:t>
            </a:r>
          </a:p>
        </p:txBody>
      </p:sp>
      <p:sp>
        <p:nvSpPr>
          <p:cNvPr id="23" name="out-num-bg-0">
            <a:extLst>
              <a:ext uri="{FF2B5EF4-FFF2-40B4-BE49-F238E27FC236}">
                <a16:creationId xmlns:a16="http://schemas.microsoft.com/office/drawing/2014/main" id="{0E95A9DD-7C70-4C1F-B091-70555F5FE738}"/>
              </a:ext>
            </a:extLst>
          </p:cNvPr>
          <p:cNvSpPr>
            <a:spLocks noGrp="1"/>
          </p:cNvSpPr>
          <p:nvPr/>
        </p:nvSpPr>
        <p:spPr>
          <a:xfrm>
            <a:off x="6419850" y="2571750"/>
            <a:ext cx="361950" cy="361950"/>
          </a:xfrm>
          <a:prstGeom prst="roundRect">
            <a:avLst>
              <a:gd name="adj" fmla="val 50000"/>
            </a:avLst>
          </a:prstGeom>
          <a:solidFill>
            <a:srgbClr val="DFF3E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4" name="out-num-0">
            <a:extLst>
              <a:ext uri="{FF2B5EF4-FFF2-40B4-BE49-F238E27FC236}">
                <a16:creationId xmlns:a16="http://schemas.microsoft.com/office/drawing/2014/main" id="{FD46728E-3A55-43C0-988C-01D8373115F2}"/>
              </a:ext>
            </a:extLst>
          </p:cNvPr>
          <p:cNvSpPr>
            <a:spLocks noGrp="1"/>
          </p:cNvSpPr>
          <p:nvPr/>
        </p:nvSpPr>
        <p:spPr>
          <a:xfrm>
            <a:off x="6419850" y="2619375"/>
            <a:ext cx="361950" cy="228600"/>
          </a:xfrm>
          <a:prstGeom prst="rect">
            <a:avLst/>
          </a:prstGeom>
          <a:noFill/>
          <a:ln w="0">
            <a:noFill/>
            <a:prstDash val="solid"/>
          </a:ln>
        </p:spPr>
        <p:txBody>
          <a:bodyPr anchor="ctr"/>
          <a:lstStyle/>
          <a:p>
            <a:pPr algn="ctr">
              <a:defRPr sz="1125" b="1">
                <a:solidFill>
                  <a:srgbClr val="087650"/>
                </a:solidFill>
              </a:defRPr>
            </a:pPr>
            <a:r>
              <a:rPr sz="1125" b="1">
                <a:solidFill>
                  <a:srgbClr val="087650"/>
                </a:solidFill>
                <a:latin typeface="Kanit" panose="00000500000000000000" pitchFamily="2" charset="-34"/>
                <a:cs typeface="Kanit" panose="00000500000000000000" pitchFamily="2" charset="-34"/>
              </a:rPr>
              <a:t>1</a:t>
            </a:r>
          </a:p>
        </p:txBody>
      </p:sp>
      <p:sp>
        <p:nvSpPr>
          <p:cNvPr id="25" name="out-head-0">
            <a:extLst>
              <a:ext uri="{FF2B5EF4-FFF2-40B4-BE49-F238E27FC236}">
                <a16:creationId xmlns:a16="http://schemas.microsoft.com/office/drawing/2014/main" id="{406F5ED3-FE58-4CE9-80B3-C6647FA17FCF}"/>
              </a:ext>
            </a:extLst>
          </p:cNvPr>
          <p:cNvSpPr>
            <a:spLocks noGrp="1"/>
          </p:cNvSpPr>
          <p:nvPr/>
        </p:nvSpPr>
        <p:spPr>
          <a:xfrm>
            <a:off x="6934200" y="2562225"/>
            <a:ext cx="1714500" cy="247650"/>
          </a:xfrm>
          <a:prstGeom prst="rect">
            <a:avLst/>
          </a:prstGeom>
          <a:noFill/>
          <a:ln w="0">
            <a:noFill/>
            <a:prstDash val="solid"/>
          </a:ln>
        </p:spPr>
        <p:txBody>
          <a:bodyPr anchor="t"/>
          <a:lstStyle/>
          <a:p>
            <a:pPr algn="l">
              <a:defRPr sz="1350" b="1">
                <a:solidFill>
                  <a:srgbClr val="153F37"/>
                </a:solidFill>
              </a:defRPr>
            </a:pPr>
            <a:r>
              <a:rPr sz="1350" b="1">
                <a:solidFill>
                  <a:srgbClr val="153F37"/>
                </a:solidFill>
                <a:latin typeface="Kanit" panose="00000500000000000000" pitchFamily="2" charset="-34"/>
                <a:cs typeface="Kanit" panose="00000500000000000000" pitchFamily="2" charset="-34"/>
              </a:rPr>
              <a:t>เร็วขึ้น</a:t>
            </a:r>
          </a:p>
        </p:txBody>
      </p:sp>
      <p:sp>
        <p:nvSpPr>
          <p:cNvPr id="26" name="out-body-0">
            <a:extLst>
              <a:ext uri="{FF2B5EF4-FFF2-40B4-BE49-F238E27FC236}">
                <a16:creationId xmlns:a16="http://schemas.microsoft.com/office/drawing/2014/main" id="{33F07391-BC07-45E5-A8AA-E7A98F91FD3D}"/>
              </a:ext>
            </a:extLst>
          </p:cNvPr>
          <p:cNvSpPr>
            <a:spLocks noGrp="1"/>
          </p:cNvSpPr>
          <p:nvPr/>
        </p:nvSpPr>
        <p:spPr>
          <a:xfrm>
            <a:off x="6934200" y="2809875"/>
            <a:ext cx="4343400" cy="266700"/>
          </a:xfrm>
          <a:prstGeom prst="rect">
            <a:avLst/>
          </a:prstGeom>
          <a:noFill/>
          <a:ln w="0">
            <a:noFill/>
            <a:prstDash val="solid"/>
          </a:ln>
        </p:spPr>
        <p:txBody>
          <a:bodyPr anchor="t"/>
          <a:lstStyle/>
          <a:p>
            <a:pPr algn="l">
              <a:defRPr sz="1125" b="0">
                <a:solidFill>
                  <a:srgbClr val="5A6D69"/>
                </a:solidFill>
              </a:defRPr>
            </a:pPr>
            <a:r>
              <a:rPr sz="1125" b="0">
                <a:solidFill>
                  <a:srgbClr val="5A6D69"/>
                </a:solidFill>
                <a:latin typeface="Kanit" panose="00000500000000000000" pitchFamily="2" charset="-34"/>
                <a:cs typeface="Kanit" panose="00000500000000000000" pitchFamily="2" charset="-34"/>
              </a:rPr>
              <a:t>ลดขั้นตอนและระยะเวลาการทำงาน</a:t>
            </a:r>
          </a:p>
        </p:txBody>
      </p:sp>
      <p:sp>
        <p:nvSpPr>
          <p:cNvPr id="27" name="out-num-bg-1">
            <a:extLst>
              <a:ext uri="{FF2B5EF4-FFF2-40B4-BE49-F238E27FC236}">
                <a16:creationId xmlns:a16="http://schemas.microsoft.com/office/drawing/2014/main" id="{38DC2817-2AEA-4ABE-982D-C45683D5D968}"/>
              </a:ext>
            </a:extLst>
          </p:cNvPr>
          <p:cNvSpPr>
            <a:spLocks noGrp="1"/>
          </p:cNvSpPr>
          <p:nvPr/>
        </p:nvSpPr>
        <p:spPr>
          <a:xfrm>
            <a:off x="6419850" y="3114675"/>
            <a:ext cx="361950" cy="361950"/>
          </a:xfrm>
          <a:prstGeom prst="roundRect">
            <a:avLst>
              <a:gd name="adj" fmla="val 50000"/>
            </a:avLst>
          </a:prstGeom>
          <a:solidFill>
            <a:srgbClr val="DFF3E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8" name="out-num-1">
            <a:extLst>
              <a:ext uri="{FF2B5EF4-FFF2-40B4-BE49-F238E27FC236}">
                <a16:creationId xmlns:a16="http://schemas.microsoft.com/office/drawing/2014/main" id="{5B8D2AFB-CCD4-4AE3-9F1C-B4E140702A77}"/>
              </a:ext>
            </a:extLst>
          </p:cNvPr>
          <p:cNvSpPr>
            <a:spLocks noGrp="1"/>
          </p:cNvSpPr>
          <p:nvPr/>
        </p:nvSpPr>
        <p:spPr>
          <a:xfrm>
            <a:off x="6419850" y="3162300"/>
            <a:ext cx="361950" cy="228600"/>
          </a:xfrm>
          <a:prstGeom prst="rect">
            <a:avLst/>
          </a:prstGeom>
          <a:noFill/>
          <a:ln w="0">
            <a:noFill/>
            <a:prstDash val="solid"/>
          </a:ln>
        </p:spPr>
        <p:txBody>
          <a:bodyPr anchor="ctr"/>
          <a:lstStyle/>
          <a:p>
            <a:pPr algn="ctr">
              <a:defRPr sz="1125" b="1">
                <a:solidFill>
                  <a:srgbClr val="087650"/>
                </a:solidFill>
              </a:defRPr>
            </a:pPr>
            <a:r>
              <a:rPr sz="1125" b="1">
                <a:solidFill>
                  <a:srgbClr val="087650"/>
                </a:solidFill>
                <a:latin typeface="Kanit" panose="00000500000000000000" pitchFamily="2" charset="-34"/>
                <a:cs typeface="Kanit" panose="00000500000000000000" pitchFamily="2" charset="-34"/>
              </a:rPr>
              <a:t>2</a:t>
            </a:r>
          </a:p>
        </p:txBody>
      </p:sp>
      <p:sp>
        <p:nvSpPr>
          <p:cNvPr id="29" name="out-head-1">
            <a:extLst>
              <a:ext uri="{FF2B5EF4-FFF2-40B4-BE49-F238E27FC236}">
                <a16:creationId xmlns:a16="http://schemas.microsoft.com/office/drawing/2014/main" id="{C084B898-97B0-4CA0-A355-E65D33C20842}"/>
              </a:ext>
            </a:extLst>
          </p:cNvPr>
          <p:cNvSpPr>
            <a:spLocks noGrp="1"/>
          </p:cNvSpPr>
          <p:nvPr/>
        </p:nvSpPr>
        <p:spPr>
          <a:xfrm>
            <a:off x="6934200" y="3105150"/>
            <a:ext cx="1714500" cy="247650"/>
          </a:xfrm>
          <a:prstGeom prst="rect">
            <a:avLst/>
          </a:prstGeom>
          <a:noFill/>
          <a:ln w="0">
            <a:noFill/>
            <a:prstDash val="solid"/>
          </a:ln>
        </p:spPr>
        <p:txBody>
          <a:bodyPr anchor="t"/>
          <a:lstStyle/>
          <a:p>
            <a:pPr algn="l">
              <a:defRPr sz="1350" b="1">
                <a:solidFill>
                  <a:srgbClr val="153F37"/>
                </a:solidFill>
              </a:defRPr>
            </a:pPr>
            <a:r>
              <a:rPr sz="1350" b="1">
                <a:solidFill>
                  <a:srgbClr val="153F37"/>
                </a:solidFill>
                <a:latin typeface="Kanit" panose="00000500000000000000" pitchFamily="2" charset="-34"/>
                <a:cs typeface="Kanit" panose="00000500000000000000" pitchFamily="2" charset="-34"/>
              </a:rPr>
              <a:t>ถูกต้องขึ้น</a:t>
            </a:r>
          </a:p>
        </p:txBody>
      </p:sp>
      <p:sp>
        <p:nvSpPr>
          <p:cNvPr id="30" name="out-body-1">
            <a:extLst>
              <a:ext uri="{FF2B5EF4-FFF2-40B4-BE49-F238E27FC236}">
                <a16:creationId xmlns:a16="http://schemas.microsoft.com/office/drawing/2014/main" id="{4500FD64-3122-4BAF-9047-347C2E2BC43E}"/>
              </a:ext>
            </a:extLst>
          </p:cNvPr>
          <p:cNvSpPr>
            <a:spLocks noGrp="1"/>
          </p:cNvSpPr>
          <p:nvPr/>
        </p:nvSpPr>
        <p:spPr>
          <a:xfrm>
            <a:off x="6934200" y="3352800"/>
            <a:ext cx="4343400" cy="266700"/>
          </a:xfrm>
          <a:prstGeom prst="rect">
            <a:avLst/>
          </a:prstGeom>
          <a:noFill/>
          <a:ln w="0">
            <a:noFill/>
            <a:prstDash val="solid"/>
          </a:ln>
        </p:spPr>
        <p:txBody>
          <a:bodyPr anchor="t"/>
          <a:lstStyle/>
          <a:p>
            <a:pPr algn="l">
              <a:defRPr sz="1125" b="0">
                <a:solidFill>
                  <a:srgbClr val="5A6D69"/>
                </a:solidFill>
              </a:defRPr>
            </a:pPr>
            <a:r>
              <a:rPr sz="1125" b="0">
                <a:solidFill>
                  <a:srgbClr val="5A6D69"/>
                </a:solidFill>
                <a:latin typeface="Kanit" panose="00000500000000000000" pitchFamily="2" charset="-34"/>
                <a:cs typeface="Kanit" panose="00000500000000000000" pitchFamily="2" charset="-34"/>
              </a:rPr>
              <a:t>ลด Human Error จากการคีย์และตรวจสอบด้วยมือ</a:t>
            </a:r>
          </a:p>
        </p:txBody>
      </p:sp>
      <p:sp>
        <p:nvSpPr>
          <p:cNvPr id="31" name="out-num-bg-2">
            <a:extLst>
              <a:ext uri="{FF2B5EF4-FFF2-40B4-BE49-F238E27FC236}">
                <a16:creationId xmlns:a16="http://schemas.microsoft.com/office/drawing/2014/main" id="{BAF8ACA3-64DE-41BC-B9C7-A3FEDE754977}"/>
              </a:ext>
            </a:extLst>
          </p:cNvPr>
          <p:cNvSpPr>
            <a:spLocks noGrp="1"/>
          </p:cNvSpPr>
          <p:nvPr/>
        </p:nvSpPr>
        <p:spPr>
          <a:xfrm>
            <a:off x="6419850" y="3657600"/>
            <a:ext cx="361950" cy="361950"/>
          </a:xfrm>
          <a:prstGeom prst="roundRect">
            <a:avLst>
              <a:gd name="adj" fmla="val 50000"/>
            </a:avLst>
          </a:prstGeom>
          <a:solidFill>
            <a:srgbClr val="DFF3E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2" name="out-num-2">
            <a:extLst>
              <a:ext uri="{FF2B5EF4-FFF2-40B4-BE49-F238E27FC236}">
                <a16:creationId xmlns:a16="http://schemas.microsoft.com/office/drawing/2014/main" id="{3DA70FAC-EAAF-415B-AC39-102FDA60B644}"/>
              </a:ext>
            </a:extLst>
          </p:cNvPr>
          <p:cNvSpPr>
            <a:spLocks noGrp="1"/>
          </p:cNvSpPr>
          <p:nvPr/>
        </p:nvSpPr>
        <p:spPr>
          <a:xfrm>
            <a:off x="6419850" y="3705225"/>
            <a:ext cx="361950" cy="228600"/>
          </a:xfrm>
          <a:prstGeom prst="rect">
            <a:avLst/>
          </a:prstGeom>
          <a:noFill/>
          <a:ln w="0">
            <a:noFill/>
            <a:prstDash val="solid"/>
          </a:ln>
        </p:spPr>
        <p:txBody>
          <a:bodyPr anchor="ctr"/>
          <a:lstStyle/>
          <a:p>
            <a:pPr algn="ctr">
              <a:defRPr sz="1125" b="1">
                <a:solidFill>
                  <a:srgbClr val="087650"/>
                </a:solidFill>
              </a:defRPr>
            </a:pPr>
            <a:r>
              <a:rPr sz="1125" b="1">
                <a:solidFill>
                  <a:srgbClr val="087650"/>
                </a:solidFill>
                <a:latin typeface="Kanit" panose="00000500000000000000" pitchFamily="2" charset="-34"/>
                <a:cs typeface="Kanit" panose="00000500000000000000" pitchFamily="2" charset="-34"/>
              </a:rPr>
              <a:t>3</a:t>
            </a:r>
          </a:p>
        </p:txBody>
      </p:sp>
      <p:sp>
        <p:nvSpPr>
          <p:cNvPr id="33" name="out-head-2">
            <a:extLst>
              <a:ext uri="{FF2B5EF4-FFF2-40B4-BE49-F238E27FC236}">
                <a16:creationId xmlns:a16="http://schemas.microsoft.com/office/drawing/2014/main" id="{1AD6D52A-10FA-4C41-87BE-E573299AD676}"/>
              </a:ext>
            </a:extLst>
          </p:cNvPr>
          <p:cNvSpPr>
            <a:spLocks noGrp="1"/>
          </p:cNvSpPr>
          <p:nvPr/>
        </p:nvSpPr>
        <p:spPr>
          <a:xfrm>
            <a:off x="6934200" y="3648075"/>
            <a:ext cx="1714500" cy="247650"/>
          </a:xfrm>
          <a:prstGeom prst="rect">
            <a:avLst/>
          </a:prstGeom>
          <a:noFill/>
          <a:ln w="0">
            <a:noFill/>
            <a:prstDash val="solid"/>
          </a:ln>
        </p:spPr>
        <p:txBody>
          <a:bodyPr anchor="t"/>
          <a:lstStyle/>
          <a:p>
            <a:pPr algn="l">
              <a:defRPr sz="1350" b="1">
                <a:solidFill>
                  <a:srgbClr val="153F37"/>
                </a:solidFill>
              </a:defRPr>
            </a:pPr>
            <a:r>
              <a:rPr sz="1350" b="1">
                <a:solidFill>
                  <a:srgbClr val="153F37"/>
                </a:solidFill>
                <a:latin typeface="Kanit" panose="00000500000000000000" pitchFamily="2" charset="-34"/>
                <a:cs typeface="Kanit" panose="00000500000000000000" pitchFamily="2" charset="-34"/>
              </a:rPr>
              <a:t>ปิดบัญชีตรงเวลา</a:t>
            </a:r>
          </a:p>
        </p:txBody>
      </p:sp>
      <p:sp>
        <p:nvSpPr>
          <p:cNvPr id="34" name="out-body-2">
            <a:extLst>
              <a:ext uri="{FF2B5EF4-FFF2-40B4-BE49-F238E27FC236}">
                <a16:creationId xmlns:a16="http://schemas.microsoft.com/office/drawing/2014/main" id="{2200344E-DD18-4720-B887-B67E6E6D254A}"/>
              </a:ext>
            </a:extLst>
          </p:cNvPr>
          <p:cNvSpPr>
            <a:spLocks noGrp="1"/>
          </p:cNvSpPr>
          <p:nvPr/>
        </p:nvSpPr>
        <p:spPr>
          <a:xfrm>
            <a:off x="6934200" y="3895725"/>
            <a:ext cx="4343400" cy="266700"/>
          </a:xfrm>
          <a:prstGeom prst="rect">
            <a:avLst/>
          </a:prstGeom>
          <a:noFill/>
          <a:ln w="0">
            <a:noFill/>
            <a:prstDash val="solid"/>
          </a:ln>
        </p:spPr>
        <p:txBody>
          <a:bodyPr anchor="t"/>
          <a:lstStyle/>
          <a:p>
            <a:pPr algn="l">
              <a:defRPr sz="1125" b="0">
                <a:solidFill>
                  <a:srgbClr val="5A6D69"/>
                </a:solidFill>
              </a:defRPr>
            </a:pPr>
            <a:r>
              <a:rPr sz="1125" b="0">
                <a:solidFill>
                  <a:srgbClr val="5A6D69"/>
                </a:solidFill>
                <a:latin typeface="Kanit" panose="00000500000000000000" pitchFamily="2" charset="-34"/>
                <a:cs typeface="Kanit" panose="00000500000000000000" pitchFamily="2" charset="-34"/>
              </a:rPr>
              <a:t>ลดรายการค้างและเพิ่มประสิทธิภาพการกระทบยอด</a:t>
            </a:r>
          </a:p>
        </p:txBody>
      </p:sp>
      <p:sp>
        <p:nvSpPr>
          <p:cNvPr id="35" name="out-num-bg-3">
            <a:extLst>
              <a:ext uri="{FF2B5EF4-FFF2-40B4-BE49-F238E27FC236}">
                <a16:creationId xmlns:a16="http://schemas.microsoft.com/office/drawing/2014/main" id="{06DC6E23-C4E6-4126-96CA-59A7F331322E}"/>
              </a:ext>
            </a:extLst>
          </p:cNvPr>
          <p:cNvSpPr>
            <a:spLocks noGrp="1"/>
          </p:cNvSpPr>
          <p:nvPr/>
        </p:nvSpPr>
        <p:spPr>
          <a:xfrm>
            <a:off x="6419850" y="4200525"/>
            <a:ext cx="361950" cy="361950"/>
          </a:xfrm>
          <a:prstGeom prst="roundRect">
            <a:avLst>
              <a:gd name="adj" fmla="val 50000"/>
            </a:avLst>
          </a:prstGeom>
          <a:solidFill>
            <a:srgbClr val="DFF3E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6" name="out-num-3">
            <a:extLst>
              <a:ext uri="{FF2B5EF4-FFF2-40B4-BE49-F238E27FC236}">
                <a16:creationId xmlns:a16="http://schemas.microsoft.com/office/drawing/2014/main" id="{B809886B-3D79-4B8B-AA29-28537E4817DC}"/>
              </a:ext>
            </a:extLst>
          </p:cNvPr>
          <p:cNvSpPr>
            <a:spLocks noGrp="1"/>
          </p:cNvSpPr>
          <p:nvPr/>
        </p:nvSpPr>
        <p:spPr>
          <a:xfrm>
            <a:off x="6419850" y="4248150"/>
            <a:ext cx="361950" cy="228600"/>
          </a:xfrm>
          <a:prstGeom prst="rect">
            <a:avLst/>
          </a:prstGeom>
          <a:noFill/>
          <a:ln w="0">
            <a:noFill/>
            <a:prstDash val="solid"/>
          </a:ln>
        </p:spPr>
        <p:txBody>
          <a:bodyPr anchor="ctr"/>
          <a:lstStyle/>
          <a:p>
            <a:pPr algn="ctr">
              <a:defRPr sz="1125" b="1">
                <a:solidFill>
                  <a:srgbClr val="087650"/>
                </a:solidFill>
              </a:defRPr>
            </a:pPr>
            <a:r>
              <a:rPr sz="1125" b="1">
                <a:solidFill>
                  <a:srgbClr val="087650"/>
                </a:solidFill>
                <a:latin typeface="Kanit" panose="00000500000000000000" pitchFamily="2" charset="-34"/>
                <a:cs typeface="Kanit" panose="00000500000000000000" pitchFamily="2" charset="-34"/>
              </a:rPr>
              <a:t>4</a:t>
            </a:r>
          </a:p>
        </p:txBody>
      </p:sp>
      <p:sp>
        <p:nvSpPr>
          <p:cNvPr id="37" name="out-head-3">
            <a:extLst>
              <a:ext uri="{FF2B5EF4-FFF2-40B4-BE49-F238E27FC236}">
                <a16:creationId xmlns:a16="http://schemas.microsoft.com/office/drawing/2014/main" id="{4BF0CEE5-BEA4-40E6-A10F-4A156B804143}"/>
              </a:ext>
            </a:extLst>
          </p:cNvPr>
          <p:cNvSpPr>
            <a:spLocks noGrp="1"/>
          </p:cNvSpPr>
          <p:nvPr/>
        </p:nvSpPr>
        <p:spPr>
          <a:xfrm>
            <a:off x="6934200" y="4191000"/>
            <a:ext cx="1714500" cy="247650"/>
          </a:xfrm>
          <a:prstGeom prst="rect">
            <a:avLst/>
          </a:prstGeom>
          <a:noFill/>
          <a:ln w="0">
            <a:noFill/>
            <a:prstDash val="solid"/>
          </a:ln>
        </p:spPr>
        <p:txBody>
          <a:bodyPr anchor="t"/>
          <a:lstStyle/>
          <a:p>
            <a:pPr algn="l">
              <a:defRPr sz="1350" b="1">
                <a:solidFill>
                  <a:srgbClr val="153F37"/>
                </a:solidFill>
              </a:defRPr>
            </a:pPr>
            <a:r>
              <a:rPr sz="1350" b="1">
                <a:solidFill>
                  <a:srgbClr val="153F37"/>
                </a:solidFill>
                <a:latin typeface="Kanit" panose="00000500000000000000" pitchFamily="2" charset="-34"/>
                <a:cs typeface="Kanit" panose="00000500000000000000" pitchFamily="2" charset="-34"/>
              </a:rPr>
              <a:t>ใช้คนอย่างคุ้มค่า</a:t>
            </a:r>
          </a:p>
        </p:txBody>
      </p:sp>
      <p:sp>
        <p:nvSpPr>
          <p:cNvPr id="38" name="out-body-3">
            <a:extLst>
              <a:ext uri="{FF2B5EF4-FFF2-40B4-BE49-F238E27FC236}">
                <a16:creationId xmlns:a16="http://schemas.microsoft.com/office/drawing/2014/main" id="{40F82296-CCD7-4EF3-B9D9-AA434177429A}"/>
              </a:ext>
            </a:extLst>
          </p:cNvPr>
          <p:cNvSpPr>
            <a:spLocks noGrp="1"/>
          </p:cNvSpPr>
          <p:nvPr/>
        </p:nvSpPr>
        <p:spPr>
          <a:xfrm>
            <a:off x="6934200" y="4438650"/>
            <a:ext cx="4343400" cy="266700"/>
          </a:xfrm>
          <a:prstGeom prst="rect">
            <a:avLst/>
          </a:prstGeom>
          <a:noFill/>
          <a:ln w="0">
            <a:noFill/>
            <a:prstDash val="solid"/>
          </a:ln>
        </p:spPr>
        <p:txBody>
          <a:bodyPr anchor="t"/>
          <a:lstStyle/>
          <a:p>
            <a:pPr algn="l">
              <a:defRPr sz="1125" b="0">
                <a:solidFill>
                  <a:srgbClr val="5A6D69"/>
                </a:solidFill>
              </a:defRPr>
            </a:pPr>
            <a:r>
              <a:rPr sz="1125" b="0">
                <a:solidFill>
                  <a:srgbClr val="5A6D69"/>
                </a:solidFill>
                <a:latin typeface="Kanit" panose="00000500000000000000" pitchFamily="2" charset="-34"/>
                <a:cs typeface="Kanit" panose="00000500000000000000" pitchFamily="2" charset="-34"/>
              </a:rPr>
              <a:t>เพิ่มเวลาสำหรับงานวิเคราะห์และงานสำคัญ</a:t>
            </a:r>
          </a:p>
        </p:txBody>
      </p:sp>
      <p:sp>
        <p:nvSpPr>
          <p:cNvPr id="39" name="out-num-bg-4">
            <a:extLst>
              <a:ext uri="{FF2B5EF4-FFF2-40B4-BE49-F238E27FC236}">
                <a16:creationId xmlns:a16="http://schemas.microsoft.com/office/drawing/2014/main" id="{B658A431-F0DC-445E-B600-B2AD322C0ADB}"/>
              </a:ext>
            </a:extLst>
          </p:cNvPr>
          <p:cNvSpPr>
            <a:spLocks noGrp="1"/>
          </p:cNvSpPr>
          <p:nvPr/>
        </p:nvSpPr>
        <p:spPr>
          <a:xfrm>
            <a:off x="6419850" y="4743450"/>
            <a:ext cx="361950" cy="361950"/>
          </a:xfrm>
          <a:prstGeom prst="roundRect">
            <a:avLst>
              <a:gd name="adj" fmla="val 50000"/>
            </a:avLst>
          </a:prstGeom>
          <a:solidFill>
            <a:srgbClr val="E9B56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40" name="out-num-4">
            <a:extLst>
              <a:ext uri="{FF2B5EF4-FFF2-40B4-BE49-F238E27FC236}">
                <a16:creationId xmlns:a16="http://schemas.microsoft.com/office/drawing/2014/main" id="{B0A060B5-4F5A-4715-88FC-06744C95ECC1}"/>
              </a:ext>
            </a:extLst>
          </p:cNvPr>
          <p:cNvSpPr>
            <a:spLocks noGrp="1"/>
          </p:cNvSpPr>
          <p:nvPr/>
        </p:nvSpPr>
        <p:spPr>
          <a:xfrm>
            <a:off x="6419850" y="4791075"/>
            <a:ext cx="361950" cy="228600"/>
          </a:xfrm>
          <a:prstGeom prst="rect">
            <a:avLst/>
          </a:prstGeom>
          <a:noFill/>
          <a:ln w="0">
            <a:noFill/>
            <a:prstDash val="solid"/>
          </a:ln>
        </p:spPr>
        <p:txBody>
          <a:bodyPr anchor="ctr"/>
          <a:lstStyle/>
          <a:p>
            <a:pPr algn="ctr">
              <a:defRPr sz="1125" b="1">
                <a:solidFill>
                  <a:srgbClr val="805018"/>
                </a:solidFill>
              </a:defRPr>
            </a:pPr>
            <a:r>
              <a:rPr sz="1125" b="1">
                <a:solidFill>
                  <a:srgbClr val="805018"/>
                </a:solidFill>
                <a:latin typeface="Kanit" panose="00000500000000000000" pitchFamily="2" charset="-34"/>
                <a:cs typeface="Kanit" panose="00000500000000000000" pitchFamily="2" charset="-34"/>
              </a:rPr>
              <a:t>5</a:t>
            </a:r>
          </a:p>
        </p:txBody>
      </p:sp>
      <p:sp>
        <p:nvSpPr>
          <p:cNvPr id="41" name="out-head-4">
            <a:extLst>
              <a:ext uri="{FF2B5EF4-FFF2-40B4-BE49-F238E27FC236}">
                <a16:creationId xmlns:a16="http://schemas.microsoft.com/office/drawing/2014/main" id="{7F2B472B-5BBF-45EA-A02B-1633231A5F32}"/>
              </a:ext>
            </a:extLst>
          </p:cNvPr>
          <p:cNvSpPr>
            <a:spLocks noGrp="1"/>
          </p:cNvSpPr>
          <p:nvPr/>
        </p:nvSpPr>
        <p:spPr>
          <a:xfrm>
            <a:off x="6934200" y="4733925"/>
            <a:ext cx="1714500" cy="247650"/>
          </a:xfrm>
          <a:prstGeom prst="rect">
            <a:avLst/>
          </a:prstGeom>
          <a:noFill/>
          <a:ln w="0">
            <a:noFill/>
            <a:prstDash val="solid"/>
          </a:ln>
        </p:spPr>
        <p:txBody>
          <a:bodyPr anchor="t"/>
          <a:lstStyle/>
          <a:p>
            <a:pPr algn="l">
              <a:defRPr sz="1350" b="1">
                <a:solidFill>
                  <a:srgbClr val="153F37"/>
                </a:solidFill>
              </a:defRPr>
            </a:pPr>
            <a:r>
              <a:rPr sz="1350" b="1">
                <a:solidFill>
                  <a:srgbClr val="153F37"/>
                </a:solidFill>
                <a:latin typeface="Kanit" panose="00000500000000000000" pitchFamily="2" charset="-34"/>
                <a:cs typeface="Kanit" panose="00000500000000000000" pitchFamily="2" charset="-34"/>
              </a:rPr>
              <a:t>บริหารได้ดีขึ้น</a:t>
            </a:r>
          </a:p>
        </p:txBody>
      </p:sp>
      <p:sp>
        <p:nvSpPr>
          <p:cNvPr id="42" name="out-body-4">
            <a:extLst>
              <a:ext uri="{FF2B5EF4-FFF2-40B4-BE49-F238E27FC236}">
                <a16:creationId xmlns:a16="http://schemas.microsoft.com/office/drawing/2014/main" id="{DCF2CEC1-441A-4975-83DD-6ABCC0EDEC9E}"/>
              </a:ext>
            </a:extLst>
          </p:cNvPr>
          <p:cNvSpPr>
            <a:spLocks noGrp="1"/>
          </p:cNvSpPr>
          <p:nvPr/>
        </p:nvSpPr>
        <p:spPr>
          <a:xfrm>
            <a:off x="6934200" y="4981575"/>
            <a:ext cx="4343400" cy="266700"/>
          </a:xfrm>
          <a:prstGeom prst="rect">
            <a:avLst/>
          </a:prstGeom>
          <a:noFill/>
          <a:ln w="0">
            <a:noFill/>
            <a:prstDash val="solid"/>
          </a:ln>
        </p:spPr>
        <p:txBody>
          <a:bodyPr anchor="t"/>
          <a:lstStyle/>
          <a:p>
            <a:pPr algn="l">
              <a:defRPr sz="1125" b="0">
                <a:solidFill>
                  <a:srgbClr val="5A6D69"/>
                </a:solidFill>
              </a:defRPr>
            </a:pPr>
            <a:r>
              <a:rPr sz="1125" b="0">
                <a:solidFill>
                  <a:srgbClr val="5A6D69"/>
                </a:solidFill>
                <a:latin typeface="Kanit" panose="00000500000000000000" pitchFamily="2" charset="-34"/>
                <a:cs typeface="Kanit" panose="00000500000000000000" pitchFamily="2" charset="-34"/>
              </a:rPr>
              <a:t>ข้อมูลเป็นปัจจุบัน ตรวจสอบย้อนหลังและตัดสินใจได้เร็ว</a:t>
            </a:r>
          </a:p>
        </p:txBody>
      </p:sp>
      <p:sp>
        <p:nvSpPr>
          <p:cNvPr id="43" name="goal-band">
            <a:extLst>
              <a:ext uri="{FF2B5EF4-FFF2-40B4-BE49-F238E27FC236}">
                <a16:creationId xmlns:a16="http://schemas.microsoft.com/office/drawing/2014/main" id="{BDD18A87-36FF-47F7-A38D-5FCAF3C8B7DD}"/>
              </a:ext>
            </a:extLst>
          </p:cNvPr>
          <p:cNvSpPr>
            <a:spLocks noGrp="1"/>
          </p:cNvSpPr>
          <p:nvPr/>
        </p:nvSpPr>
        <p:spPr>
          <a:xfrm>
            <a:off x="457200" y="5734050"/>
            <a:ext cx="11277600" cy="666750"/>
          </a:xfrm>
          <a:prstGeom prst="roundRect">
            <a:avLst>
              <a:gd name="adj" fmla="val 17143"/>
            </a:avLst>
          </a:prstGeom>
          <a:solidFill>
            <a:srgbClr val="E4F3ED"/>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44" name="goal-label">
            <a:extLst>
              <a:ext uri="{FF2B5EF4-FFF2-40B4-BE49-F238E27FC236}">
                <a16:creationId xmlns:a16="http://schemas.microsoft.com/office/drawing/2014/main" id="{5F4E1FF8-FE08-41D0-9351-103239F6A28D}"/>
              </a:ext>
            </a:extLst>
          </p:cNvPr>
          <p:cNvSpPr>
            <a:spLocks noGrp="1"/>
          </p:cNvSpPr>
          <p:nvPr/>
        </p:nvSpPr>
        <p:spPr>
          <a:xfrm>
            <a:off x="723900" y="5895975"/>
            <a:ext cx="1657350" cy="285750"/>
          </a:xfrm>
          <a:prstGeom prst="rect">
            <a:avLst/>
          </a:prstGeom>
          <a:noFill/>
          <a:ln w="0">
            <a:noFill/>
            <a:prstDash val="solid"/>
          </a:ln>
        </p:spPr>
        <p:txBody>
          <a:bodyPr anchor="t"/>
          <a:lstStyle/>
          <a:p>
            <a:pPr algn="l">
              <a:defRPr sz="1350" b="1">
                <a:solidFill>
                  <a:srgbClr val="0A8F62"/>
                </a:solidFill>
              </a:defRPr>
            </a:pPr>
            <a:r>
              <a:rPr sz="1350" b="1">
                <a:solidFill>
                  <a:srgbClr val="0A8F62"/>
                </a:solidFill>
                <a:latin typeface="Kanit" panose="00000500000000000000" pitchFamily="2" charset="-34"/>
                <a:cs typeface="Kanit" panose="00000500000000000000" pitchFamily="2" charset="-34"/>
              </a:rPr>
              <a:t>เป้าหมายสำคัญ</a:t>
            </a:r>
          </a:p>
        </p:txBody>
      </p:sp>
      <p:sp>
        <p:nvSpPr>
          <p:cNvPr id="45" name="goal-copy">
            <a:extLst>
              <a:ext uri="{FF2B5EF4-FFF2-40B4-BE49-F238E27FC236}">
                <a16:creationId xmlns:a16="http://schemas.microsoft.com/office/drawing/2014/main" id="{C8AE39EF-B02E-4BB2-9818-2F401A65AAE5}"/>
              </a:ext>
            </a:extLst>
          </p:cNvPr>
          <p:cNvSpPr>
            <a:spLocks noGrp="1"/>
          </p:cNvSpPr>
          <p:nvPr/>
        </p:nvSpPr>
        <p:spPr>
          <a:xfrm>
            <a:off x="2381250" y="5876925"/>
            <a:ext cx="8858250" cy="323850"/>
          </a:xfrm>
          <a:prstGeom prst="rect">
            <a:avLst/>
          </a:prstGeom>
          <a:noFill/>
          <a:ln w="0">
            <a:noFill/>
            <a:prstDash val="solid"/>
          </a:ln>
        </p:spPr>
        <p:txBody>
          <a:bodyPr anchor="t"/>
          <a:lstStyle/>
          <a:p>
            <a:pPr algn="l">
              <a:defRPr sz="1425" b="1">
                <a:solidFill>
                  <a:srgbClr val="153F37"/>
                </a:solidFill>
              </a:defRPr>
            </a:pPr>
            <a:r>
              <a:rPr sz="1425" b="1">
                <a:solidFill>
                  <a:srgbClr val="153F37"/>
                </a:solidFill>
                <a:latin typeface="Kanit" panose="00000500000000000000" pitchFamily="2" charset="-34"/>
                <a:cs typeface="Kanit" panose="00000500000000000000" pitchFamily="2" charset="-34"/>
              </a:rPr>
              <a:t>เปลี่ยนทั้ง 8 กระบวนการสู่การทำงานอัตโนมัติที่  รวดเร็ว • ถูกต้อง • มีมาตรฐาน • รองรับการเติบโต</a:t>
            </a:r>
          </a:p>
        </p:txBody>
      </p:sp>
      <p:sp>
        <p:nvSpPr>
          <p:cNvPr id="48" name="age-mark">
            <a:extLst>
              <a:ext uri="{FF2B5EF4-FFF2-40B4-BE49-F238E27FC236}">
                <a16:creationId xmlns:a16="http://schemas.microsoft.com/office/drawing/2014/main" id="{FBDF6B82-54F8-0EFB-8B8F-DA0F96590D7D}"/>
              </a:ext>
            </a:extLst>
          </p:cNvPr>
          <p:cNvSpPr>
            <a:spLocks noGrp="1"/>
          </p:cNvSpPr>
          <p:nvPr/>
        </p:nvSpPr>
        <p:spPr>
          <a:xfrm>
            <a:off x="10972800" y="419100"/>
            <a:ext cx="666750" cy="590550"/>
          </a:xfrm>
          <a:prstGeom prst="roundRect">
            <a:avLst>
              <a:gd name="adj" fmla="val 50000"/>
            </a:avLst>
          </a:prstGeom>
          <a:solidFill>
            <a:srgbClr val="E3F3EC"/>
          </a:solidFill>
          <a:ln w="0">
            <a:noFill/>
            <a:prstDash val="solid"/>
          </a:ln>
        </p:spPr>
        <p:txBody>
          <a:bodyPr/>
          <a:lstStyle/>
          <a:p>
            <a:endParaRPr lang="en-US"/>
          </a:p>
        </p:txBody>
      </p:sp>
      <p:sp>
        <p:nvSpPr>
          <p:cNvPr id="50" name="age">
            <a:extLst>
              <a:ext uri="{FF2B5EF4-FFF2-40B4-BE49-F238E27FC236}">
                <a16:creationId xmlns:a16="http://schemas.microsoft.com/office/drawing/2014/main" id="{7698C62A-D133-1F4E-0C96-A199631C0EC1}"/>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pic>
        <p:nvPicPr>
          <p:cNvPr id="52" name="Picture 51" descr="Home - บริษัท เอเชีย กรีน เอนเนอจี จำกัด (มหาชน)">
            <a:extLst>
              <a:ext uri="{FF2B5EF4-FFF2-40B4-BE49-F238E27FC236}">
                <a16:creationId xmlns:a16="http://schemas.microsoft.com/office/drawing/2014/main" id="{E4F773DA-EAEE-66E3-2254-4492864D9CE5}"/>
              </a:ext>
            </a:extLst>
          </p:cNvPr>
          <p:cNvPicPr>
            <a:picLocks noChangeAspect="1"/>
          </p:cNvPicPr>
          <p:nvPr/>
        </p:nvPicPr>
        <p:blipFill>
          <a:blip r:embed="rId3"/>
          <a:stretch>
            <a:fillRect/>
          </a:stretch>
        </p:blipFill>
        <p:spPr>
          <a:xfrm>
            <a:off x="11087411" y="584335"/>
            <a:ext cx="416319" cy="253866"/>
          </a:xfrm>
          <a:prstGeom prst="rect">
            <a:avLst/>
          </a:prstGeom>
        </p:spPr>
      </p:pic>
      <p:sp>
        <p:nvSpPr>
          <p:cNvPr id="5" name="Slide Number Placeholder 1">
            <a:extLst>
              <a:ext uri="{FF2B5EF4-FFF2-40B4-BE49-F238E27FC236}">
                <a16:creationId xmlns:a16="http://schemas.microsoft.com/office/drawing/2014/main" id="{9CE3B2F0-6DDE-75FD-ED14-EEC22AE1FE8F}"/>
              </a:ext>
            </a:extLst>
          </p:cNvPr>
          <p:cNvSpPr txBox="1">
            <a:spLocks/>
          </p:cNvSpPr>
          <p:nvPr/>
        </p:nvSpPr>
        <p:spPr>
          <a:xfrm>
            <a:off x="10728900" y="6600237"/>
            <a:ext cx="1422400" cy="2434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46">
              <a:defRPr/>
            </a:pPr>
            <a:fld id="{5E5634F8-C5C6-4843-9A92-B93B76582613}" type="slidenum">
              <a:rPr lang="en-US" sz="1333" smtClean="0">
                <a:solidFill>
                  <a:prstClr val="black"/>
                </a:solidFill>
                <a:latin typeface="Poppins" panose="00000500000000000000" pitchFamily="2" charset="0"/>
                <a:cs typeface="Poppins" panose="00000500000000000000" pitchFamily="2" charset="0"/>
              </a:rPr>
              <a:pPr algn="r" defTabSz="914446">
                <a:defRPr/>
              </a:pPr>
              <a:t>5</a:t>
            </a:fld>
            <a:endParaRPr lang="en-US" sz="1333" dirty="0">
              <a:solidFill>
                <a:prstClr val="black"/>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783100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ell-0-3">
            <a:extLst>
              <a:ext uri="{FF2B5EF4-FFF2-40B4-BE49-F238E27FC236}">
                <a16:creationId xmlns:a16="http://schemas.microsoft.com/office/drawing/2014/main" id="{6DA0A2B5-86B3-4373-A7AD-FB49C062FA86}"/>
              </a:ext>
            </a:extLst>
          </p:cNvPr>
          <p:cNvSpPr>
            <a:spLocks noGrp="1"/>
          </p:cNvSpPr>
          <p:nvPr/>
        </p:nvSpPr>
        <p:spPr>
          <a:xfrm>
            <a:off x="8449056" y="1844421"/>
            <a:ext cx="1962026"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89" name="top-accent">
            <a:extLst>
              <a:ext uri="{FF2B5EF4-FFF2-40B4-BE49-F238E27FC236}">
                <a16:creationId xmlns:a16="http://schemas.microsoft.com/office/drawing/2014/main" id="{A033394F-7C23-4651-89BE-46C2F6114FAE}"/>
              </a:ext>
            </a:extLst>
          </p:cNvPr>
          <p:cNvSpPr>
            <a:spLocks noGrp="1"/>
          </p:cNvSpPr>
          <p:nvPr/>
        </p:nvSpPr>
        <p:spPr>
          <a:xfrm>
            <a:off x="0" y="0"/>
            <a:ext cx="12192000" cy="114300"/>
          </a:xfrm>
          <a:prstGeom prst="rect">
            <a:avLst/>
          </a:prstGeom>
          <a:solidFill>
            <a:srgbClr val="0A8F62"/>
          </a:solidFill>
          <a:ln w="0">
            <a:noFill/>
            <a:prstDash val="solid"/>
          </a:ln>
        </p:spPr>
        <p:txBody>
          <a:bodyPr/>
          <a:lstStyle/>
          <a:p>
            <a:endParaRPr lang="en-US"/>
          </a:p>
        </p:txBody>
      </p:sp>
      <p:sp>
        <p:nvSpPr>
          <p:cNvPr id="2" name="eyebrow">
            <a:extLst>
              <a:ext uri="{FF2B5EF4-FFF2-40B4-BE49-F238E27FC236}">
                <a16:creationId xmlns:a16="http://schemas.microsoft.com/office/drawing/2014/main" id="{9E9CD2C8-19AC-4967-A7CC-CBD9EAAF9244}"/>
              </a:ext>
            </a:extLst>
          </p:cNvPr>
          <p:cNvSpPr>
            <a:spLocks noGrp="1"/>
          </p:cNvSpPr>
          <p:nvPr/>
        </p:nvSpPr>
        <p:spPr>
          <a:xfrm>
            <a:off x="457200" y="295275"/>
            <a:ext cx="4572000" cy="209550"/>
          </a:xfrm>
          <a:prstGeom prst="rect">
            <a:avLst/>
          </a:prstGeom>
          <a:noFill/>
          <a:ln w="0">
            <a:noFill/>
            <a:prstDash val="solid"/>
          </a:ln>
        </p:spPr>
        <p:txBody>
          <a:bodyPr anchor="ctr"/>
          <a:lstStyle/>
          <a:p>
            <a:pPr algn="l">
              <a:defRPr sz="975" b="1">
                <a:solidFill>
                  <a:srgbClr val="0A8F62"/>
                </a:solidFill>
              </a:defRPr>
            </a:pPr>
            <a:r>
              <a:rPr sz="975" b="1">
                <a:solidFill>
                  <a:srgbClr val="0A8F62"/>
                </a:solidFill>
              </a:rPr>
              <a:t>AGE | FINANCE &amp; ACCOUNT TRANSFORMATION</a:t>
            </a:r>
          </a:p>
        </p:txBody>
      </p:sp>
      <p:sp>
        <p:nvSpPr>
          <p:cNvPr id="3" name="title">
            <a:extLst>
              <a:ext uri="{FF2B5EF4-FFF2-40B4-BE49-F238E27FC236}">
                <a16:creationId xmlns:a16="http://schemas.microsoft.com/office/drawing/2014/main" id="{AEC830C0-3729-4118-9D44-DA7424C036F1}"/>
              </a:ext>
            </a:extLst>
          </p:cNvPr>
          <p:cNvSpPr>
            <a:spLocks noGrp="1"/>
          </p:cNvSpPr>
          <p:nvPr/>
        </p:nvSpPr>
        <p:spPr>
          <a:xfrm>
            <a:off x="457200" y="590550"/>
            <a:ext cx="9334500" cy="438150"/>
          </a:xfrm>
          <a:prstGeom prst="rect">
            <a:avLst/>
          </a:prstGeom>
          <a:noFill/>
          <a:ln w="0">
            <a:noFill/>
            <a:prstDash val="solid"/>
          </a:ln>
        </p:spPr>
        <p:txBody>
          <a:bodyPr anchor="ctr"/>
          <a:lstStyle/>
          <a:p>
            <a:pPr algn="l">
              <a:defRPr sz="2625" b="1">
                <a:solidFill>
                  <a:srgbClr val="173B38"/>
                </a:solidFill>
              </a:defRPr>
            </a:pPr>
            <a:r>
              <a:rPr sz="2625" b="1" dirty="0">
                <a:solidFill>
                  <a:srgbClr val="173B38"/>
                </a:solidFill>
                <a:latin typeface="Kanit" panose="00000500000000000000" pitchFamily="2" charset="-34"/>
                <a:cs typeface="Kanit" panose="00000500000000000000" pitchFamily="2" charset="-34"/>
              </a:rPr>
              <a:t>AGE Requirement Summary | 8 F&amp;A Processes</a:t>
            </a:r>
          </a:p>
        </p:txBody>
      </p:sp>
      <p:sp>
        <p:nvSpPr>
          <p:cNvPr id="4" name="subtitle">
            <a:extLst>
              <a:ext uri="{FF2B5EF4-FFF2-40B4-BE49-F238E27FC236}">
                <a16:creationId xmlns:a16="http://schemas.microsoft.com/office/drawing/2014/main" id="{5572FCFE-FD45-411A-9621-14E0CC97EBA8}"/>
              </a:ext>
            </a:extLst>
          </p:cNvPr>
          <p:cNvSpPr>
            <a:spLocks noGrp="1"/>
          </p:cNvSpPr>
          <p:nvPr/>
        </p:nvSpPr>
        <p:spPr>
          <a:xfrm>
            <a:off x="457200" y="1057275"/>
            <a:ext cx="9048750" cy="257175"/>
          </a:xfrm>
          <a:prstGeom prst="rect">
            <a:avLst/>
          </a:prstGeom>
          <a:noFill/>
          <a:ln w="0">
            <a:noFill/>
            <a:prstDash val="solid"/>
          </a:ln>
        </p:spPr>
        <p:txBody>
          <a:bodyPr anchor="ctr"/>
          <a:lstStyle/>
          <a:p>
            <a:pPr algn="l">
              <a:defRPr sz="1200" b="0">
                <a:solidFill>
                  <a:srgbClr val="637875"/>
                </a:solidFill>
              </a:defRPr>
            </a:pPr>
            <a:r>
              <a:rPr sz="1200" b="0">
                <a:solidFill>
                  <a:srgbClr val="637875"/>
                </a:solidFill>
                <a:latin typeface="Kanit" panose="00000500000000000000" pitchFamily="2" charset="-34"/>
                <a:cs typeface="Kanit" panose="00000500000000000000" pitchFamily="2" charset="-34"/>
              </a:rPr>
              <a:t>End-to-end scope across Finance, Accounts Payable, Accounts Receivable and General Ledger</a:t>
            </a:r>
          </a:p>
        </p:txBody>
      </p:sp>
      <p:sp>
        <p:nvSpPr>
          <p:cNvPr id="7" name="header-bg-0">
            <a:extLst>
              <a:ext uri="{FF2B5EF4-FFF2-40B4-BE49-F238E27FC236}">
                <a16:creationId xmlns:a16="http://schemas.microsoft.com/office/drawing/2014/main" id="{040B9FE5-2E59-4E26-88BD-7BED33A3D322}"/>
              </a:ext>
            </a:extLst>
          </p:cNvPr>
          <p:cNvSpPr>
            <a:spLocks noGrp="1"/>
          </p:cNvSpPr>
          <p:nvPr/>
        </p:nvSpPr>
        <p:spPr>
          <a:xfrm>
            <a:off x="457200" y="1447800"/>
            <a:ext cx="381000" cy="400050"/>
          </a:xfrm>
          <a:prstGeom prst="rect">
            <a:avLst/>
          </a:prstGeom>
          <a:solidFill>
            <a:srgbClr val="173F38"/>
          </a:solidFill>
          <a:ln w="0">
            <a:noFill/>
            <a:prstDash val="solid"/>
          </a:ln>
        </p:spPr>
        <p:txBody>
          <a:bodyPr/>
          <a:lstStyle/>
          <a:p>
            <a:endParaRPr lang="en-US" sz="1600">
              <a:latin typeface="Kanit" panose="00000500000000000000" pitchFamily="2" charset="-34"/>
              <a:cs typeface="Kanit" panose="00000500000000000000" pitchFamily="2" charset="-34"/>
            </a:endParaRPr>
          </a:p>
        </p:txBody>
      </p:sp>
      <p:sp>
        <p:nvSpPr>
          <p:cNvPr id="8" name="header-0">
            <a:extLst>
              <a:ext uri="{FF2B5EF4-FFF2-40B4-BE49-F238E27FC236}">
                <a16:creationId xmlns:a16="http://schemas.microsoft.com/office/drawing/2014/main" id="{764B13A9-8FB1-4CA3-B40B-0F9DF8A0BE61}"/>
              </a:ext>
            </a:extLst>
          </p:cNvPr>
          <p:cNvSpPr>
            <a:spLocks noGrp="1"/>
          </p:cNvSpPr>
          <p:nvPr/>
        </p:nvSpPr>
        <p:spPr>
          <a:xfrm>
            <a:off x="457200" y="1447800"/>
            <a:ext cx="381000" cy="400050"/>
          </a:xfrm>
          <a:prstGeom prst="rect">
            <a:avLst/>
          </a:prstGeom>
          <a:noFill/>
          <a:ln w="0">
            <a:noFill/>
            <a:prstDash val="solid"/>
          </a:ln>
        </p:spPr>
        <p:txBody>
          <a:bodyPr anchor="ctr"/>
          <a:lstStyle/>
          <a:p>
            <a:pPr algn="ctr">
              <a:defRPr sz="1125" b="1">
                <a:solidFill>
                  <a:srgbClr val="FFFFFF"/>
                </a:solidFill>
              </a:defRPr>
            </a:pPr>
            <a:r>
              <a:rPr sz="1100" b="1">
                <a:solidFill>
                  <a:srgbClr val="FFFFFF"/>
                </a:solidFill>
                <a:latin typeface="Kanit" panose="00000500000000000000" pitchFamily="2" charset="-34"/>
                <a:cs typeface="Kanit" panose="00000500000000000000" pitchFamily="2" charset="-34"/>
              </a:rPr>
              <a:t>#</a:t>
            </a:r>
          </a:p>
        </p:txBody>
      </p:sp>
      <p:sp>
        <p:nvSpPr>
          <p:cNvPr id="9" name="header-bg-1">
            <a:extLst>
              <a:ext uri="{FF2B5EF4-FFF2-40B4-BE49-F238E27FC236}">
                <a16:creationId xmlns:a16="http://schemas.microsoft.com/office/drawing/2014/main" id="{A95989CB-1139-49E2-9BB0-336F561E57AC}"/>
              </a:ext>
            </a:extLst>
          </p:cNvPr>
          <p:cNvSpPr>
            <a:spLocks noGrp="1"/>
          </p:cNvSpPr>
          <p:nvPr/>
        </p:nvSpPr>
        <p:spPr>
          <a:xfrm>
            <a:off x="838199" y="1447800"/>
            <a:ext cx="3148803" cy="400050"/>
          </a:xfrm>
          <a:prstGeom prst="rect">
            <a:avLst/>
          </a:prstGeom>
          <a:solidFill>
            <a:srgbClr val="173F38"/>
          </a:solidFill>
          <a:ln w="0">
            <a:noFill/>
            <a:prstDash val="solid"/>
          </a:ln>
        </p:spPr>
        <p:txBody>
          <a:bodyPr/>
          <a:lstStyle/>
          <a:p>
            <a:endParaRPr lang="en-US" sz="1600">
              <a:latin typeface="Kanit" panose="00000500000000000000" pitchFamily="2" charset="-34"/>
              <a:cs typeface="Kanit" panose="00000500000000000000" pitchFamily="2" charset="-34"/>
            </a:endParaRPr>
          </a:p>
        </p:txBody>
      </p:sp>
      <p:sp>
        <p:nvSpPr>
          <p:cNvPr id="10" name="header-1">
            <a:extLst>
              <a:ext uri="{FF2B5EF4-FFF2-40B4-BE49-F238E27FC236}">
                <a16:creationId xmlns:a16="http://schemas.microsoft.com/office/drawing/2014/main" id="{8D1A70B9-B26D-48A1-8EAD-E3BA6E2FC1BD}"/>
              </a:ext>
            </a:extLst>
          </p:cNvPr>
          <p:cNvSpPr>
            <a:spLocks noGrp="1"/>
          </p:cNvSpPr>
          <p:nvPr/>
        </p:nvSpPr>
        <p:spPr>
          <a:xfrm>
            <a:off x="971550" y="1447800"/>
            <a:ext cx="2438400" cy="400050"/>
          </a:xfrm>
          <a:prstGeom prst="rect">
            <a:avLst/>
          </a:prstGeom>
          <a:noFill/>
          <a:ln w="0">
            <a:noFill/>
            <a:prstDash val="solid"/>
          </a:ln>
        </p:spPr>
        <p:txBody>
          <a:bodyPr anchor="ctr"/>
          <a:lstStyle/>
          <a:p>
            <a:pPr algn="ctr">
              <a:defRPr sz="1125" b="1">
                <a:solidFill>
                  <a:srgbClr val="FFFFFF"/>
                </a:solidFill>
              </a:defRPr>
            </a:pPr>
            <a:r>
              <a:rPr sz="1100" b="1" dirty="0">
                <a:solidFill>
                  <a:srgbClr val="FFFFFF"/>
                </a:solidFill>
                <a:latin typeface="Kanit" panose="00000500000000000000" pitchFamily="2" charset="-34"/>
                <a:cs typeface="Kanit" panose="00000500000000000000" pitchFamily="2" charset="-34"/>
              </a:rPr>
              <a:t>PROCESS</a:t>
            </a:r>
          </a:p>
        </p:txBody>
      </p:sp>
      <p:sp>
        <p:nvSpPr>
          <p:cNvPr id="11" name="header-bg-2">
            <a:extLst>
              <a:ext uri="{FF2B5EF4-FFF2-40B4-BE49-F238E27FC236}">
                <a16:creationId xmlns:a16="http://schemas.microsoft.com/office/drawing/2014/main" id="{7B361F9E-1B5B-48D0-9645-B6B38BBAE0FA}"/>
              </a:ext>
            </a:extLst>
          </p:cNvPr>
          <p:cNvSpPr>
            <a:spLocks noGrp="1"/>
          </p:cNvSpPr>
          <p:nvPr/>
        </p:nvSpPr>
        <p:spPr>
          <a:xfrm>
            <a:off x="3987002" y="1447800"/>
            <a:ext cx="3814383" cy="400050"/>
          </a:xfrm>
          <a:prstGeom prst="rect">
            <a:avLst/>
          </a:prstGeom>
          <a:solidFill>
            <a:srgbClr val="173F38"/>
          </a:solidFill>
          <a:ln w="0">
            <a:noFill/>
            <a:prstDash val="solid"/>
          </a:ln>
        </p:spPr>
        <p:txBody>
          <a:bodyPr/>
          <a:lstStyle/>
          <a:p>
            <a:endParaRPr lang="en-US" sz="1600">
              <a:latin typeface="Kanit" panose="00000500000000000000" pitchFamily="2" charset="-34"/>
              <a:cs typeface="Kanit" panose="00000500000000000000" pitchFamily="2" charset="-34"/>
            </a:endParaRPr>
          </a:p>
        </p:txBody>
      </p:sp>
      <p:sp>
        <p:nvSpPr>
          <p:cNvPr id="12" name="header-2">
            <a:extLst>
              <a:ext uri="{FF2B5EF4-FFF2-40B4-BE49-F238E27FC236}">
                <a16:creationId xmlns:a16="http://schemas.microsoft.com/office/drawing/2014/main" id="{C3C26CA0-C438-4A37-A7F8-A70DF4F9A55D}"/>
              </a:ext>
            </a:extLst>
          </p:cNvPr>
          <p:cNvSpPr>
            <a:spLocks noGrp="1"/>
          </p:cNvSpPr>
          <p:nvPr/>
        </p:nvSpPr>
        <p:spPr>
          <a:xfrm>
            <a:off x="4238623" y="1447800"/>
            <a:ext cx="2706111" cy="400050"/>
          </a:xfrm>
          <a:prstGeom prst="rect">
            <a:avLst/>
          </a:prstGeom>
          <a:noFill/>
          <a:ln w="0">
            <a:noFill/>
            <a:prstDash val="solid"/>
          </a:ln>
        </p:spPr>
        <p:txBody>
          <a:bodyPr anchor="ctr"/>
          <a:lstStyle/>
          <a:p>
            <a:pPr algn="ctr">
              <a:defRPr sz="1125" b="1">
                <a:solidFill>
                  <a:srgbClr val="FFFFFF"/>
                </a:solidFill>
              </a:defRPr>
            </a:pPr>
            <a:r>
              <a:rPr lang="en-US" sz="1100" b="1" dirty="0">
                <a:solidFill>
                  <a:srgbClr val="FFFFFF"/>
                </a:solidFill>
                <a:latin typeface="Kanit" panose="00000500000000000000" pitchFamily="2" charset="-34"/>
                <a:cs typeface="Kanit" panose="00000500000000000000" pitchFamily="2" charset="-34"/>
              </a:rPr>
              <a:t>BUSINESS FLOW (To-Be)</a:t>
            </a:r>
            <a:endParaRPr lang="th-TH" sz="1100" b="1" dirty="0">
              <a:solidFill>
                <a:srgbClr val="FFFFFF"/>
              </a:solidFill>
              <a:latin typeface="Kanit" panose="00000500000000000000" pitchFamily="2" charset="-34"/>
              <a:cs typeface="Kanit" panose="00000500000000000000" pitchFamily="2" charset="-34"/>
            </a:endParaRPr>
          </a:p>
        </p:txBody>
      </p:sp>
      <p:sp>
        <p:nvSpPr>
          <p:cNvPr id="13" name="header-bg-3">
            <a:extLst>
              <a:ext uri="{FF2B5EF4-FFF2-40B4-BE49-F238E27FC236}">
                <a16:creationId xmlns:a16="http://schemas.microsoft.com/office/drawing/2014/main" id="{17EC12EE-CC72-4E67-8D5F-19A3BFB0C527}"/>
              </a:ext>
            </a:extLst>
          </p:cNvPr>
          <p:cNvSpPr>
            <a:spLocks noGrp="1"/>
          </p:cNvSpPr>
          <p:nvPr/>
        </p:nvSpPr>
        <p:spPr>
          <a:xfrm>
            <a:off x="8449056" y="1444371"/>
            <a:ext cx="1962026" cy="400050"/>
          </a:xfrm>
          <a:prstGeom prst="rect">
            <a:avLst/>
          </a:prstGeom>
          <a:solidFill>
            <a:srgbClr val="173F38"/>
          </a:solidFill>
          <a:ln w="0">
            <a:noFill/>
            <a:prstDash val="solid"/>
          </a:ln>
        </p:spPr>
        <p:txBody>
          <a:bodyPr/>
          <a:lstStyle/>
          <a:p>
            <a:endParaRPr lang="en-US" sz="1600" dirty="0">
              <a:latin typeface="Kanit" panose="00000500000000000000" pitchFamily="2" charset="-34"/>
              <a:cs typeface="Kanit" panose="00000500000000000000" pitchFamily="2" charset="-34"/>
            </a:endParaRPr>
          </a:p>
        </p:txBody>
      </p:sp>
      <p:sp>
        <p:nvSpPr>
          <p:cNvPr id="14" name="header-3">
            <a:extLst>
              <a:ext uri="{FF2B5EF4-FFF2-40B4-BE49-F238E27FC236}">
                <a16:creationId xmlns:a16="http://schemas.microsoft.com/office/drawing/2014/main" id="{92C25D5E-FCF6-4368-B92D-8C4EB31C7725}"/>
              </a:ext>
            </a:extLst>
          </p:cNvPr>
          <p:cNvSpPr>
            <a:spLocks noGrp="1"/>
          </p:cNvSpPr>
          <p:nvPr/>
        </p:nvSpPr>
        <p:spPr>
          <a:xfrm>
            <a:off x="7931593" y="1444371"/>
            <a:ext cx="2469168" cy="400050"/>
          </a:xfrm>
          <a:prstGeom prst="rect">
            <a:avLst/>
          </a:prstGeom>
          <a:noFill/>
          <a:ln w="0">
            <a:noFill/>
            <a:prstDash val="solid"/>
          </a:ln>
        </p:spPr>
        <p:txBody>
          <a:bodyPr anchor="ctr"/>
          <a:lstStyle/>
          <a:p>
            <a:pPr algn="l">
              <a:defRPr sz="1125" b="1">
                <a:solidFill>
                  <a:srgbClr val="FFFFFF"/>
                </a:solidFill>
              </a:defRPr>
            </a:pPr>
            <a:endParaRPr sz="1100" b="1" dirty="0">
              <a:solidFill>
                <a:srgbClr val="FFFFFF"/>
              </a:solidFill>
              <a:latin typeface="Kanit" panose="00000500000000000000" pitchFamily="2" charset="-34"/>
              <a:cs typeface="Kanit" panose="00000500000000000000" pitchFamily="2" charset="-34"/>
            </a:endParaRPr>
          </a:p>
        </p:txBody>
      </p:sp>
      <p:sp>
        <p:nvSpPr>
          <p:cNvPr id="15" name="cell-0-0">
            <a:extLst>
              <a:ext uri="{FF2B5EF4-FFF2-40B4-BE49-F238E27FC236}">
                <a16:creationId xmlns:a16="http://schemas.microsoft.com/office/drawing/2014/main" id="{441DA717-942C-434C-A143-0E605437370A}"/>
              </a:ext>
            </a:extLst>
          </p:cNvPr>
          <p:cNvSpPr>
            <a:spLocks noGrp="1"/>
          </p:cNvSpPr>
          <p:nvPr/>
        </p:nvSpPr>
        <p:spPr>
          <a:xfrm>
            <a:off x="457200" y="1847850"/>
            <a:ext cx="381000"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6" name="cell-0-1">
            <a:extLst>
              <a:ext uri="{FF2B5EF4-FFF2-40B4-BE49-F238E27FC236}">
                <a16:creationId xmlns:a16="http://schemas.microsoft.com/office/drawing/2014/main" id="{BD14C6FF-8AAF-4312-B794-A38F21B25AE6}"/>
              </a:ext>
            </a:extLst>
          </p:cNvPr>
          <p:cNvSpPr>
            <a:spLocks noGrp="1"/>
          </p:cNvSpPr>
          <p:nvPr/>
        </p:nvSpPr>
        <p:spPr>
          <a:xfrm>
            <a:off x="838199" y="1847850"/>
            <a:ext cx="3148803"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7" name="cell-0-2">
            <a:extLst>
              <a:ext uri="{FF2B5EF4-FFF2-40B4-BE49-F238E27FC236}">
                <a16:creationId xmlns:a16="http://schemas.microsoft.com/office/drawing/2014/main" id="{25C1B112-E387-4578-8FB5-42FEA7C84B96}"/>
              </a:ext>
            </a:extLst>
          </p:cNvPr>
          <p:cNvSpPr>
            <a:spLocks noGrp="1"/>
          </p:cNvSpPr>
          <p:nvPr/>
        </p:nvSpPr>
        <p:spPr>
          <a:xfrm>
            <a:off x="3987002" y="1847850"/>
            <a:ext cx="3814383"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9" name="num-bg-0">
            <a:extLst>
              <a:ext uri="{FF2B5EF4-FFF2-40B4-BE49-F238E27FC236}">
                <a16:creationId xmlns:a16="http://schemas.microsoft.com/office/drawing/2014/main" id="{66FF3629-EC30-484B-9C9F-CD504E923490}"/>
              </a:ext>
            </a:extLst>
          </p:cNvPr>
          <p:cNvSpPr>
            <a:spLocks noGrp="1"/>
          </p:cNvSpPr>
          <p:nvPr/>
        </p:nvSpPr>
        <p:spPr>
          <a:xfrm>
            <a:off x="533400" y="1962150"/>
            <a:ext cx="238125" cy="304800"/>
          </a:xfrm>
          <a:prstGeom prst="roundRect">
            <a:avLst>
              <a:gd name="adj" fmla="val 50000"/>
            </a:avLst>
          </a:prstGeom>
          <a:solidFill>
            <a:srgbClr val="E1F3EB"/>
          </a:solidFill>
          <a:ln w="0">
            <a:noFill/>
            <a:prstDash val="solid"/>
          </a:ln>
        </p:spPr>
        <p:txBody>
          <a:bodyPr/>
          <a:lstStyle/>
          <a:p>
            <a:endParaRPr lang="en-US" sz="1600">
              <a:latin typeface="Kanit" panose="00000500000000000000" pitchFamily="2" charset="-34"/>
              <a:cs typeface="Kanit" panose="00000500000000000000" pitchFamily="2" charset="-34"/>
            </a:endParaRPr>
          </a:p>
        </p:txBody>
      </p:sp>
      <p:sp>
        <p:nvSpPr>
          <p:cNvPr id="20" name="num-0">
            <a:extLst>
              <a:ext uri="{FF2B5EF4-FFF2-40B4-BE49-F238E27FC236}">
                <a16:creationId xmlns:a16="http://schemas.microsoft.com/office/drawing/2014/main" id="{D7EF46FA-53CE-4FEC-ABD5-28BA7B447A92}"/>
              </a:ext>
            </a:extLst>
          </p:cNvPr>
          <p:cNvSpPr>
            <a:spLocks noGrp="1"/>
          </p:cNvSpPr>
          <p:nvPr/>
        </p:nvSpPr>
        <p:spPr>
          <a:xfrm>
            <a:off x="533400" y="2000250"/>
            <a:ext cx="238125" cy="228600"/>
          </a:xfrm>
          <a:prstGeom prst="rect">
            <a:avLst/>
          </a:prstGeom>
          <a:noFill/>
          <a:ln w="0">
            <a:noFill/>
            <a:prstDash val="solid"/>
          </a:ln>
        </p:spPr>
        <p:txBody>
          <a:bodyPr anchor="ctr"/>
          <a:lstStyle/>
          <a:p>
            <a:pPr algn="ctr">
              <a:defRPr sz="1050" b="1">
                <a:solidFill>
                  <a:srgbClr val="087650"/>
                </a:solidFill>
              </a:defRPr>
            </a:pPr>
            <a:r>
              <a:rPr sz="1000" b="1">
                <a:solidFill>
                  <a:srgbClr val="087650"/>
                </a:solidFill>
                <a:latin typeface="Kanit" panose="00000500000000000000" pitchFamily="2" charset="-34"/>
                <a:cs typeface="Kanit" panose="00000500000000000000" pitchFamily="2" charset="-34"/>
              </a:rPr>
              <a:t>1</a:t>
            </a:r>
          </a:p>
        </p:txBody>
      </p:sp>
      <p:sp>
        <p:nvSpPr>
          <p:cNvPr id="21" name="process-0">
            <a:extLst>
              <a:ext uri="{FF2B5EF4-FFF2-40B4-BE49-F238E27FC236}">
                <a16:creationId xmlns:a16="http://schemas.microsoft.com/office/drawing/2014/main" id="{423D40D0-7B66-48C0-9863-24646BF92C54}"/>
              </a:ext>
            </a:extLst>
          </p:cNvPr>
          <p:cNvSpPr>
            <a:spLocks noGrp="1"/>
          </p:cNvSpPr>
          <p:nvPr/>
        </p:nvSpPr>
        <p:spPr>
          <a:xfrm>
            <a:off x="971549" y="1895475"/>
            <a:ext cx="3104735" cy="447675"/>
          </a:xfrm>
          <a:prstGeom prst="rect">
            <a:avLst/>
          </a:prstGeom>
          <a:noFill/>
          <a:ln w="0">
            <a:noFill/>
            <a:prstDash val="solid"/>
          </a:ln>
        </p:spPr>
        <p:txBody>
          <a:bodyPr anchor="ctr"/>
          <a:lstStyle/>
          <a:p>
            <a:pPr algn="l">
              <a:defRPr sz="1200" b="1">
                <a:solidFill>
                  <a:srgbClr val="173F38"/>
                </a:solidFill>
              </a:defRPr>
            </a:pPr>
            <a:r>
              <a:rPr sz="1100" b="1" dirty="0">
                <a:solidFill>
                  <a:srgbClr val="173F38"/>
                </a:solidFill>
                <a:latin typeface="Kanit" panose="00000500000000000000" pitchFamily="2" charset="-34"/>
                <a:cs typeface="Kanit" panose="00000500000000000000" pitchFamily="2" charset="-34"/>
              </a:rPr>
              <a:t>FN – Bank Reconciliation</a:t>
            </a:r>
            <a:endParaRPr lang="en-US" sz="1100" b="1" dirty="0">
              <a:solidFill>
                <a:srgbClr val="173F38"/>
              </a:solidFill>
              <a:latin typeface="Kanit" panose="00000500000000000000" pitchFamily="2" charset="-34"/>
              <a:cs typeface="Kanit" panose="00000500000000000000" pitchFamily="2" charset="-34"/>
            </a:endParaRPr>
          </a:p>
          <a:p>
            <a:pPr>
              <a:defRPr sz="1200" b="1">
                <a:solidFill>
                  <a:srgbClr val="173F38"/>
                </a:solidFill>
              </a:defRPr>
            </a:pPr>
            <a:r>
              <a:rPr lang="th-TH" sz="1050" dirty="0">
                <a:solidFill>
                  <a:srgbClr val="173F38"/>
                </a:solidFill>
                <a:latin typeface="Kanit" panose="00000500000000000000" pitchFamily="2" charset="-34"/>
                <a:cs typeface="Kanit" panose="00000500000000000000" pitchFamily="2" charset="-34"/>
              </a:rPr>
              <a:t>กระทบยอดเงินฝากธนาคาร </a:t>
            </a:r>
            <a:r>
              <a:rPr lang="en-US" sz="1050" dirty="0" err="1">
                <a:solidFill>
                  <a:srgbClr val="173F38"/>
                </a:solidFill>
                <a:latin typeface="Kanit" panose="00000500000000000000" pitchFamily="2" charset="-34"/>
                <a:cs typeface="Kanit" panose="00000500000000000000" pitchFamily="2" charset="-34"/>
              </a:rPr>
              <a:t>KBank</a:t>
            </a:r>
            <a:r>
              <a:rPr lang="en-US" sz="1050" dirty="0">
                <a:solidFill>
                  <a:srgbClr val="173F38"/>
                </a:solidFill>
                <a:latin typeface="Kanit" panose="00000500000000000000" pitchFamily="2" charset="-34"/>
                <a:cs typeface="Kanit" panose="00000500000000000000" pitchFamily="2" charset="-34"/>
              </a:rPr>
              <a:t> </a:t>
            </a:r>
            <a:r>
              <a:rPr lang="th-TH" sz="1050" dirty="0">
                <a:solidFill>
                  <a:srgbClr val="173F38"/>
                </a:solidFill>
                <a:latin typeface="Kanit" panose="00000500000000000000" pitchFamily="2" charset="-34"/>
                <a:cs typeface="Kanit" panose="00000500000000000000" pitchFamily="2" charset="-34"/>
              </a:rPr>
              <a:t>และ </a:t>
            </a:r>
            <a:r>
              <a:rPr lang="en-US" sz="1050" dirty="0">
                <a:solidFill>
                  <a:srgbClr val="173F38"/>
                </a:solidFill>
                <a:latin typeface="Kanit" panose="00000500000000000000" pitchFamily="2" charset="-34"/>
                <a:cs typeface="Kanit" panose="00000500000000000000" pitchFamily="2" charset="-34"/>
              </a:rPr>
              <a:t>KTB</a:t>
            </a:r>
          </a:p>
        </p:txBody>
      </p:sp>
      <p:sp>
        <p:nvSpPr>
          <p:cNvPr id="22" name="flow-0">
            <a:extLst>
              <a:ext uri="{FF2B5EF4-FFF2-40B4-BE49-F238E27FC236}">
                <a16:creationId xmlns:a16="http://schemas.microsoft.com/office/drawing/2014/main" id="{37CD2733-8FDD-4194-98AB-1EEAC855FD6C}"/>
              </a:ext>
            </a:extLst>
          </p:cNvPr>
          <p:cNvSpPr>
            <a:spLocks noGrp="1"/>
          </p:cNvSpPr>
          <p:nvPr/>
        </p:nvSpPr>
        <p:spPr>
          <a:xfrm>
            <a:off x="3984994" y="1922336"/>
            <a:ext cx="3741686" cy="447675"/>
          </a:xfrm>
          <a:prstGeom prst="rect">
            <a:avLst/>
          </a:prstGeom>
          <a:noFill/>
          <a:ln w="0">
            <a:noFill/>
            <a:prstDash val="solid"/>
          </a:ln>
        </p:spPr>
        <p:txBody>
          <a:bodyPr anchor="ctr"/>
          <a:lstStyle/>
          <a:p>
            <a:pPr>
              <a:defRPr sz="1200" b="0">
                <a:solidFill>
                  <a:srgbClr val="344B48"/>
                </a:solidFill>
              </a:defRPr>
            </a:pPr>
            <a:r>
              <a:rPr lang="en-US" sz="1050" dirty="0" err="1">
                <a:solidFill>
                  <a:srgbClr val="173F38"/>
                </a:solidFill>
                <a:latin typeface="Kanit" panose="00000500000000000000" pitchFamily="2" charset="-34"/>
                <a:cs typeface="Kanit" panose="00000500000000000000" pitchFamily="2" charset="-34"/>
              </a:rPr>
              <a:t>KBank</a:t>
            </a:r>
            <a:endParaRPr sz="1050" b="0" dirty="0">
              <a:solidFill>
                <a:srgbClr val="344B48"/>
              </a:solidFill>
              <a:latin typeface="Kanit" panose="00000500000000000000" pitchFamily="2" charset="-34"/>
              <a:cs typeface="Kanit" panose="00000500000000000000" pitchFamily="2" charset="-34"/>
            </a:endParaRPr>
          </a:p>
        </p:txBody>
      </p:sp>
      <p:sp>
        <p:nvSpPr>
          <p:cNvPr id="23" name="system-0">
            <a:extLst>
              <a:ext uri="{FF2B5EF4-FFF2-40B4-BE49-F238E27FC236}">
                <a16:creationId xmlns:a16="http://schemas.microsoft.com/office/drawing/2014/main" id="{EF39E258-7EFA-4B00-8DD1-43D1FE06A66C}"/>
              </a:ext>
            </a:extLst>
          </p:cNvPr>
          <p:cNvSpPr>
            <a:spLocks noGrp="1"/>
          </p:cNvSpPr>
          <p:nvPr/>
        </p:nvSpPr>
        <p:spPr>
          <a:xfrm>
            <a:off x="7936225" y="1844421"/>
            <a:ext cx="2435802" cy="466725"/>
          </a:xfrm>
          <a:prstGeom prst="rect">
            <a:avLst/>
          </a:prstGeom>
          <a:noFill/>
          <a:ln w="0">
            <a:noFill/>
            <a:prstDash val="solid"/>
          </a:ln>
        </p:spPr>
        <p:txBody>
          <a:bodyPr anchor="ctr"/>
          <a:lstStyle/>
          <a:p>
            <a:pPr algn="ctr">
              <a:defRPr sz="1200" b="0">
                <a:solidFill>
                  <a:srgbClr val="344B48"/>
                </a:solidFill>
              </a:defRPr>
            </a:pPr>
            <a:r>
              <a:rPr lang="en-US" sz="1100" b="0" dirty="0">
                <a:solidFill>
                  <a:srgbClr val="344B48"/>
                </a:solidFill>
                <a:latin typeface="Kanit" panose="00000500000000000000" pitchFamily="2" charset="-34"/>
                <a:cs typeface="Kanit" panose="00000500000000000000" pitchFamily="2" charset="-34"/>
              </a:rPr>
              <a:t>XX</a:t>
            </a:r>
            <a:endParaRPr sz="1100" b="0" dirty="0">
              <a:solidFill>
                <a:srgbClr val="344B48"/>
              </a:solidFill>
              <a:latin typeface="Kanit" panose="00000500000000000000" pitchFamily="2" charset="-34"/>
              <a:cs typeface="Kanit" panose="00000500000000000000" pitchFamily="2" charset="-34"/>
            </a:endParaRPr>
          </a:p>
        </p:txBody>
      </p:sp>
      <p:sp>
        <p:nvSpPr>
          <p:cNvPr id="24" name="cell-1-0">
            <a:extLst>
              <a:ext uri="{FF2B5EF4-FFF2-40B4-BE49-F238E27FC236}">
                <a16:creationId xmlns:a16="http://schemas.microsoft.com/office/drawing/2014/main" id="{50D09B94-8BDE-49FD-B6D2-CA2AF87CBAE3}"/>
              </a:ext>
            </a:extLst>
          </p:cNvPr>
          <p:cNvSpPr>
            <a:spLocks noGrp="1"/>
          </p:cNvSpPr>
          <p:nvPr/>
        </p:nvSpPr>
        <p:spPr>
          <a:xfrm>
            <a:off x="457200" y="2390775"/>
            <a:ext cx="381000"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25" name="cell-1-1">
            <a:extLst>
              <a:ext uri="{FF2B5EF4-FFF2-40B4-BE49-F238E27FC236}">
                <a16:creationId xmlns:a16="http://schemas.microsoft.com/office/drawing/2014/main" id="{C3479839-3701-4C21-8426-7AA8633806F7}"/>
              </a:ext>
            </a:extLst>
          </p:cNvPr>
          <p:cNvSpPr>
            <a:spLocks noGrp="1"/>
          </p:cNvSpPr>
          <p:nvPr/>
        </p:nvSpPr>
        <p:spPr>
          <a:xfrm>
            <a:off x="838199" y="2390775"/>
            <a:ext cx="3148803"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26" name="cell-1-2">
            <a:extLst>
              <a:ext uri="{FF2B5EF4-FFF2-40B4-BE49-F238E27FC236}">
                <a16:creationId xmlns:a16="http://schemas.microsoft.com/office/drawing/2014/main" id="{3FB32AB6-40B2-43C2-8BE9-08ADDA371BF1}"/>
              </a:ext>
            </a:extLst>
          </p:cNvPr>
          <p:cNvSpPr>
            <a:spLocks noGrp="1"/>
          </p:cNvSpPr>
          <p:nvPr/>
        </p:nvSpPr>
        <p:spPr>
          <a:xfrm>
            <a:off x="3987002" y="2390775"/>
            <a:ext cx="3814383"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27" name="cell-1-3">
            <a:extLst>
              <a:ext uri="{FF2B5EF4-FFF2-40B4-BE49-F238E27FC236}">
                <a16:creationId xmlns:a16="http://schemas.microsoft.com/office/drawing/2014/main" id="{28183AA9-0A01-4838-B8C9-60A5EFE27108}"/>
              </a:ext>
            </a:extLst>
          </p:cNvPr>
          <p:cNvSpPr>
            <a:spLocks noGrp="1"/>
          </p:cNvSpPr>
          <p:nvPr/>
        </p:nvSpPr>
        <p:spPr>
          <a:xfrm>
            <a:off x="8449056" y="2387346"/>
            <a:ext cx="1962026"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28" name="num-bg-1">
            <a:extLst>
              <a:ext uri="{FF2B5EF4-FFF2-40B4-BE49-F238E27FC236}">
                <a16:creationId xmlns:a16="http://schemas.microsoft.com/office/drawing/2014/main" id="{FA613D75-7716-4ECE-AFC8-224EBB3A466D}"/>
              </a:ext>
            </a:extLst>
          </p:cNvPr>
          <p:cNvSpPr>
            <a:spLocks noGrp="1"/>
          </p:cNvSpPr>
          <p:nvPr/>
        </p:nvSpPr>
        <p:spPr>
          <a:xfrm>
            <a:off x="533400" y="2505075"/>
            <a:ext cx="238125" cy="304800"/>
          </a:xfrm>
          <a:prstGeom prst="roundRect">
            <a:avLst>
              <a:gd name="adj" fmla="val 50000"/>
            </a:avLst>
          </a:prstGeom>
          <a:solidFill>
            <a:srgbClr val="E1F0F3"/>
          </a:solidFill>
          <a:ln w="0">
            <a:noFill/>
            <a:prstDash val="solid"/>
          </a:ln>
        </p:spPr>
        <p:txBody>
          <a:bodyPr/>
          <a:lstStyle/>
          <a:p>
            <a:endParaRPr lang="en-US" sz="1600">
              <a:latin typeface="Kanit" panose="00000500000000000000" pitchFamily="2" charset="-34"/>
              <a:cs typeface="Kanit" panose="00000500000000000000" pitchFamily="2" charset="-34"/>
            </a:endParaRPr>
          </a:p>
        </p:txBody>
      </p:sp>
      <p:sp>
        <p:nvSpPr>
          <p:cNvPr id="29" name="num-1">
            <a:extLst>
              <a:ext uri="{FF2B5EF4-FFF2-40B4-BE49-F238E27FC236}">
                <a16:creationId xmlns:a16="http://schemas.microsoft.com/office/drawing/2014/main" id="{A4E99267-E1C8-4E90-B36C-3694F207624C}"/>
              </a:ext>
            </a:extLst>
          </p:cNvPr>
          <p:cNvSpPr>
            <a:spLocks noGrp="1"/>
          </p:cNvSpPr>
          <p:nvPr/>
        </p:nvSpPr>
        <p:spPr>
          <a:xfrm>
            <a:off x="533400" y="2543175"/>
            <a:ext cx="238125" cy="228600"/>
          </a:xfrm>
          <a:prstGeom prst="rect">
            <a:avLst/>
          </a:prstGeom>
          <a:noFill/>
          <a:ln w="0">
            <a:noFill/>
            <a:prstDash val="solid"/>
          </a:ln>
        </p:spPr>
        <p:txBody>
          <a:bodyPr anchor="ctr"/>
          <a:lstStyle/>
          <a:p>
            <a:pPr algn="ctr">
              <a:defRPr sz="1050" b="1">
                <a:solidFill>
                  <a:srgbClr val="167B8F"/>
                </a:solidFill>
              </a:defRPr>
            </a:pPr>
            <a:r>
              <a:rPr sz="1000" b="1">
                <a:solidFill>
                  <a:srgbClr val="167B8F"/>
                </a:solidFill>
                <a:latin typeface="Kanit" panose="00000500000000000000" pitchFamily="2" charset="-34"/>
                <a:cs typeface="Kanit" panose="00000500000000000000" pitchFamily="2" charset="-34"/>
              </a:rPr>
              <a:t>2</a:t>
            </a:r>
          </a:p>
        </p:txBody>
      </p:sp>
      <p:sp>
        <p:nvSpPr>
          <p:cNvPr id="30" name="process-1">
            <a:extLst>
              <a:ext uri="{FF2B5EF4-FFF2-40B4-BE49-F238E27FC236}">
                <a16:creationId xmlns:a16="http://schemas.microsoft.com/office/drawing/2014/main" id="{B4DA0E40-3D9C-4BF7-B0A3-D76CF9A5650A}"/>
              </a:ext>
            </a:extLst>
          </p:cNvPr>
          <p:cNvSpPr>
            <a:spLocks noGrp="1"/>
          </p:cNvSpPr>
          <p:nvPr/>
        </p:nvSpPr>
        <p:spPr>
          <a:xfrm>
            <a:off x="971549" y="2438400"/>
            <a:ext cx="3148803" cy="447675"/>
          </a:xfrm>
          <a:prstGeom prst="rect">
            <a:avLst/>
          </a:prstGeom>
          <a:noFill/>
          <a:ln w="0">
            <a:noFill/>
            <a:prstDash val="solid"/>
          </a:ln>
        </p:spPr>
        <p:txBody>
          <a:bodyPr anchor="ctr"/>
          <a:lstStyle/>
          <a:p>
            <a:pPr algn="l">
              <a:defRPr sz="1200" b="1">
                <a:solidFill>
                  <a:srgbClr val="173F38"/>
                </a:solidFill>
              </a:defRPr>
            </a:pPr>
            <a:r>
              <a:rPr sz="1100" b="1" dirty="0">
                <a:solidFill>
                  <a:srgbClr val="173F38"/>
                </a:solidFill>
                <a:latin typeface="Kanit" panose="00000500000000000000" pitchFamily="2" charset="-34"/>
                <a:cs typeface="Kanit" panose="00000500000000000000" pitchFamily="2" charset="-34"/>
              </a:rPr>
              <a:t>AP – Intercompany Billing &amp; Expense</a:t>
            </a:r>
            <a:endParaRPr lang="en-US" sz="1100" b="1" dirty="0">
              <a:solidFill>
                <a:srgbClr val="173F38"/>
              </a:solidFill>
              <a:latin typeface="Kanit" panose="00000500000000000000" pitchFamily="2" charset="-34"/>
              <a:cs typeface="Kanit" panose="00000500000000000000" pitchFamily="2" charset="-34"/>
            </a:endParaRPr>
          </a:p>
          <a:p>
            <a:pPr>
              <a:defRPr sz="1200" b="1">
                <a:solidFill>
                  <a:srgbClr val="173F38"/>
                </a:solidFill>
              </a:defRPr>
            </a:pPr>
            <a:r>
              <a:rPr lang="th-TH" sz="1100" b="1" dirty="0">
                <a:solidFill>
                  <a:srgbClr val="153E37"/>
                </a:solidFill>
                <a:latin typeface="Kanit" panose="00000500000000000000" pitchFamily="2" charset="-34"/>
                <a:cs typeface="Kanit" panose="00000500000000000000" pitchFamily="2" charset="-34"/>
              </a:rPr>
              <a:t>เปิดบิลเรียกเก็บและบันทึกค่าใช้จ่ายระหว่างกัน</a:t>
            </a:r>
            <a:r>
              <a:rPr lang="en-US" sz="1100" b="1" dirty="0">
                <a:solidFill>
                  <a:srgbClr val="153E37"/>
                </a:solidFill>
                <a:latin typeface="Kanit" panose="00000500000000000000" pitchFamily="2" charset="-34"/>
                <a:cs typeface="Kanit" panose="00000500000000000000" pitchFamily="2" charset="-34"/>
              </a:rPr>
              <a:t> </a:t>
            </a:r>
            <a:endParaRPr lang="th-TH" sz="1100" b="1" dirty="0">
              <a:solidFill>
                <a:srgbClr val="153E37"/>
              </a:solidFill>
              <a:latin typeface="Kanit" panose="00000500000000000000" pitchFamily="2" charset="-34"/>
              <a:cs typeface="Kanit" panose="00000500000000000000" pitchFamily="2" charset="-34"/>
            </a:endParaRPr>
          </a:p>
        </p:txBody>
      </p:sp>
      <p:sp>
        <p:nvSpPr>
          <p:cNvPr id="31" name="flow-1">
            <a:extLst>
              <a:ext uri="{FF2B5EF4-FFF2-40B4-BE49-F238E27FC236}">
                <a16:creationId xmlns:a16="http://schemas.microsoft.com/office/drawing/2014/main" id="{9F70B4E0-6CB4-4678-B569-5984A9403EAD}"/>
              </a:ext>
            </a:extLst>
          </p:cNvPr>
          <p:cNvSpPr>
            <a:spLocks noGrp="1"/>
          </p:cNvSpPr>
          <p:nvPr/>
        </p:nvSpPr>
        <p:spPr>
          <a:xfrm>
            <a:off x="3984995" y="2465261"/>
            <a:ext cx="3873696" cy="447675"/>
          </a:xfrm>
          <a:prstGeom prst="rect">
            <a:avLst/>
          </a:prstGeom>
          <a:noFill/>
          <a:ln w="0">
            <a:noFill/>
            <a:prstDash val="solid"/>
          </a:ln>
        </p:spPr>
        <p:txBody>
          <a:bodyPr anchor="ctr"/>
          <a:lstStyle/>
          <a:p>
            <a:pPr algn="l">
              <a:defRPr sz="1200" b="0">
                <a:solidFill>
                  <a:srgbClr val="344B48"/>
                </a:solidFill>
              </a:defRPr>
            </a:pPr>
            <a:r>
              <a:rPr lang="en-US" sz="800" b="0" dirty="0">
                <a:solidFill>
                  <a:srgbClr val="344B48"/>
                </a:solidFill>
                <a:latin typeface="Kanit" panose="00000500000000000000" pitchFamily="2" charset="-34"/>
                <a:cs typeface="Kanit" panose="00000500000000000000" pitchFamily="2" charset="-34"/>
              </a:rPr>
              <a:t>1. AR </a:t>
            </a:r>
            <a:r>
              <a:rPr lang="th-TH" sz="800" b="0" dirty="0">
                <a:solidFill>
                  <a:srgbClr val="344B48"/>
                </a:solidFill>
                <a:latin typeface="Kanit" panose="00000500000000000000" pitchFamily="2" charset="-34"/>
                <a:cs typeface="Kanit" panose="00000500000000000000" pitchFamily="2" charset="-34"/>
              </a:rPr>
              <a:t>เปิดบิลเรียกเก็บในระบบ </a:t>
            </a:r>
            <a:r>
              <a:rPr lang="en-US" sz="800" b="0" dirty="0">
                <a:solidFill>
                  <a:srgbClr val="344B48"/>
                </a:solidFill>
                <a:latin typeface="Kanit" panose="00000500000000000000" pitchFamily="2" charset="-34"/>
                <a:cs typeface="Kanit" panose="00000500000000000000" pitchFamily="2" charset="-34"/>
              </a:rPr>
              <a:t>ERP</a:t>
            </a:r>
            <a:br>
              <a:rPr lang="en-US" sz="800" b="0" dirty="0">
                <a:solidFill>
                  <a:srgbClr val="344B48"/>
                </a:solidFill>
                <a:latin typeface="Kanit" panose="00000500000000000000" pitchFamily="2" charset="-34"/>
                <a:cs typeface="Kanit" panose="00000500000000000000" pitchFamily="2" charset="-34"/>
              </a:rPr>
            </a:br>
            <a:r>
              <a:rPr lang="en-US" sz="800" b="0" dirty="0">
                <a:solidFill>
                  <a:srgbClr val="344B48"/>
                </a:solidFill>
                <a:latin typeface="Kanit" panose="00000500000000000000" pitchFamily="2" charset="-34"/>
                <a:cs typeface="Kanit" panose="00000500000000000000" pitchFamily="2" charset="-34"/>
              </a:rPr>
              <a:t>2. </a:t>
            </a:r>
            <a:r>
              <a:rPr lang="th-TH" sz="800" b="0" dirty="0">
                <a:solidFill>
                  <a:srgbClr val="344B48"/>
                </a:solidFill>
                <a:latin typeface="Kanit" panose="00000500000000000000" pitchFamily="2" charset="-34"/>
                <a:cs typeface="Kanit" panose="00000500000000000000" pitchFamily="2" charset="-34"/>
              </a:rPr>
              <a:t>ข้อมูลจากระบบ </a:t>
            </a:r>
            <a:r>
              <a:rPr lang="en-US" sz="800" b="0" dirty="0">
                <a:solidFill>
                  <a:srgbClr val="344B48"/>
                </a:solidFill>
                <a:latin typeface="Kanit" panose="00000500000000000000" pitchFamily="2" charset="-34"/>
                <a:cs typeface="Kanit" panose="00000500000000000000" pitchFamily="2" charset="-34"/>
              </a:rPr>
              <a:t>ERP </a:t>
            </a:r>
            <a:r>
              <a:rPr lang="th-TH" sz="800" b="0" dirty="0">
                <a:solidFill>
                  <a:srgbClr val="344B48"/>
                </a:solidFill>
                <a:latin typeface="Kanit" panose="00000500000000000000" pitchFamily="2" charset="-34"/>
                <a:cs typeface="Kanit" panose="00000500000000000000" pitchFamily="2" charset="-34"/>
              </a:rPr>
              <a:t>ฝั่ง</a:t>
            </a:r>
            <a:r>
              <a:rPr lang="en-US" sz="800" b="0" dirty="0">
                <a:solidFill>
                  <a:srgbClr val="344B48"/>
                </a:solidFill>
                <a:latin typeface="Kanit" panose="00000500000000000000" pitchFamily="2" charset="-34"/>
                <a:cs typeface="Kanit" panose="00000500000000000000" pitchFamily="2" charset="-34"/>
              </a:rPr>
              <a:t>AR </a:t>
            </a:r>
            <a:r>
              <a:rPr lang="th-TH" sz="800" b="0" dirty="0">
                <a:solidFill>
                  <a:srgbClr val="344B48"/>
                </a:solidFill>
                <a:latin typeface="Kanit" panose="00000500000000000000" pitchFamily="2" charset="-34"/>
                <a:cs typeface="Kanit" panose="00000500000000000000" pitchFamily="2" charset="-34"/>
              </a:rPr>
              <a:t>จากบริษัท </a:t>
            </a:r>
            <a:r>
              <a:rPr lang="en-US" sz="800" b="0" dirty="0">
                <a:solidFill>
                  <a:srgbClr val="344B48"/>
                </a:solidFill>
                <a:latin typeface="Kanit" panose="00000500000000000000" pitchFamily="2" charset="-34"/>
                <a:cs typeface="Kanit" panose="00000500000000000000" pitchFamily="2" charset="-34"/>
              </a:rPr>
              <a:t>A </a:t>
            </a:r>
            <a:r>
              <a:rPr lang="th-TH" sz="800" b="0" dirty="0">
                <a:solidFill>
                  <a:srgbClr val="344B48"/>
                </a:solidFill>
                <a:latin typeface="Kanit" panose="00000500000000000000" pitchFamily="2" charset="-34"/>
                <a:cs typeface="Kanit" panose="00000500000000000000" pitchFamily="2" charset="-34"/>
              </a:rPr>
              <a:t>ส่งต่อข้อมูลไปยัง ฝั่ง</a:t>
            </a:r>
            <a:r>
              <a:rPr lang="en-US" sz="800" b="0" dirty="0">
                <a:solidFill>
                  <a:srgbClr val="344B48"/>
                </a:solidFill>
                <a:latin typeface="Kanit" panose="00000500000000000000" pitchFamily="2" charset="-34"/>
                <a:cs typeface="Kanit" panose="00000500000000000000" pitchFamily="2" charset="-34"/>
              </a:rPr>
              <a:t>AP </a:t>
            </a:r>
            <a:r>
              <a:rPr lang="th-TH" sz="800" b="0" dirty="0">
                <a:solidFill>
                  <a:srgbClr val="344B48"/>
                </a:solidFill>
                <a:latin typeface="Kanit" panose="00000500000000000000" pitchFamily="2" charset="-34"/>
                <a:cs typeface="Kanit" panose="00000500000000000000" pitchFamily="2" charset="-34"/>
              </a:rPr>
              <a:t>ของบริษัท </a:t>
            </a:r>
            <a:r>
              <a:rPr lang="en-US" sz="800" b="0" dirty="0">
                <a:solidFill>
                  <a:srgbClr val="344B48"/>
                </a:solidFill>
                <a:latin typeface="Kanit" panose="00000500000000000000" pitchFamily="2" charset="-34"/>
                <a:cs typeface="Kanit" panose="00000500000000000000" pitchFamily="2" charset="-34"/>
              </a:rPr>
              <a:t>B </a:t>
            </a:r>
            <a:r>
              <a:rPr lang="th-TH" sz="800" b="0" dirty="0">
                <a:solidFill>
                  <a:srgbClr val="344B48"/>
                </a:solidFill>
                <a:latin typeface="Kanit" panose="00000500000000000000" pitchFamily="2" charset="-34"/>
                <a:cs typeface="Kanit" panose="00000500000000000000" pitchFamily="2" charset="-34"/>
              </a:rPr>
              <a:t>ได้เลย</a:t>
            </a:r>
            <a:br>
              <a:rPr lang="th-TH" sz="800" b="0" dirty="0">
                <a:solidFill>
                  <a:srgbClr val="344B48"/>
                </a:solidFill>
                <a:latin typeface="Kanit" panose="00000500000000000000" pitchFamily="2" charset="-34"/>
                <a:cs typeface="Kanit" panose="00000500000000000000" pitchFamily="2" charset="-34"/>
              </a:rPr>
            </a:br>
            <a:r>
              <a:rPr lang="th-TH" sz="800" b="0" dirty="0">
                <a:solidFill>
                  <a:srgbClr val="344B48"/>
                </a:solidFill>
                <a:latin typeface="Kanit" panose="00000500000000000000" pitchFamily="2" charset="-34"/>
                <a:cs typeface="Kanit" panose="00000500000000000000" pitchFamily="2" charset="-34"/>
              </a:rPr>
              <a:t>3. โดยเลือก</a:t>
            </a:r>
            <a:r>
              <a:rPr lang="en-US" sz="800" b="0" dirty="0">
                <a:solidFill>
                  <a:srgbClr val="344B48"/>
                </a:solidFill>
                <a:latin typeface="Kanit" panose="00000500000000000000" pitchFamily="2" charset="-34"/>
                <a:cs typeface="Kanit" panose="00000500000000000000" pitchFamily="2" charset="-34"/>
              </a:rPr>
              <a:t>Item</a:t>
            </a:r>
            <a:r>
              <a:rPr lang="th-TH" sz="800" b="0" dirty="0">
                <a:solidFill>
                  <a:srgbClr val="344B48"/>
                </a:solidFill>
                <a:latin typeface="Kanit" panose="00000500000000000000" pitchFamily="2" charset="-34"/>
                <a:cs typeface="Kanit" panose="00000500000000000000" pitchFamily="2" charset="-34"/>
              </a:rPr>
              <a:t>รายได้ ฝั่ง</a:t>
            </a:r>
            <a:r>
              <a:rPr lang="en-US" sz="800" b="0" dirty="0">
                <a:solidFill>
                  <a:srgbClr val="344B48"/>
                </a:solidFill>
                <a:latin typeface="Kanit" panose="00000500000000000000" pitchFamily="2" charset="-34"/>
                <a:cs typeface="Kanit" panose="00000500000000000000" pitchFamily="2" charset="-34"/>
              </a:rPr>
              <a:t>AR </a:t>
            </a:r>
            <a:r>
              <a:rPr lang="th-TH" sz="800" b="0" dirty="0">
                <a:solidFill>
                  <a:srgbClr val="344B48"/>
                </a:solidFill>
                <a:latin typeface="Kanit" panose="00000500000000000000" pitchFamily="2" charset="-34"/>
                <a:cs typeface="Kanit" panose="00000500000000000000" pitchFamily="2" charset="-34"/>
              </a:rPr>
              <a:t>จะ</a:t>
            </a:r>
            <a:r>
              <a:rPr lang="en-US" sz="800" b="0" dirty="0">
                <a:solidFill>
                  <a:srgbClr val="344B48"/>
                </a:solidFill>
                <a:latin typeface="Kanit" panose="00000500000000000000" pitchFamily="2" charset="-34"/>
                <a:cs typeface="Kanit" panose="00000500000000000000" pitchFamily="2" charset="-34"/>
              </a:rPr>
              <a:t>Match </a:t>
            </a:r>
            <a:r>
              <a:rPr lang="th-TH" sz="800" b="0" dirty="0">
                <a:solidFill>
                  <a:srgbClr val="344B48"/>
                </a:solidFill>
                <a:latin typeface="Kanit" panose="00000500000000000000" pitchFamily="2" charset="-34"/>
                <a:cs typeface="Kanit" panose="00000500000000000000" pitchFamily="2" charset="-34"/>
              </a:rPr>
              <a:t>กับ</a:t>
            </a:r>
            <a:r>
              <a:rPr lang="en-US" sz="800" b="0" dirty="0">
                <a:solidFill>
                  <a:srgbClr val="344B48"/>
                </a:solidFill>
                <a:latin typeface="Kanit" panose="00000500000000000000" pitchFamily="2" charset="-34"/>
                <a:cs typeface="Kanit" panose="00000500000000000000" pitchFamily="2" charset="-34"/>
              </a:rPr>
              <a:t>Item</a:t>
            </a:r>
            <a:r>
              <a:rPr lang="th-TH" sz="800" b="0" dirty="0">
                <a:solidFill>
                  <a:srgbClr val="344B48"/>
                </a:solidFill>
                <a:latin typeface="Kanit" panose="00000500000000000000" pitchFamily="2" charset="-34"/>
                <a:cs typeface="Kanit" panose="00000500000000000000" pitchFamily="2" charset="-34"/>
              </a:rPr>
              <a:t>ค่าใช้จ่าย ฝั่ง</a:t>
            </a:r>
            <a:r>
              <a:rPr lang="en-US" sz="800" b="0" dirty="0">
                <a:solidFill>
                  <a:srgbClr val="344B48"/>
                </a:solidFill>
                <a:latin typeface="Kanit" panose="00000500000000000000" pitchFamily="2" charset="-34"/>
                <a:cs typeface="Kanit" panose="00000500000000000000" pitchFamily="2" charset="-34"/>
              </a:rPr>
              <a:t>AP</a:t>
            </a:r>
            <a:br>
              <a:rPr lang="en-US" sz="800" b="0" dirty="0">
                <a:solidFill>
                  <a:srgbClr val="344B48"/>
                </a:solidFill>
                <a:latin typeface="Kanit" panose="00000500000000000000" pitchFamily="2" charset="-34"/>
                <a:cs typeface="Kanit" panose="00000500000000000000" pitchFamily="2" charset="-34"/>
              </a:rPr>
            </a:br>
            <a:r>
              <a:rPr lang="en-US" sz="800" b="0" dirty="0">
                <a:solidFill>
                  <a:srgbClr val="344B48"/>
                </a:solidFill>
                <a:latin typeface="Kanit" panose="00000500000000000000" pitchFamily="2" charset="-34"/>
                <a:cs typeface="Kanit" panose="00000500000000000000" pitchFamily="2" charset="-34"/>
              </a:rPr>
              <a:t>4. </a:t>
            </a:r>
            <a:r>
              <a:rPr lang="th-TH" sz="800" b="0" dirty="0">
                <a:solidFill>
                  <a:srgbClr val="344B48"/>
                </a:solidFill>
                <a:latin typeface="Kanit" panose="00000500000000000000" pitchFamily="2" charset="-34"/>
                <a:cs typeface="Kanit" panose="00000500000000000000" pitchFamily="2" charset="-34"/>
              </a:rPr>
              <a:t>เมื่อทาง</a:t>
            </a:r>
            <a:r>
              <a:rPr lang="en-US" sz="800" b="0" dirty="0">
                <a:solidFill>
                  <a:srgbClr val="344B48"/>
                </a:solidFill>
                <a:latin typeface="Kanit" panose="00000500000000000000" pitchFamily="2" charset="-34"/>
                <a:cs typeface="Kanit" panose="00000500000000000000" pitchFamily="2" charset="-34"/>
              </a:rPr>
              <a:t>AR </a:t>
            </a:r>
            <a:r>
              <a:rPr lang="th-TH" sz="800" b="0" dirty="0">
                <a:solidFill>
                  <a:srgbClr val="344B48"/>
                </a:solidFill>
                <a:latin typeface="Kanit" panose="00000500000000000000" pitchFamily="2" charset="-34"/>
                <a:cs typeface="Kanit" panose="00000500000000000000" pitchFamily="2" charset="-34"/>
              </a:rPr>
              <a:t>เปิดบิลเรียกเก็บแล้ว จะทำการบันทึกค่าใช้จ่ายฝั่ง</a:t>
            </a:r>
            <a:r>
              <a:rPr lang="en-US" sz="800" b="0" dirty="0">
                <a:solidFill>
                  <a:srgbClr val="344B48"/>
                </a:solidFill>
                <a:latin typeface="Kanit" panose="00000500000000000000" pitchFamily="2" charset="-34"/>
                <a:cs typeface="Kanit" panose="00000500000000000000" pitchFamily="2" charset="-34"/>
              </a:rPr>
              <a:t>AP </a:t>
            </a:r>
            <a:r>
              <a:rPr lang="th-TH" sz="800" b="0" dirty="0">
                <a:solidFill>
                  <a:srgbClr val="344B48"/>
                </a:solidFill>
                <a:latin typeface="Kanit" panose="00000500000000000000" pitchFamily="2" charset="-34"/>
                <a:cs typeface="Kanit" panose="00000500000000000000" pitchFamily="2" charset="-34"/>
              </a:rPr>
              <a:t>อัตโนมัติในระบบ </a:t>
            </a:r>
            <a:r>
              <a:rPr lang="en-US" sz="800" b="0" dirty="0">
                <a:solidFill>
                  <a:srgbClr val="344B48"/>
                </a:solidFill>
                <a:latin typeface="Kanit" panose="00000500000000000000" pitchFamily="2" charset="-34"/>
                <a:cs typeface="Kanit" panose="00000500000000000000" pitchFamily="2" charset="-34"/>
              </a:rPr>
              <a:t>ERP</a:t>
            </a:r>
            <a:endParaRPr sz="800" b="0" dirty="0">
              <a:solidFill>
                <a:srgbClr val="344B48"/>
              </a:solidFill>
              <a:latin typeface="Kanit" panose="00000500000000000000" pitchFamily="2" charset="-34"/>
              <a:cs typeface="Kanit" panose="00000500000000000000" pitchFamily="2" charset="-34"/>
            </a:endParaRPr>
          </a:p>
        </p:txBody>
      </p:sp>
      <p:sp>
        <p:nvSpPr>
          <p:cNvPr id="32" name="system-1">
            <a:extLst>
              <a:ext uri="{FF2B5EF4-FFF2-40B4-BE49-F238E27FC236}">
                <a16:creationId xmlns:a16="http://schemas.microsoft.com/office/drawing/2014/main" id="{08BC5A5F-CDCA-4C33-BFB9-F076A839C931}"/>
              </a:ext>
            </a:extLst>
          </p:cNvPr>
          <p:cNvSpPr>
            <a:spLocks noGrp="1"/>
          </p:cNvSpPr>
          <p:nvPr/>
        </p:nvSpPr>
        <p:spPr>
          <a:xfrm>
            <a:off x="8489817" y="2432113"/>
            <a:ext cx="1837846" cy="466725"/>
          </a:xfrm>
          <a:prstGeom prst="rect">
            <a:avLst/>
          </a:prstGeom>
          <a:noFill/>
          <a:ln w="0">
            <a:noFill/>
            <a:prstDash val="solid"/>
          </a:ln>
        </p:spPr>
        <p:txBody>
          <a:bodyPr anchor="ctr"/>
          <a:lstStyle/>
          <a:p>
            <a:pPr>
              <a:defRPr sz="1200" b="0">
                <a:solidFill>
                  <a:srgbClr val="344B48"/>
                </a:solidFill>
              </a:defRPr>
            </a:pPr>
            <a:r>
              <a:rPr lang="th-TH" sz="800" b="0" dirty="0">
                <a:solidFill>
                  <a:srgbClr val="344B48"/>
                </a:solidFill>
                <a:latin typeface="Kanit" panose="00000500000000000000" pitchFamily="2" charset="-34"/>
                <a:cs typeface="Kanit" panose="00000500000000000000" pitchFamily="2" charset="-34"/>
              </a:rPr>
              <a:t>จำนวนคนทำงาน</a:t>
            </a:r>
            <a:r>
              <a:rPr lang="en-US" sz="800" dirty="0">
                <a:solidFill>
                  <a:srgbClr val="344B48"/>
                </a:solidFill>
                <a:latin typeface="Kanit" panose="00000500000000000000" pitchFamily="2" charset="-34"/>
                <a:cs typeface="Kanit" panose="00000500000000000000" pitchFamily="2" charset="-34"/>
              </a:rPr>
              <a:t> </a:t>
            </a:r>
            <a:r>
              <a:rPr lang="en-US" sz="800" b="0" dirty="0">
                <a:solidFill>
                  <a:srgbClr val="344B48"/>
                </a:solidFill>
                <a:latin typeface="Kanit" panose="00000500000000000000" pitchFamily="2" charset="-34"/>
                <a:cs typeface="Kanit" panose="00000500000000000000" pitchFamily="2" charset="-34"/>
              </a:rPr>
              <a:t>AR </a:t>
            </a:r>
            <a:r>
              <a:rPr lang="th-TH" sz="800" b="0" dirty="0">
                <a:solidFill>
                  <a:srgbClr val="344B48"/>
                </a:solidFill>
                <a:latin typeface="Kanit" panose="00000500000000000000" pitchFamily="2" charset="-34"/>
                <a:cs typeface="Kanit" panose="00000500000000000000" pitchFamily="2" charset="-34"/>
              </a:rPr>
              <a:t>5 คน </a:t>
            </a:r>
            <a:r>
              <a:rPr lang="en-US" sz="800" b="0" dirty="0">
                <a:solidFill>
                  <a:srgbClr val="344B48"/>
                </a:solidFill>
                <a:latin typeface="Kanit" panose="00000500000000000000" pitchFamily="2" charset="-34"/>
                <a:cs typeface="Kanit" panose="00000500000000000000" pitchFamily="2" charset="-34"/>
              </a:rPr>
              <a:t> AP </a:t>
            </a:r>
            <a:r>
              <a:rPr lang="th-TH" sz="800" b="0" dirty="0">
                <a:solidFill>
                  <a:srgbClr val="344B48"/>
                </a:solidFill>
                <a:latin typeface="Kanit" panose="00000500000000000000" pitchFamily="2" charset="-34"/>
                <a:cs typeface="Kanit" panose="00000500000000000000" pitchFamily="2" charset="-34"/>
              </a:rPr>
              <a:t>6 คน</a:t>
            </a:r>
            <a:r>
              <a:rPr lang="en-US" sz="800" b="0" dirty="0">
                <a:solidFill>
                  <a:srgbClr val="344B48"/>
                </a:solidFill>
                <a:latin typeface="Kanit" panose="00000500000000000000" pitchFamily="2" charset="-34"/>
                <a:cs typeface="Kanit" panose="00000500000000000000" pitchFamily="2" charset="-34"/>
              </a:rPr>
              <a:t> </a:t>
            </a:r>
            <a:r>
              <a:rPr lang="th-TH" sz="800" b="0" dirty="0">
                <a:solidFill>
                  <a:srgbClr val="344B48"/>
                </a:solidFill>
                <a:latin typeface="Kanit" panose="00000500000000000000" pitchFamily="2" charset="-34"/>
                <a:cs typeface="Kanit" panose="00000500000000000000" pitchFamily="2" charset="-34"/>
              </a:rPr>
              <a:t>รวมทั้งสิ้น 11 คน</a:t>
            </a:r>
            <a:r>
              <a:rPr lang="en-US" sz="800" dirty="0">
                <a:solidFill>
                  <a:srgbClr val="344B48"/>
                </a:solidFill>
                <a:latin typeface="Kanit" panose="00000500000000000000" pitchFamily="2" charset="-34"/>
                <a:cs typeface="Kanit" panose="00000500000000000000" pitchFamily="2" charset="-34"/>
              </a:rPr>
              <a:t> </a:t>
            </a:r>
            <a:r>
              <a:rPr lang="th-TH" sz="800" b="0" dirty="0">
                <a:solidFill>
                  <a:srgbClr val="344B48"/>
                </a:solidFill>
                <a:latin typeface="Kanit" panose="00000500000000000000" pitchFamily="2" charset="-34"/>
                <a:cs typeface="Kanit" panose="00000500000000000000" pitchFamily="2" charset="-34"/>
              </a:rPr>
              <a:t>เวลาทำงาน</a:t>
            </a:r>
            <a:r>
              <a:rPr lang="en-US" sz="800" b="0" dirty="0">
                <a:solidFill>
                  <a:srgbClr val="344B48"/>
                </a:solidFill>
                <a:latin typeface="Kanit" panose="00000500000000000000" pitchFamily="2" charset="-34"/>
                <a:cs typeface="Kanit" panose="00000500000000000000" pitchFamily="2" charset="-34"/>
              </a:rPr>
              <a:t> AR, AP </a:t>
            </a:r>
            <a:r>
              <a:rPr lang="th-TH" sz="800" b="0" dirty="0">
                <a:solidFill>
                  <a:srgbClr val="344B48"/>
                </a:solidFill>
                <a:latin typeface="Kanit" panose="00000500000000000000" pitchFamily="2" charset="-34"/>
                <a:cs typeface="Kanit" panose="00000500000000000000" pitchFamily="2" charset="-34"/>
              </a:rPr>
              <a:t>รายการละ 10 นาที</a:t>
            </a:r>
            <a:br>
              <a:rPr lang="th-TH" sz="800" b="0" dirty="0">
                <a:solidFill>
                  <a:srgbClr val="344B48"/>
                </a:solidFill>
                <a:latin typeface="Kanit" panose="00000500000000000000" pitchFamily="2" charset="-34"/>
                <a:cs typeface="Kanit" panose="00000500000000000000" pitchFamily="2" charset="-34"/>
              </a:rPr>
            </a:br>
            <a:r>
              <a:rPr lang="th-TH" sz="800" b="0" dirty="0">
                <a:solidFill>
                  <a:srgbClr val="344B48"/>
                </a:solidFill>
                <a:latin typeface="Kanit" panose="00000500000000000000" pitchFamily="2" charset="-34"/>
                <a:cs typeface="Kanit" panose="00000500000000000000" pitchFamily="2" charset="-34"/>
              </a:rPr>
              <a:t>รวมทั้งสิ้น 20 นาท</a:t>
            </a:r>
            <a:endParaRPr sz="800" b="0" dirty="0">
              <a:solidFill>
                <a:srgbClr val="344B48"/>
              </a:solidFill>
              <a:latin typeface="Kanit" panose="00000500000000000000" pitchFamily="2" charset="-34"/>
              <a:cs typeface="Kanit" panose="00000500000000000000" pitchFamily="2" charset="-34"/>
            </a:endParaRPr>
          </a:p>
        </p:txBody>
      </p:sp>
      <p:sp>
        <p:nvSpPr>
          <p:cNvPr id="33" name="cell-2-0">
            <a:extLst>
              <a:ext uri="{FF2B5EF4-FFF2-40B4-BE49-F238E27FC236}">
                <a16:creationId xmlns:a16="http://schemas.microsoft.com/office/drawing/2014/main" id="{8608FBFB-5D8C-45B7-BA80-0EFBCEF353F6}"/>
              </a:ext>
            </a:extLst>
          </p:cNvPr>
          <p:cNvSpPr>
            <a:spLocks noGrp="1"/>
          </p:cNvSpPr>
          <p:nvPr/>
        </p:nvSpPr>
        <p:spPr>
          <a:xfrm>
            <a:off x="457200" y="2933700"/>
            <a:ext cx="381000"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34" name="cell-2-1">
            <a:extLst>
              <a:ext uri="{FF2B5EF4-FFF2-40B4-BE49-F238E27FC236}">
                <a16:creationId xmlns:a16="http://schemas.microsoft.com/office/drawing/2014/main" id="{BE4FF563-ECA4-47A0-8D4F-62AE56DBDA58}"/>
              </a:ext>
            </a:extLst>
          </p:cNvPr>
          <p:cNvSpPr>
            <a:spLocks noGrp="1"/>
          </p:cNvSpPr>
          <p:nvPr/>
        </p:nvSpPr>
        <p:spPr>
          <a:xfrm>
            <a:off x="838199" y="2933700"/>
            <a:ext cx="3148803"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35" name="cell-2-2">
            <a:extLst>
              <a:ext uri="{FF2B5EF4-FFF2-40B4-BE49-F238E27FC236}">
                <a16:creationId xmlns:a16="http://schemas.microsoft.com/office/drawing/2014/main" id="{01C224CB-DFD1-4DBC-8068-3C657D810327}"/>
              </a:ext>
            </a:extLst>
          </p:cNvPr>
          <p:cNvSpPr>
            <a:spLocks noGrp="1"/>
          </p:cNvSpPr>
          <p:nvPr/>
        </p:nvSpPr>
        <p:spPr>
          <a:xfrm>
            <a:off x="3987002" y="2933700"/>
            <a:ext cx="3814383"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36" name="cell-2-3">
            <a:extLst>
              <a:ext uri="{FF2B5EF4-FFF2-40B4-BE49-F238E27FC236}">
                <a16:creationId xmlns:a16="http://schemas.microsoft.com/office/drawing/2014/main" id="{4C60B2F5-169F-4995-ABC3-59BEDCEC4D7F}"/>
              </a:ext>
            </a:extLst>
          </p:cNvPr>
          <p:cNvSpPr>
            <a:spLocks noGrp="1"/>
          </p:cNvSpPr>
          <p:nvPr/>
        </p:nvSpPr>
        <p:spPr>
          <a:xfrm>
            <a:off x="8449056" y="2930271"/>
            <a:ext cx="1962026"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37" name="num-bg-2">
            <a:extLst>
              <a:ext uri="{FF2B5EF4-FFF2-40B4-BE49-F238E27FC236}">
                <a16:creationId xmlns:a16="http://schemas.microsoft.com/office/drawing/2014/main" id="{48EA7AD0-3C25-4220-B846-D370D0937602}"/>
              </a:ext>
            </a:extLst>
          </p:cNvPr>
          <p:cNvSpPr>
            <a:spLocks noGrp="1"/>
          </p:cNvSpPr>
          <p:nvPr/>
        </p:nvSpPr>
        <p:spPr>
          <a:xfrm>
            <a:off x="533400" y="3048000"/>
            <a:ext cx="238125" cy="304800"/>
          </a:xfrm>
          <a:prstGeom prst="roundRect">
            <a:avLst>
              <a:gd name="adj" fmla="val 50000"/>
            </a:avLst>
          </a:prstGeom>
          <a:solidFill>
            <a:srgbClr val="E1F0F3"/>
          </a:solidFill>
          <a:ln w="0">
            <a:noFill/>
            <a:prstDash val="solid"/>
          </a:ln>
        </p:spPr>
        <p:txBody>
          <a:bodyPr/>
          <a:lstStyle/>
          <a:p>
            <a:endParaRPr lang="en-US" sz="1600">
              <a:latin typeface="Kanit" panose="00000500000000000000" pitchFamily="2" charset="-34"/>
              <a:cs typeface="Kanit" panose="00000500000000000000" pitchFamily="2" charset="-34"/>
            </a:endParaRPr>
          </a:p>
        </p:txBody>
      </p:sp>
      <p:sp>
        <p:nvSpPr>
          <p:cNvPr id="38" name="num-2">
            <a:extLst>
              <a:ext uri="{FF2B5EF4-FFF2-40B4-BE49-F238E27FC236}">
                <a16:creationId xmlns:a16="http://schemas.microsoft.com/office/drawing/2014/main" id="{56B6D176-D106-4603-AC37-3A6F0B1ECB82}"/>
              </a:ext>
            </a:extLst>
          </p:cNvPr>
          <p:cNvSpPr>
            <a:spLocks noGrp="1"/>
          </p:cNvSpPr>
          <p:nvPr/>
        </p:nvSpPr>
        <p:spPr>
          <a:xfrm>
            <a:off x="533400" y="3086100"/>
            <a:ext cx="238125" cy="228600"/>
          </a:xfrm>
          <a:prstGeom prst="rect">
            <a:avLst/>
          </a:prstGeom>
          <a:noFill/>
          <a:ln w="0">
            <a:noFill/>
            <a:prstDash val="solid"/>
          </a:ln>
        </p:spPr>
        <p:txBody>
          <a:bodyPr anchor="ctr"/>
          <a:lstStyle/>
          <a:p>
            <a:pPr algn="ctr">
              <a:defRPr sz="1050" b="1">
                <a:solidFill>
                  <a:srgbClr val="167B8F"/>
                </a:solidFill>
              </a:defRPr>
            </a:pPr>
            <a:r>
              <a:rPr sz="1000" b="1">
                <a:solidFill>
                  <a:srgbClr val="167B8F"/>
                </a:solidFill>
                <a:latin typeface="Kanit" panose="00000500000000000000" pitchFamily="2" charset="-34"/>
                <a:cs typeface="Kanit" panose="00000500000000000000" pitchFamily="2" charset="-34"/>
              </a:rPr>
              <a:t>3</a:t>
            </a:r>
          </a:p>
        </p:txBody>
      </p:sp>
      <p:sp>
        <p:nvSpPr>
          <p:cNvPr id="39" name="process-2">
            <a:extLst>
              <a:ext uri="{FF2B5EF4-FFF2-40B4-BE49-F238E27FC236}">
                <a16:creationId xmlns:a16="http://schemas.microsoft.com/office/drawing/2014/main" id="{E26A8A47-4C75-4FD7-B154-5A513637366B}"/>
              </a:ext>
            </a:extLst>
          </p:cNvPr>
          <p:cNvSpPr>
            <a:spLocks noGrp="1"/>
          </p:cNvSpPr>
          <p:nvPr/>
        </p:nvSpPr>
        <p:spPr>
          <a:xfrm>
            <a:off x="971549" y="2981325"/>
            <a:ext cx="3104735" cy="447675"/>
          </a:xfrm>
          <a:prstGeom prst="rect">
            <a:avLst/>
          </a:prstGeom>
          <a:noFill/>
          <a:ln w="0">
            <a:noFill/>
            <a:prstDash val="solid"/>
          </a:ln>
        </p:spPr>
        <p:txBody>
          <a:bodyPr anchor="ctr"/>
          <a:lstStyle/>
          <a:p>
            <a:pPr algn="l">
              <a:defRPr sz="1200" b="1">
                <a:solidFill>
                  <a:srgbClr val="173F38"/>
                </a:solidFill>
              </a:defRPr>
            </a:pPr>
            <a:r>
              <a:rPr sz="1100" b="1" dirty="0">
                <a:solidFill>
                  <a:srgbClr val="173F38"/>
                </a:solidFill>
                <a:latin typeface="Kanit" panose="00000500000000000000" pitchFamily="2" charset="-34"/>
                <a:cs typeface="Kanit" panose="00000500000000000000" pitchFamily="2" charset="-34"/>
              </a:rPr>
              <a:t>AP – Invoice Processing</a:t>
            </a:r>
            <a:endParaRPr lang="th-TH" sz="1100" b="1" dirty="0">
              <a:solidFill>
                <a:srgbClr val="173F38"/>
              </a:solidFill>
              <a:latin typeface="Kanit" panose="00000500000000000000" pitchFamily="2" charset="-34"/>
              <a:cs typeface="Kanit" panose="00000500000000000000" pitchFamily="2" charset="-34"/>
            </a:endParaRPr>
          </a:p>
          <a:p>
            <a:pPr algn="l">
              <a:defRPr sz="1200" b="1">
                <a:solidFill>
                  <a:srgbClr val="173F38"/>
                </a:solidFill>
              </a:defRPr>
            </a:pPr>
            <a:r>
              <a:rPr lang="th-TH" sz="1100" b="1" dirty="0">
                <a:solidFill>
                  <a:srgbClr val="173F38"/>
                </a:solidFill>
                <a:latin typeface="Kanit" panose="00000500000000000000" pitchFamily="2" charset="-34"/>
                <a:cs typeface="Kanit" panose="00000500000000000000" pitchFamily="2" charset="-34"/>
              </a:rPr>
              <a:t>การประมวลผลใบแจ้งหนี้ </a:t>
            </a:r>
            <a:endParaRPr sz="1100" b="1" dirty="0">
              <a:solidFill>
                <a:srgbClr val="173F38"/>
              </a:solidFill>
              <a:latin typeface="Kanit" panose="00000500000000000000" pitchFamily="2" charset="-34"/>
              <a:cs typeface="Kanit" panose="00000500000000000000" pitchFamily="2" charset="-34"/>
            </a:endParaRPr>
          </a:p>
        </p:txBody>
      </p:sp>
      <p:sp>
        <p:nvSpPr>
          <p:cNvPr id="40" name="flow-2">
            <a:extLst>
              <a:ext uri="{FF2B5EF4-FFF2-40B4-BE49-F238E27FC236}">
                <a16:creationId xmlns:a16="http://schemas.microsoft.com/office/drawing/2014/main" id="{24EC782D-9306-4088-A23B-3A421B5B94B3}"/>
              </a:ext>
            </a:extLst>
          </p:cNvPr>
          <p:cNvSpPr>
            <a:spLocks noGrp="1"/>
          </p:cNvSpPr>
          <p:nvPr/>
        </p:nvSpPr>
        <p:spPr>
          <a:xfrm>
            <a:off x="3984994" y="3008186"/>
            <a:ext cx="3741686" cy="447675"/>
          </a:xfrm>
          <a:prstGeom prst="rect">
            <a:avLst/>
          </a:prstGeom>
          <a:noFill/>
          <a:ln w="0">
            <a:noFill/>
            <a:prstDash val="solid"/>
          </a:ln>
        </p:spPr>
        <p:txBody>
          <a:bodyPr anchor="ctr"/>
          <a:lstStyle/>
          <a:p>
            <a:pPr algn="l">
              <a:defRPr sz="1200" b="0">
                <a:solidFill>
                  <a:srgbClr val="344B48"/>
                </a:solidFill>
              </a:defRPr>
            </a:pPr>
            <a:r>
              <a:rPr sz="1050" b="0">
                <a:solidFill>
                  <a:srgbClr val="344B48"/>
                </a:solidFill>
                <a:latin typeface="Kanit" panose="00000500000000000000" pitchFamily="2" charset="-34"/>
                <a:cs typeface="Kanit" panose="00000500000000000000" pitchFamily="2" charset="-34"/>
              </a:rPr>
              <a:t>Receive Invoice → Capture → Validate → Approve → Post AP</a:t>
            </a:r>
          </a:p>
        </p:txBody>
      </p:sp>
      <p:sp>
        <p:nvSpPr>
          <p:cNvPr id="41" name="system-2">
            <a:extLst>
              <a:ext uri="{FF2B5EF4-FFF2-40B4-BE49-F238E27FC236}">
                <a16:creationId xmlns:a16="http://schemas.microsoft.com/office/drawing/2014/main" id="{890C5160-E0D8-4E64-BC96-F5569C1E8858}"/>
              </a:ext>
            </a:extLst>
          </p:cNvPr>
          <p:cNvSpPr>
            <a:spLocks noGrp="1"/>
          </p:cNvSpPr>
          <p:nvPr/>
        </p:nvSpPr>
        <p:spPr>
          <a:xfrm>
            <a:off x="7936225" y="2968371"/>
            <a:ext cx="2435802" cy="466725"/>
          </a:xfrm>
          <a:prstGeom prst="rect">
            <a:avLst/>
          </a:prstGeom>
          <a:noFill/>
          <a:ln w="0">
            <a:noFill/>
            <a:prstDash val="solid"/>
          </a:ln>
        </p:spPr>
        <p:txBody>
          <a:bodyPr anchor="ctr"/>
          <a:lstStyle/>
          <a:p>
            <a:pPr algn="ctr">
              <a:defRPr sz="1200" b="0">
                <a:solidFill>
                  <a:srgbClr val="344B48"/>
                </a:solidFill>
              </a:defRPr>
            </a:pPr>
            <a:r>
              <a:rPr lang="en-US" sz="1100" b="0" dirty="0">
                <a:solidFill>
                  <a:srgbClr val="344B48"/>
                </a:solidFill>
                <a:latin typeface="Kanit" panose="00000500000000000000" pitchFamily="2" charset="-34"/>
                <a:cs typeface="Kanit" panose="00000500000000000000" pitchFamily="2" charset="-34"/>
              </a:rPr>
              <a:t>XX</a:t>
            </a:r>
            <a:endParaRPr sz="1100" b="0" dirty="0">
              <a:solidFill>
                <a:srgbClr val="344B48"/>
              </a:solidFill>
              <a:latin typeface="Kanit" panose="00000500000000000000" pitchFamily="2" charset="-34"/>
              <a:cs typeface="Kanit" panose="00000500000000000000" pitchFamily="2" charset="-34"/>
            </a:endParaRPr>
          </a:p>
        </p:txBody>
      </p:sp>
      <p:sp>
        <p:nvSpPr>
          <p:cNvPr id="42" name="cell-3-0">
            <a:extLst>
              <a:ext uri="{FF2B5EF4-FFF2-40B4-BE49-F238E27FC236}">
                <a16:creationId xmlns:a16="http://schemas.microsoft.com/office/drawing/2014/main" id="{6BCE8EA2-3A1E-40F6-9A41-E21B0078B118}"/>
              </a:ext>
            </a:extLst>
          </p:cNvPr>
          <p:cNvSpPr>
            <a:spLocks noGrp="1"/>
          </p:cNvSpPr>
          <p:nvPr/>
        </p:nvSpPr>
        <p:spPr>
          <a:xfrm>
            <a:off x="457200" y="3476625"/>
            <a:ext cx="381000"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43" name="cell-3-1">
            <a:extLst>
              <a:ext uri="{FF2B5EF4-FFF2-40B4-BE49-F238E27FC236}">
                <a16:creationId xmlns:a16="http://schemas.microsoft.com/office/drawing/2014/main" id="{0D75B6DD-DD0A-412E-B226-F20D74ED35DD}"/>
              </a:ext>
            </a:extLst>
          </p:cNvPr>
          <p:cNvSpPr>
            <a:spLocks noGrp="1"/>
          </p:cNvSpPr>
          <p:nvPr/>
        </p:nvSpPr>
        <p:spPr>
          <a:xfrm>
            <a:off x="838199" y="3476625"/>
            <a:ext cx="3148803"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44" name="cell-3-2">
            <a:extLst>
              <a:ext uri="{FF2B5EF4-FFF2-40B4-BE49-F238E27FC236}">
                <a16:creationId xmlns:a16="http://schemas.microsoft.com/office/drawing/2014/main" id="{92FE61CF-EC13-45DA-B1AB-2CD20AEB2019}"/>
              </a:ext>
            </a:extLst>
          </p:cNvPr>
          <p:cNvSpPr>
            <a:spLocks noGrp="1"/>
          </p:cNvSpPr>
          <p:nvPr/>
        </p:nvSpPr>
        <p:spPr>
          <a:xfrm>
            <a:off x="3987157" y="3476625"/>
            <a:ext cx="3812067"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45" name="cell-3-3">
            <a:extLst>
              <a:ext uri="{FF2B5EF4-FFF2-40B4-BE49-F238E27FC236}">
                <a16:creationId xmlns:a16="http://schemas.microsoft.com/office/drawing/2014/main" id="{ED0BEB01-1405-47E0-AD4D-A16575F7B189}"/>
              </a:ext>
            </a:extLst>
          </p:cNvPr>
          <p:cNvSpPr>
            <a:spLocks noGrp="1"/>
          </p:cNvSpPr>
          <p:nvPr/>
        </p:nvSpPr>
        <p:spPr>
          <a:xfrm>
            <a:off x="8449056" y="3473196"/>
            <a:ext cx="1962026"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46" name="num-bg-3">
            <a:extLst>
              <a:ext uri="{FF2B5EF4-FFF2-40B4-BE49-F238E27FC236}">
                <a16:creationId xmlns:a16="http://schemas.microsoft.com/office/drawing/2014/main" id="{00F11754-4022-4E0F-8956-F79424447948}"/>
              </a:ext>
            </a:extLst>
          </p:cNvPr>
          <p:cNvSpPr>
            <a:spLocks noGrp="1"/>
          </p:cNvSpPr>
          <p:nvPr/>
        </p:nvSpPr>
        <p:spPr>
          <a:xfrm>
            <a:off x="533400" y="3590925"/>
            <a:ext cx="238125" cy="304800"/>
          </a:xfrm>
          <a:prstGeom prst="roundRect">
            <a:avLst>
              <a:gd name="adj" fmla="val 50000"/>
            </a:avLst>
          </a:prstGeom>
          <a:solidFill>
            <a:srgbClr val="E1F0F3"/>
          </a:solidFill>
          <a:ln w="0">
            <a:noFill/>
            <a:prstDash val="solid"/>
          </a:ln>
        </p:spPr>
        <p:txBody>
          <a:bodyPr/>
          <a:lstStyle/>
          <a:p>
            <a:endParaRPr lang="en-US" sz="1600">
              <a:latin typeface="Kanit" panose="00000500000000000000" pitchFamily="2" charset="-34"/>
              <a:cs typeface="Kanit" panose="00000500000000000000" pitchFamily="2" charset="-34"/>
            </a:endParaRPr>
          </a:p>
        </p:txBody>
      </p:sp>
      <p:sp>
        <p:nvSpPr>
          <p:cNvPr id="47" name="num-3">
            <a:extLst>
              <a:ext uri="{FF2B5EF4-FFF2-40B4-BE49-F238E27FC236}">
                <a16:creationId xmlns:a16="http://schemas.microsoft.com/office/drawing/2014/main" id="{78BD3E29-4104-4422-B7FD-0B68FEA1AC77}"/>
              </a:ext>
            </a:extLst>
          </p:cNvPr>
          <p:cNvSpPr>
            <a:spLocks noGrp="1"/>
          </p:cNvSpPr>
          <p:nvPr/>
        </p:nvSpPr>
        <p:spPr>
          <a:xfrm>
            <a:off x="533400" y="3629025"/>
            <a:ext cx="238125" cy="228600"/>
          </a:xfrm>
          <a:prstGeom prst="rect">
            <a:avLst/>
          </a:prstGeom>
          <a:noFill/>
          <a:ln w="0">
            <a:noFill/>
            <a:prstDash val="solid"/>
          </a:ln>
        </p:spPr>
        <p:txBody>
          <a:bodyPr anchor="ctr"/>
          <a:lstStyle/>
          <a:p>
            <a:pPr algn="ctr">
              <a:defRPr sz="1050" b="1">
                <a:solidFill>
                  <a:srgbClr val="167B8F"/>
                </a:solidFill>
              </a:defRPr>
            </a:pPr>
            <a:r>
              <a:rPr sz="1000" b="1">
                <a:solidFill>
                  <a:srgbClr val="167B8F"/>
                </a:solidFill>
                <a:latin typeface="Kanit" panose="00000500000000000000" pitchFamily="2" charset="-34"/>
                <a:cs typeface="Kanit" panose="00000500000000000000" pitchFamily="2" charset="-34"/>
              </a:rPr>
              <a:t>4</a:t>
            </a:r>
          </a:p>
        </p:txBody>
      </p:sp>
      <p:sp>
        <p:nvSpPr>
          <p:cNvPr id="48" name="process-3">
            <a:extLst>
              <a:ext uri="{FF2B5EF4-FFF2-40B4-BE49-F238E27FC236}">
                <a16:creationId xmlns:a16="http://schemas.microsoft.com/office/drawing/2014/main" id="{0E79FB62-ACBF-4066-872C-33803BCBA9E5}"/>
              </a:ext>
            </a:extLst>
          </p:cNvPr>
          <p:cNvSpPr>
            <a:spLocks noGrp="1"/>
          </p:cNvSpPr>
          <p:nvPr/>
        </p:nvSpPr>
        <p:spPr>
          <a:xfrm>
            <a:off x="971549" y="3524250"/>
            <a:ext cx="3104735" cy="447675"/>
          </a:xfrm>
          <a:prstGeom prst="rect">
            <a:avLst/>
          </a:prstGeom>
          <a:noFill/>
          <a:ln w="0">
            <a:noFill/>
            <a:prstDash val="solid"/>
          </a:ln>
        </p:spPr>
        <p:txBody>
          <a:bodyPr anchor="ctr"/>
          <a:lstStyle/>
          <a:p>
            <a:pPr algn="l">
              <a:defRPr sz="1200" b="1">
                <a:solidFill>
                  <a:srgbClr val="173F38"/>
                </a:solidFill>
              </a:defRPr>
            </a:pPr>
            <a:r>
              <a:rPr sz="1100" b="1" dirty="0">
                <a:solidFill>
                  <a:srgbClr val="173F38"/>
                </a:solidFill>
                <a:latin typeface="Kanit" panose="00000500000000000000" pitchFamily="2" charset="-34"/>
                <a:cs typeface="Kanit" panose="00000500000000000000" pitchFamily="2" charset="-34"/>
              </a:rPr>
              <a:t>AP – Petty Cash Verification</a:t>
            </a:r>
            <a:endParaRPr lang="th-TH" sz="1100" b="1" dirty="0">
              <a:solidFill>
                <a:srgbClr val="173F38"/>
              </a:solidFill>
              <a:latin typeface="Kanit" panose="00000500000000000000" pitchFamily="2" charset="-34"/>
              <a:cs typeface="Kanit" panose="00000500000000000000" pitchFamily="2" charset="-34"/>
            </a:endParaRPr>
          </a:p>
          <a:p>
            <a:pPr algn="l">
              <a:defRPr sz="1200" b="1">
                <a:solidFill>
                  <a:srgbClr val="173F38"/>
                </a:solidFill>
              </a:defRPr>
            </a:pPr>
            <a:r>
              <a:rPr lang="th-TH" sz="1100" b="1" dirty="0">
                <a:solidFill>
                  <a:srgbClr val="173F38"/>
                </a:solidFill>
                <a:latin typeface="Kanit" panose="00000500000000000000" pitchFamily="2" charset="-34"/>
                <a:cs typeface="Kanit" panose="00000500000000000000" pitchFamily="2" charset="-34"/>
              </a:rPr>
              <a:t>ตรวจสอบชุดเบิกเงินสดย่อย </a:t>
            </a:r>
            <a:endParaRPr sz="1100" b="1" dirty="0">
              <a:solidFill>
                <a:srgbClr val="173F38"/>
              </a:solidFill>
              <a:latin typeface="Kanit" panose="00000500000000000000" pitchFamily="2" charset="-34"/>
              <a:cs typeface="Kanit" panose="00000500000000000000" pitchFamily="2" charset="-34"/>
            </a:endParaRPr>
          </a:p>
        </p:txBody>
      </p:sp>
      <p:sp>
        <p:nvSpPr>
          <p:cNvPr id="49" name="flow-3">
            <a:extLst>
              <a:ext uri="{FF2B5EF4-FFF2-40B4-BE49-F238E27FC236}">
                <a16:creationId xmlns:a16="http://schemas.microsoft.com/office/drawing/2014/main" id="{7536ABFE-5E57-44E1-97CD-FBB69470CA78}"/>
              </a:ext>
            </a:extLst>
          </p:cNvPr>
          <p:cNvSpPr>
            <a:spLocks noGrp="1"/>
          </p:cNvSpPr>
          <p:nvPr/>
        </p:nvSpPr>
        <p:spPr>
          <a:xfrm>
            <a:off x="3984994" y="3551111"/>
            <a:ext cx="3741686" cy="447675"/>
          </a:xfrm>
          <a:prstGeom prst="rect">
            <a:avLst/>
          </a:prstGeom>
          <a:noFill/>
          <a:ln w="0">
            <a:noFill/>
            <a:prstDash val="solid"/>
          </a:ln>
        </p:spPr>
        <p:txBody>
          <a:bodyPr anchor="ctr"/>
          <a:lstStyle/>
          <a:p>
            <a:pPr algn="l">
              <a:defRPr sz="1200" b="0">
                <a:solidFill>
                  <a:srgbClr val="344B48"/>
                </a:solidFill>
              </a:defRPr>
            </a:pPr>
            <a:r>
              <a:rPr sz="1050" b="0">
                <a:solidFill>
                  <a:srgbClr val="344B48"/>
                </a:solidFill>
                <a:latin typeface="Kanit" panose="00000500000000000000" pitchFamily="2" charset="-34"/>
                <a:cs typeface="Kanit" panose="00000500000000000000" pitchFamily="2" charset="-34"/>
              </a:rPr>
              <a:t>Scan Documents → Check Policy &amp; Amount → Flag Exception → Approve</a:t>
            </a:r>
          </a:p>
        </p:txBody>
      </p:sp>
      <p:sp>
        <p:nvSpPr>
          <p:cNvPr id="50" name="system-3">
            <a:extLst>
              <a:ext uri="{FF2B5EF4-FFF2-40B4-BE49-F238E27FC236}">
                <a16:creationId xmlns:a16="http://schemas.microsoft.com/office/drawing/2014/main" id="{59FCF079-A630-4926-9B0A-D8D1F6A33C9F}"/>
              </a:ext>
            </a:extLst>
          </p:cNvPr>
          <p:cNvSpPr>
            <a:spLocks noGrp="1"/>
          </p:cNvSpPr>
          <p:nvPr/>
        </p:nvSpPr>
        <p:spPr>
          <a:xfrm>
            <a:off x="7936225" y="3511296"/>
            <a:ext cx="2435802" cy="466725"/>
          </a:xfrm>
          <a:prstGeom prst="rect">
            <a:avLst/>
          </a:prstGeom>
          <a:noFill/>
          <a:ln w="0">
            <a:noFill/>
            <a:prstDash val="solid"/>
          </a:ln>
        </p:spPr>
        <p:txBody>
          <a:bodyPr anchor="ctr"/>
          <a:lstStyle/>
          <a:p>
            <a:pPr algn="ctr">
              <a:defRPr sz="1200" b="0">
                <a:solidFill>
                  <a:srgbClr val="344B48"/>
                </a:solidFill>
              </a:defRPr>
            </a:pPr>
            <a:r>
              <a:rPr lang="en-US" sz="1100" b="0" dirty="0">
                <a:solidFill>
                  <a:srgbClr val="344B48"/>
                </a:solidFill>
                <a:latin typeface="Kanit" panose="00000500000000000000" pitchFamily="2" charset="-34"/>
                <a:cs typeface="Kanit" panose="00000500000000000000" pitchFamily="2" charset="-34"/>
              </a:rPr>
              <a:t>XX</a:t>
            </a:r>
            <a:endParaRPr sz="1100" b="0" dirty="0">
              <a:solidFill>
                <a:srgbClr val="344B48"/>
              </a:solidFill>
              <a:latin typeface="Kanit" panose="00000500000000000000" pitchFamily="2" charset="-34"/>
              <a:cs typeface="Kanit" panose="00000500000000000000" pitchFamily="2" charset="-34"/>
            </a:endParaRPr>
          </a:p>
        </p:txBody>
      </p:sp>
      <p:sp>
        <p:nvSpPr>
          <p:cNvPr id="51" name="cell-4-0">
            <a:extLst>
              <a:ext uri="{FF2B5EF4-FFF2-40B4-BE49-F238E27FC236}">
                <a16:creationId xmlns:a16="http://schemas.microsoft.com/office/drawing/2014/main" id="{208DE3EE-E732-45AE-AA21-F8E409F90D00}"/>
              </a:ext>
            </a:extLst>
          </p:cNvPr>
          <p:cNvSpPr>
            <a:spLocks noGrp="1"/>
          </p:cNvSpPr>
          <p:nvPr/>
        </p:nvSpPr>
        <p:spPr>
          <a:xfrm>
            <a:off x="457200" y="4019550"/>
            <a:ext cx="381000"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52" name="cell-4-1">
            <a:extLst>
              <a:ext uri="{FF2B5EF4-FFF2-40B4-BE49-F238E27FC236}">
                <a16:creationId xmlns:a16="http://schemas.microsoft.com/office/drawing/2014/main" id="{9B69B368-7832-46E1-8939-999D2F6E66A0}"/>
              </a:ext>
            </a:extLst>
          </p:cNvPr>
          <p:cNvSpPr>
            <a:spLocks noGrp="1"/>
          </p:cNvSpPr>
          <p:nvPr/>
        </p:nvSpPr>
        <p:spPr>
          <a:xfrm>
            <a:off x="838199" y="4019550"/>
            <a:ext cx="3148803"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53" name="cell-4-2">
            <a:extLst>
              <a:ext uri="{FF2B5EF4-FFF2-40B4-BE49-F238E27FC236}">
                <a16:creationId xmlns:a16="http://schemas.microsoft.com/office/drawing/2014/main" id="{AE3A8C73-FDD9-4AAE-A636-F9C00FFF6BDA}"/>
              </a:ext>
            </a:extLst>
          </p:cNvPr>
          <p:cNvSpPr>
            <a:spLocks noGrp="1"/>
          </p:cNvSpPr>
          <p:nvPr/>
        </p:nvSpPr>
        <p:spPr>
          <a:xfrm>
            <a:off x="3987002" y="4019550"/>
            <a:ext cx="3814383"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54" name="cell-4-3">
            <a:extLst>
              <a:ext uri="{FF2B5EF4-FFF2-40B4-BE49-F238E27FC236}">
                <a16:creationId xmlns:a16="http://schemas.microsoft.com/office/drawing/2014/main" id="{58464930-0A53-4C53-9026-E1CDFFE2BE9D}"/>
              </a:ext>
            </a:extLst>
          </p:cNvPr>
          <p:cNvSpPr>
            <a:spLocks noGrp="1"/>
          </p:cNvSpPr>
          <p:nvPr/>
        </p:nvSpPr>
        <p:spPr>
          <a:xfrm>
            <a:off x="8449056" y="4016121"/>
            <a:ext cx="1962026"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55" name="num-bg-4">
            <a:extLst>
              <a:ext uri="{FF2B5EF4-FFF2-40B4-BE49-F238E27FC236}">
                <a16:creationId xmlns:a16="http://schemas.microsoft.com/office/drawing/2014/main" id="{09B0AD73-A9C2-490A-A70E-35A02DB98BF4}"/>
              </a:ext>
            </a:extLst>
          </p:cNvPr>
          <p:cNvSpPr>
            <a:spLocks noGrp="1"/>
          </p:cNvSpPr>
          <p:nvPr/>
        </p:nvSpPr>
        <p:spPr>
          <a:xfrm>
            <a:off x="533400" y="4133850"/>
            <a:ext cx="238125" cy="304800"/>
          </a:xfrm>
          <a:prstGeom prst="roundRect">
            <a:avLst>
              <a:gd name="adj" fmla="val 50000"/>
            </a:avLst>
          </a:prstGeom>
          <a:solidFill>
            <a:srgbClr val="E8EAF6"/>
          </a:solidFill>
          <a:ln w="0">
            <a:noFill/>
            <a:prstDash val="solid"/>
          </a:ln>
        </p:spPr>
        <p:txBody>
          <a:bodyPr/>
          <a:lstStyle/>
          <a:p>
            <a:endParaRPr lang="en-US" sz="1600">
              <a:latin typeface="Kanit" panose="00000500000000000000" pitchFamily="2" charset="-34"/>
              <a:cs typeface="Kanit" panose="00000500000000000000" pitchFamily="2" charset="-34"/>
            </a:endParaRPr>
          </a:p>
        </p:txBody>
      </p:sp>
      <p:sp>
        <p:nvSpPr>
          <p:cNvPr id="56" name="num-4">
            <a:extLst>
              <a:ext uri="{FF2B5EF4-FFF2-40B4-BE49-F238E27FC236}">
                <a16:creationId xmlns:a16="http://schemas.microsoft.com/office/drawing/2014/main" id="{98A8C261-BC61-4EFB-A906-3D8841F6F64E}"/>
              </a:ext>
            </a:extLst>
          </p:cNvPr>
          <p:cNvSpPr>
            <a:spLocks noGrp="1"/>
          </p:cNvSpPr>
          <p:nvPr/>
        </p:nvSpPr>
        <p:spPr>
          <a:xfrm>
            <a:off x="533400" y="4171950"/>
            <a:ext cx="238125" cy="228600"/>
          </a:xfrm>
          <a:prstGeom prst="rect">
            <a:avLst/>
          </a:prstGeom>
          <a:noFill/>
          <a:ln w="0">
            <a:noFill/>
            <a:prstDash val="solid"/>
          </a:ln>
        </p:spPr>
        <p:txBody>
          <a:bodyPr anchor="ctr"/>
          <a:lstStyle/>
          <a:p>
            <a:pPr algn="ctr">
              <a:defRPr sz="1050" b="1">
                <a:solidFill>
                  <a:srgbClr val="5B6EB2"/>
                </a:solidFill>
              </a:defRPr>
            </a:pPr>
            <a:r>
              <a:rPr sz="1000" b="1">
                <a:solidFill>
                  <a:srgbClr val="5B6EB2"/>
                </a:solidFill>
                <a:latin typeface="Kanit" panose="00000500000000000000" pitchFamily="2" charset="-34"/>
                <a:cs typeface="Kanit" panose="00000500000000000000" pitchFamily="2" charset="-34"/>
              </a:rPr>
              <a:t>5</a:t>
            </a:r>
          </a:p>
        </p:txBody>
      </p:sp>
      <p:sp>
        <p:nvSpPr>
          <p:cNvPr id="57" name="process-4">
            <a:extLst>
              <a:ext uri="{FF2B5EF4-FFF2-40B4-BE49-F238E27FC236}">
                <a16:creationId xmlns:a16="http://schemas.microsoft.com/office/drawing/2014/main" id="{31D8828A-95DA-413C-AA7B-6003B114F483}"/>
              </a:ext>
            </a:extLst>
          </p:cNvPr>
          <p:cNvSpPr>
            <a:spLocks noGrp="1"/>
          </p:cNvSpPr>
          <p:nvPr/>
        </p:nvSpPr>
        <p:spPr>
          <a:xfrm>
            <a:off x="971549" y="4067175"/>
            <a:ext cx="3104735" cy="447675"/>
          </a:xfrm>
          <a:prstGeom prst="rect">
            <a:avLst/>
          </a:prstGeom>
          <a:noFill/>
          <a:ln w="0">
            <a:noFill/>
            <a:prstDash val="solid"/>
          </a:ln>
        </p:spPr>
        <p:txBody>
          <a:bodyPr anchor="ctr"/>
          <a:lstStyle/>
          <a:p>
            <a:pPr algn="l">
              <a:defRPr sz="1200" b="1">
                <a:solidFill>
                  <a:srgbClr val="173F38"/>
                </a:solidFill>
              </a:defRPr>
            </a:pPr>
            <a:r>
              <a:rPr sz="1100" b="1" dirty="0">
                <a:solidFill>
                  <a:srgbClr val="173F38"/>
                </a:solidFill>
                <a:latin typeface="Kanit" panose="00000500000000000000" pitchFamily="2" charset="-34"/>
                <a:cs typeface="Kanit" panose="00000500000000000000" pitchFamily="2" charset="-34"/>
              </a:rPr>
              <a:t>AR – Automatic Tax Invoice</a:t>
            </a:r>
            <a:endParaRPr lang="th-TH" sz="1100" b="1" dirty="0">
              <a:solidFill>
                <a:srgbClr val="173F38"/>
              </a:solidFill>
              <a:latin typeface="Kanit" panose="00000500000000000000" pitchFamily="2" charset="-34"/>
              <a:cs typeface="Kanit" panose="00000500000000000000" pitchFamily="2" charset="-34"/>
            </a:endParaRPr>
          </a:p>
          <a:p>
            <a:pPr algn="l">
              <a:defRPr sz="1200" b="1">
                <a:solidFill>
                  <a:srgbClr val="173F38"/>
                </a:solidFill>
              </a:defRPr>
            </a:pPr>
            <a:r>
              <a:rPr lang="th-TH" sz="1100" b="1" dirty="0">
                <a:solidFill>
                  <a:srgbClr val="173F38"/>
                </a:solidFill>
                <a:latin typeface="Kanit" panose="00000500000000000000" pitchFamily="2" charset="-34"/>
                <a:cs typeface="Kanit" panose="00000500000000000000" pitchFamily="2" charset="-34"/>
              </a:rPr>
              <a:t>การเปิดใบกำกับภาษีอัตโนมัติ</a:t>
            </a:r>
            <a:endParaRPr sz="1100" b="1" dirty="0">
              <a:solidFill>
                <a:srgbClr val="173F38"/>
              </a:solidFill>
              <a:latin typeface="Kanit" panose="00000500000000000000" pitchFamily="2" charset="-34"/>
              <a:cs typeface="Kanit" panose="00000500000000000000" pitchFamily="2" charset="-34"/>
            </a:endParaRPr>
          </a:p>
        </p:txBody>
      </p:sp>
      <p:sp>
        <p:nvSpPr>
          <p:cNvPr id="58" name="flow-4">
            <a:extLst>
              <a:ext uri="{FF2B5EF4-FFF2-40B4-BE49-F238E27FC236}">
                <a16:creationId xmlns:a16="http://schemas.microsoft.com/office/drawing/2014/main" id="{3A08A346-3581-49DC-86FD-ACFA4BA6EB4C}"/>
              </a:ext>
            </a:extLst>
          </p:cNvPr>
          <p:cNvSpPr>
            <a:spLocks noGrp="1"/>
          </p:cNvSpPr>
          <p:nvPr/>
        </p:nvSpPr>
        <p:spPr>
          <a:xfrm>
            <a:off x="3984994" y="4094036"/>
            <a:ext cx="3828831" cy="447675"/>
          </a:xfrm>
          <a:prstGeom prst="rect">
            <a:avLst/>
          </a:prstGeom>
          <a:noFill/>
          <a:ln w="0">
            <a:noFill/>
            <a:prstDash val="solid"/>
          </a:ln>
        </p:spPr>
        <p:txBody>
          <a:bodyPr anchor="ctr"/>
          <a:lstStyle/>
          <a:p>
            <a:pPr>
              <a:defRPr sz="1200" b="0">
                <a:solidFill>
                  <a:srgbClr val="344B48"/>
                </a:solidFill>
              </a:defRPr>
            </a:pPr>
            <a:r>
              <a:rPr lang="en-US" sz="800" b="0" dirty="0">
                <a:solidFill>
                  <a:srgbClr val="344B48"/>
                </a:solidFill>
                <a:latin typeface="Kanit" panose="00000500000000000000" pitchFamily="2" charset="-34"/>
                <a:cs typeface="Kanit" panose="00000500000000000000" pitchFamily="2" charset="-34"/>
              </a:rPr>
              <a:t>1. </a:t>
            </a:r>
            <a:r>
              <a:rPr lang="th-TH" sz="800" b="0" dirty="0">
                <a:solidFill>
                  <a:srgbClr val="344B48"/>
                </a:solidFill>
                <a:latin typeface="Kanit" panose="00000500000000000000" pitchFamily="2" charset="-34"/>
                <a:cs typeface="Kanit" panose="00000500000000000000" pitchFamily="2" charset="-34"/>
              </a:rPr>
              <a:t>ให้ระบบ </a:t>
            </a:r>
            <a:r>
              <a:rPr lang="en-US" sz="800" b="0" dirty="0">
                <a:solidFill>
                  <a:srgbClr val="344B48"/>
                </a:solidFill>
                <a:latin typeface="Kanit" panose="00000500000000000000" pitchFamily="2" charset="-34"/>
                <a:cs typeface="Kanit" panose="00000500000000000000" pitchFamily="2" charset="-34"/>
              </a:rPr>
              <a:t>ERP </a:t>
            </a:r>
            <a:r>
              <a:rPr lang="th-TH" sz="800" b="0" dirty="0">
                <a:solidFill>
                  <a:srgbClr val="344B48"/>
                </a:solidFill>
                <a:latin typeface="Kanit" panose="00000500000000000000" pitchFamily="2" charset="-34"/>
                <a:cs typeface="Kanit" panose="00000500000000000000" pitchFamily="2" charset="-34"/>
              </a:rPr>
              <a:t>อ่านจาก </a:t>
            </a:r>
            <a:r>
              <a:rPr lang="en-US" sz="800" b="0" dirty="0">
                <a:solidFill>
                  <a:srgbClr val="344B48"/>
                </a:solidFill>
                <a:latin typeface="Kanit" panose="00000500000000000000" pitchFamily="2" charset="-34"/>
                <a:cs typeface="Kanit" panose="00000500000000000000" pitchFamily="2" charset="-34"/>
              </a:rPr>
              <a:t>Code </a:t>
            </a:r>
            <a:r>
              <a:rPr lang="th-TH" sz="800" b="0" dirty="0">
                <a:solidFill>
                  <a:srgbClr val="344B48"/>
                </a:solidFill>
                <a:latin typeface="Kanit" panose="00000500000000000000" pitchFamily="2" charset="-34"/>
                <a:cs typeface="Kanit" panose="00000500000000000000" pitchFamily="2" charset="-34"/>
              </a:rPr>
              <a:t>เงื่อนไขลูกค้า ที่ </a:t>
            </a:r>
            <a:r>
              <a:rPr lang="en-US" sz="800" b="0" dirty="0">
                <a:solidFill>
                  <a:srgbClr val="344B48"/>
                </a:solidFill>
                <a:latin typeface="Kanit" panose="00000500000000000000" pitchFamily="2" charset="-34"/>
                <a:cs typeface="Kanit" panose="00000500000000000000" pitchFamily="2" charset="-34"/>
              </a:rPr>
              <a:t>set</a:t>
            </a:r>
            <a:r>
              <a:rPr lang="th-TH" sz="800" b="0" dirty="0">
                <a:solidFill>
                  <a:srgbClr val="344B48"/>
                </a:solidFill>
                <a:latin typeface="Kanit" panose="00000500000000000000" pitchFamily="2" charset="-34"/>
                <a:cs typeface="Kanit" panose="00000500000000000000" pitchFamily="2" charset="-34"/>
              </a:rPr>
              <a:t>ไว้กับรหัสลูกค้า โดยเบื้องต้น จะให้ใช้ </a:t>
            </a:r>
            <a:r>
              <a:rPr lang="en-US" sz="800" b="0" dirty="0">
                <a:solidFill>
                  <a:srgbClr val="344B48"/>
                </a:solidFill>
                <a:latin typeface="Kanit" panose="00000500000000000000" pitchFamily="2" charset="-34"/>
                <a:cs typeface="Kanit" panose="00000500000000000000" pitchFamily="2" charset="-34"/>
              </a:rPr>
              <a:t>Code</a:t>
            </a:r>
            <a:r>
              <a:rPr lang="th-TH" sz="800" b="0" dirty="0">
                <a:solidFill>
                  <a:srgbClr val="344B48"/>
                </a:solidFill>
                <a:latin typeface="Kanit" panose="00000500000000000000" pitchFamily="2" charset="-34"/>
                <a:cs typeface="Kanit" panose="00000500000000000000" pitchFamily="2" charset="-34"/>
              </a:rPr>
              <a:t>ลูกค้า ที่มีเงื่อนไข</a:t>
            </a:r>
            <a:r>
              <a:rPr lang="en-US" sz="800" b="0" dirty="0">
                <a:solidFill>
                  <a:srgbClr val="344B48"/>
                </a:solidFill>
                <a:latin typeface="Kanit" panose="00000500000000000000" pitchFamily="2" charset="-34"/>
                <a:cs typeface="Kanit" panose="00000500000000000000" pitchFamily="2" charset="-34"/>
              </a:rPr>
              <a:t> </a:t>
            </a:r>
            <a:r>
              <a:rPr lang="th-TH" sz="800" b="0" dirty="0">
                <a:solidFill>
                  <a:srgbClr val="344B48"/>
                </a:solidFill>
                <a:latin typeface="Kanit" panose="00000500000000000000" pitchFamily="2" charset="-34"/>
                <a:cs typeface="Kanit" panose="00000500000000000000" pitchFamily="2" charset="-34"/>
              </a:rPr>
              <a:t>การเปิดบิล ที่ใช้น้ำหนักต้นทาง </a:t>
            </a:r>
            <a:r>
              <a:rPr lang="en-US" sz="800" b="0" dirty="0">
                <a:solidFill>
                  <a:srgbClr val="344B48"/>
                </a:solidFill>
                <a:latin typeface="Kanit" panose="00000500000000000000" pitchFamily="2" charset="-34"/>
                <a:cs typeface="Kanit" panose="00000500000000000000" pitchFamily="2" charset="-34"/>
              </a:rPr>
              <a:t>AGE </a:t>
            </a:r>
          </a:p>
          <a:p>
            <a:pPr>
              <a:defRPr sz="1200" b="0">
                <a:solidFill>
                  <a:srgbClr val="344B48"/>
                </a:solidFill>
              </a:defRPr>
            </a:pPr>
            <a:r>
              <a:rPr lang="th-TH" sz="800" b="0" dirty="0">
                <a:solidFill>
                  <a:srgbClr val="344B48"/>
                </a:solidFill>
                <a:latin typeface="Kanit" panose="00000500000000000000" pitchFamily="2" charset="-34"/>
                <a:cs typeface="Kanit" panose="00000500000000000000" pitchFamily="2" charset="-34"/>
              </a:rPr>
              <a:t>2.</a:t>
            </a:r>
            <a:r>
              <a:rPr lang="en-US" sz="800" b="0" dirty="0">
                <a:solidFill>
                  <a:srgbClr val="344B48"/>
                </a:solidFill>
                <a:latin typeface="Kanit" panose="00000500000000000000" pitchFamily="2" charset="-34"/>
                <a:cs typeface="Kanit" panose="00000500000000000000" pitchFamily="2" charset="-34"/>
              </a:rPr>
              <a:t> </a:t>
            </a:r>
            <a:r>
              <a:rPr lang="th-TH" sz="800" b="0" dirty="0">
                <a:solidFill>
                  <a:srgbClr val="344B48"/>
                </a:solidFill>
                <a:latin typeface="Kanit" panose="00000500000000000000" pitchFamily="2" charset="-34"/>
                <a:cs typeface="Kanit" panose="00000500000000000000" pitchFamily="2" charset="-34"/>
              </a:rPr>
              <a:t>ให้ระบบดึงข้อมูลจาก ยืนยันน้ำหนักปลายทาง โดยลูกค้าที่ใช้น้ำหนักต้นทาง </a:t>
            </a:r>
            <a:r>
              <a:rPr lang="en-US" sz="800" b="0" dirty="0">
                <a:solidFill>
                  <a:srgbClr val="344B48"/>
                </a:solidFill>
                <a:latin typeface="Kanit" panose="00000500000000000000" pitchFamily="2" charset="-34"/>
                <a:cs typeface="Kanit" panose="00000500000000000000" pitchFamily="2" charset="-34"/>
              </a:rPr>
              <a:t>AGE </a:t>
            </a:r>
            <a:r>
              <a:rPr lang="th-TH" sz="800" b="0" dirty="0">
                <a:solidFill>
                  <a:srgbClr val="344B48"/>
                </a:solidFill>
                <a:latin typeface="Kanit" panose="00000500000000000000" pitchFamily="2" charset="-34"/>
                <a:cs typeface="Kanit" panose="00000500000000000000" pitchFamily="2" charset="-34"/>
              </a:rPr>
              <a:t>มาอัตโนมัติ ที่หน้าเปิดใบกำกับ </a:t>
            </a:r>
            <a:r>
              <a:rPr lang="en-US" sz="800" b="0" dirty="0">
                <a:solidFill>
                  <a:srgbClr val="344B48"/>
                </a:solidFill>
                <a:latin typeface="Kanit" panose="00000500000000000000" pitchFamily="2" charset="-34"/>
                <a:cs typeface="Kanit" panose="00000500000000000000" pitchFamily="2" charset="-34"/>
              </a:rPr>
              <a:t> </a:t>
            </a:r>
            <a:r>
              <a:rPr lang="th-TH" sz="800" b="0" dirty="0">
                <a:solidFill>
                  <a:srgbClr val="344B48"/>
                </a:solidFill>
                <a:latin typeface="Kanit" panose="00000500000000000000" pitchFamily="2" charset="-34"/>
                <a:cs typeface="Kanit" panose="00000500000000000000" pitchFamily="2" charset="-34"/>
              </a:rPr>
              <a:t>โดย </a:t>
            </a:r>
            <a:r>
              <a:rPr lang="en-US" sz="800" b="0" dirty="0">
                <a:solidFill>
                  <a:srgbClr val="344B48"/>
                </a:solidFill>
                <a:latin typeface="Kanit" panose="00000500000000000000" pitchFamily="2" charset="-34"/>
                <a:cs typeface="Kanit" panose="00000500000000000000" pitchFamily="2" charset="-34"/>
              </a:rPr>
              <a:t>User </a:t>
            </a:r>
            <a:r>
              <a:rPr lang="th-TH" sz="800" b="0" dirty="0">
                <a:solidFill>
                  <a:srgbClr val="344B48"/>
                </a:solidFill>
                <a:latin typeface="Kanit" panose="00000500000000000000" pitchFamily="2" charset="-34"/>
                <a:cs typeface="Kanit" panose="00000500000000000000" pitchFamily="2" charset="-34"/>
              </a:rPr>
              <a:t>จะ </a:t>
            </a:r>
            <a:r>
              <a:rPr lang="en-US" sz="800" b="0" dirty="0">
                <a:solidFill>
                  <a:srgbClr val="344B48"/>
                </a:solidFill>
                <a:latin typeface="Kanit" panose="00000500000000000000" pitchFamily="2" charset="-34"/>
                <a:cs typeface="Kanit" panose="00000500000000000000" pitchFamily="2" charset="-34"/>
              </a:rPr>
              <a:t>Review  </a:t>
            </a:r>
            <a:r>
              <a:rPr lang="th-TH" sz="800" b="0" dirty="0">
                <a:solidFill>
                  <a:srgbClr val="344B48"/>
                </a:solidFill>
                <a:latin typeface="Kanit" panose="00000500000000000000" pitchFamily="2" charset="-34"/>
                <a:cs typeface="Kanit" panose="00000500000000000000" pitchFamily="2" charset="-34"/>
              </a:rPr>
              <a:t>และ</a:t>
            </a:r>
            <a:r>
              <a:rPr lang="en-US" sz="800" b="0" dirty="0">
                <a:solidFill>
                  <a:srgbClr val="344B48"/>
                </a:solidFill>
                <a:latin typeface="Kanit" panose="00000500000000000000" pitchFamily="2" charset="-34"/>
                <a:cs typeface="Kanit" panose="00000500000000000000" pitchFamily="2" charset="-34"/>
              </a:rPr>
              <a:t> Post </a:t>
            </a:r>
          </a:p>
        </p:txBody>
      </p:sp>
      <p:sp>
        <p:nvSpPr>
          <p:cNvPr id="59" name="system-4">
            <a:extLst>
              <a:ext uri="{FF2B5EF4-FFF2-40B4-BE49-F238E27FC236}">
                <a16:creationId xmlns:a16="http://schemas.microsoft.com/office/drawing/2014/main" id="{B00639AA-3940-4B5C-A99C-62CC5836F9A4}"/>
              </a:ext>
            </a:extLst>
          </p:cNvPr>
          <p:cNvSpPr>
            <a:spLocks noGrp="1"/>
          </p:cNvSpPr>
          <p:nvPr/>
        </p:nvSpPr>
        <p:spPr>
          <a:xfrm>
            <a:off x="7936225" y="4054221"/>
            <a:ext cx="2435802" cy="466725"/>
          </a:xfrm>
          <a:prstGeom prst="rect">
            <a:avLst/>
          </a:prstGeom>
          <a:noFill/>
          <a:ln w="0">
            <a:noFill/>
            <a:prstDash val="solid"/>
          </a:ln>
        </p:spPr>
        <p:txBody>
          <a:bodyPr anchor="ctr"/>
          <a:lstStyle/>
          <a:p>
            <a:pPr algn="ctr">
              <a:defRPr sz="1200" b="0">
                <a:solidFill>
                  <a:srgbClr val="344B48"/>
                </a:solidFill>
              </a:defRPr>
            </a:pPr>
            <a:r>
              <a:rPr lang="en-US" sz="1100" b="0" dirty="0">
                <a:solidFill>
                  <a:srgbClr val="344B48"/>
                </a:solidFill>
                <a:latin typeface="Kanit" panose="00000500000000000000" pitchFamily="2" charset="-34"/>
                <a:cs typeface="Kanit" panose="00000500000000000000" pitchFamily="2" charset="-34"/>
              </a:rPr>
              <a:t> </a:t>
            </a:r>
            <a:endParaRPr sz="1100" b="0" dirty="0">
              <a:solidFill>
                <a:srgbClr val="344B48"/>
              </a:solidFill>
              <a:latin typeface="Kanit" panose="00000500000000000000" pitchFamily="2" charset="-34"/>
              <a:cs typeface="Kanit" panose="00000500000000000000" pitchFamily="2" charset="-34"/>
            </a:endParaRPr>
          </a:p>
        </p:txBody>
      </p:sp>
      <p:sp>
        <p:nvSpPr>
          <p:cNvPr id="60" name="cell-5-0">
            <a:extLst>
              <a:ext uri="{FF2B5EF4-FFF2-40B4-BE49-F238E27FC236}">
                <a16:creationId xmlns:a16="http://schemas.microsoft.com/office/drawing/2014/main" id="{B16CA262-510D-477C-AB32-DA08A55A775E}"/>
              </a:ext>
            </a:extLst>
          </p:cNvPr>
          <p:cNvSpPr>
            <a:spLocks noGrp="1"/>
          </p:cNvSpPr>
          <p:nvPr/>
        </p:nvSpPr>
        <p:spPr>
          <a:xfrm>
            <a:off x="457200" y="4562475"/>
            <a:ext cx="381000"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61" name="cell-5-1">
            <a:extLst>
              <a:ext uri="{FF2B5EF4-FFF2-40B4-BE49-F238E27FC236}">
                <a16:creationId xmlns:a16="http://schemas.microsoft.com/office/drawing/2014/main" id="{FACF364B-11D7-4D57-820D-C7B3181DCF45}"/>
              </a:ext>
            </a:extLst>
          </p:cNvPr>
          <p:cNvSpPr>
            <a:spLocks noGrp="1"/>
          </p:cNvSpPr>
          <p:nvPr/>
        </p:nvSpPr>
        <p:spPr>
          <a:xfrm>
            <a:off x="838199" y="4562475"/>
            <a:ext cx="3148803"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62" name="cell-5-2">
            <a:extLst>
              <a:ext uri="{FF2B5EF4-FFF2-40B4-BE49-F238E27FC236}">
                <a16:creationId xmlns:a16="http://schemas.microsoft.com/office/drawing/2014/main" id="{63192B68-9CC8-4058-84B9-530AC5E5D06C}"/>
              </a:ext>
            </a:extLst>
          </p:cNvPr>
          <p:cNvSpPr>
            <a:spLocks noGrp="1"/>
          </p:cNvSpPr>
          <p:nvPr/>
        </p:nvSpPr>
        <p:spPr>
          <a:xfrm>
            <a:off x="3987002" y="4562475"/>
            <a:ext cx="3814383"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63" name="cell-5-3">
            <a:extLst>
              <a:ext uri="{FF2B5EF4-FFF2-40B4-BE49-F238E27FC236}">
                <a16:creationId xmlns:a16="http://schemas.microsoft.com/office/drawing/2014/main" id="{FFF0F240-DA85-4FB3-A33A-A1D07E742A86}"/>
              </a:ext>
            </a:extLst>
          </p:cNvPr>
          <p:cNvSpPr>
            <a:spLocks noGrp="1"/>
          </p:cNvSpPr>
          <p:nvPr/>
        </p:nvSpPr>
        <p:spPr>
          <a:xfrm>
            <a:off x="8449056" y="4559046"/>
            <a:ext cx="1962026"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64" name="num-bg-5">
            <a:extLst>
              <a:ext uri="{FF2B5EF4-FFF2-40B4-BE49-F238E27FC236}">
                <a16:creationId xmlns:a16="http://schemas.microsoft.com/office/drawing/2014/main" id="{727A00AB-20C9-44E4-AA14-0A3F65442701}"/>
              </a:ext>
            </a:extLst>
          </p:cNvPr>
          <p:cNvSpPr>
            <a:spLocks noGrp="1"/>
          </p:cNvSpPr>
          <p:nvPr/>
        </p:nvSpPr>
        <p:spPr>
          <a:xfrm>
            <a:off x="533400" y="4676775"/>
            <a:ext cx="238125" cy="304800"/>
          </a:xfrm>
          <a:prstGeom prst="roundRect">
            <a:avLst>
              <a:gd name="adj" fmla="val 50000"/>
            </a:avLst>
          </a:prstGeom>
          <a:solidFill>
            <a:srgbClr val="E8EAF6"/>
          </a:solidFill>
          <a:ln w="0">
            <a:noFill/>
            <a:prstDash val="solid"/>
          </a:ln>
        </p:spPr>
        <p:txBody>
          <a:bodyPr/>
          <a:lstStyle/>
          <a:p>
            <a:endParaRPr lang="en-US" sz="1600">
              <a:latin typeface="Kanit" panose="00000500000000000000" pitchFamily="2" charset="-34"/>
              <a:cs typeface="Kanit" panose="00000500000000000000" pitchFamily="2" charset="-34"/>
            </a:endParaRPr>
          </a:p>
        </p:txBody>
      </p:sp>
      <p:sp>
        <p:nvSpPr>
          <p:cNvPr id="65" name="num-5">
            <a:extLst>
              <a:ext uri="{FF2B5EF4-FFF2-40B4-BE49-F238E27FC236}">
                <a16:creationId xmlns:a16="http://schemas.microsoft.com/office/drawing/2014/main" id="{5E2E21D6-F953-44EE-9A03-D952493D3BDE}"/>
              </a:ext>
            </a:extLst>
          </p:cNvPr>
          <p:cNvSpPr>
            <a:spLocks noGrp="1"/>
          </p:cNvSpPr>
          <p:nvPr/>
        </p:nvSpPr>
        <p:spPr>
          <a:xfrm>
            <a:off x="533400" y="4714875"/>
            <a:ext cx="238125" cy="228600"/>
          </a:xfrm>
          <a:prstGeom prst="rect">
            <a:avLst/>
          </a:prstGeom>
          <a:noFill/>
          <a:ln w="0">
            <a:noFill/>
            <a:prstDash val="solid"/>
          </a:ln>
        </p:spPr>
        <p:txBody>
          <a:bodyPr anchor="ctr"/>
          <a:lstStyle/>
          <a:p>
            <a:pPr algn="ctr">
              <a:defRPr sz="1050" b="1">
                <a:solidFill>
                  <a:srgbClr val="5B6EB2"/>
                </a:solidFill>
              </a:defRPr>
            </a:pPr>
            <a:r>
              <a:rPr sz="1000" b="1">
                <a:solidFill>
                  <a:srgbClr val="5B6EB2"/>
                </a:solidFill>
                <a:latin typeface="Kanit" panose="00000500000000000000" pitchFamily="2" charset="-34"/>
                <a:cs typeface="Kanit" panose="00000500000000000000" pitchFamily="2" charset="-34"/>
              </a:rPr>
              <a:t>6</a:t>
            </a:r>
          </a:p>
        </p:txBody>
      </p:sp>
      <p:sp>
        <p:nvSpPr>
          <p:cNvPr id="66" name="process-5">
            <a:extLst>
              <a:ext uri="{FF2B5EF4-FFF2-40B4-BE49-F238E27FC236}">
                <a16:creationId xmlns:a16="http://schemas.microsoft.com/office/drawing/2014/main" id="{11066825-48CB-4822-949B-98EB7070F709}"/>
              </a:ext>
            </a:extLst>
          </p:cNvPr>
          <p:cNvSpPr>
            <a:spLocks noGrp="1"/>
          </p:cNvSpPr>
          <p:nvPr/>
        </p:nvSpPr>
        <p:spPr>
          <a:xfrm>
            <a:off x="971549" y="4610100"/>
            <a:ext cx="3267073" cy="447675"/>
          </a:xfrm>
          <a:prstGeom prst="rect">
            <a:avLst/>
          </a:prstGeom>
          <a:noFill/>
          <a:ln w="0">
            <a:noFill/>
            <a:prstDash val="solid"/>
          </a:ln>
        </p:spPr>
        <p:txBody>
          <a:bodyPr anchor="ctr"/>
          <a:lstStyle/>
          <a:p>
            <a:pPr algn="l">
              <a:defRPr sz="1200" b="1">
                <a:solidFill>
                  <a:srgbClr val="173F38"/>
                </a:solidFill>
              </a:defRPr>
            </a:pPr>
            <a:r>
              <a:rPr sz="1100" b="1" dirty="0">
                <a:solidFill>
                  <a:srgbClr val="173F38"/>
                </a:solidFill>
                <a:latin typeface="Kanit" panose="00000500000000000000" pitchFamily="2" charset="-34"/>
                <a:cs typeface="Kanit" panose="00000500000000000000" pitchFamily="2" charset="-34"/>
              </a:rPr>
              <a:t>AR – Billing &amp; Cheque Reminder</a:t>
            </a:r>
            <a:endParaRPr lang="th-TH" sz="1100" b="1" dirty="0">
              <a:solidFill>
                <a:srgbClr val="173F38"/>
              </a:solidFill>
              <a:latin typeface="Kanit" panose="00000500000000000000" pitchFamily="2" charset="-34"/>
              <a:cs typeface="Kanit" panose="00000500000000000000" pitchFamily="2" charset="-34"/>
            </a:endParaRPr>
          </a:p>
          <a:p>
            <a:pPr algn="l">
              <a:defRPr sz="1200" b="1">
                <a:solidFill>
                  <a:srgbClr val="173F38"/>
                </a:solidFill>
              </a:defRPr>
            </a:pPr>
            <a:r>
              <a:rPr lang="th-TH" sz="1100" b="1" dirty="0">
                <a:solidFill>
                  <a:srgbClr val="173F38"/>
                </a:solidFill>
                <a:latin typeface="Kanit" panose="00000500000000000000" pitchFamily="2" charset="-34"/>
                <a:cs typeface="Kanit" panose="00000500000000000000" pitchFamily="2" charset="-34"/>
              </a:rPr>
              <a:t>ระบบการแจ้งเตือนกำหนดวางบิล และรับเช็ค</a:t>
            </a:r>
            <a:endParaRPr sz="1100" b="1" dirty="0">
              <a:solidFill>
                <a:srgbClr val="173F38"/>
              </a:solidFill>
              <a:latin typeface="Kanit" panose="00000500000000000000" pitchFamily="2" charset="-34"/>
              <a:cs typeface="Kanit" panose="00000500000000000000" pitchFamily="2" charset="-34"/>
            </a:endParaRPr>
          </a:p>
        </p:txBody>
      </p:sp>
      <p:sp>
        <p:nvSpPr>
          <p:cNvPr id="67" name="flow-5">
            <a:extLst>
              <a:ext uri="{FF2B5EF4-FFF2-40B4-BE49-F238E27FC236}">
                <a16:creationId xmlns:a16="http://schemas.microsoft.com/office/drawing/2014/main" id="{C921A873-95FD-46B3-BCA3-DDF0BE368E0D}"/>
              </a:ext>
            </a:extLst>
          </p:cNvPr>
          <p:cNvSpPr>
            <a:spLocks noGrp="1"/>
          </p:cNvSpPr>
          <p:nvPr/>
        </p:nvSpPr>
        <p:spPr>
          <a:xfrm>
            <a:off x="3984994" y="4636961"/>
            <a:ext cx="3828831" cy="447675"/>
          </a:xfrm>
          <a:prstGeom prst="rect">
            <a:avLst/>
          </a:prstGeom>
          <a:noFill/>
          <a:ln w="0">
            <a:noFill/>
            <a:prstDash val="solid"/>
          </a:ln>
        </p:spPr>
        <p:txBody>
          <a:bodyPr anchor="ctr"/>
          <a:lstStyle/>
          <a:p>
            <a:pPr algn="l">
              <a:defRPr sz="1200" b="0">
                <a:solidFill>
                  <a:srgbClr val="344B48"/>
                </a:solidFill>
              </a:defRPr>
            </a:pPr>
            <a:r>
              <a:rPr sz="1050" b="0" dirty="0">
                <a:solidFill>
                  <a:srgbClr val="344B48"/>
                </a:solidFill>
                <a:latin typeface="Kanit" panose="00000500000000000000" pitchFamily="2" charset="-34"/>
                <a:cs typeface="Kanit" panose="00000500000000000000" pitchFamily="2" charset="-34"/>
              </a:rPr>
              <a:t>Check Due Date → Notify Owner → Escalate Overdue → Track Completion</a:t>
            </a:r>
          </a:p>
        </p:txBody>
      </p:sp>
      <p:sp>
        <p:nvSpPr>
          <p:cNvPr id="68" name="system-5">
            <a:extLst>
              <a:ext uri="{FF2B5EF4-FFF2-40B4-BE49-F238E27FC236}">
                <a16:creationId xmlns:a16="http://schemas.microsoft.com/office/drawing/2014/main" id="{130B17B0-DB6C-4544-8120-500524F648E0}"/>
              </a:ext>
            </a:extLst>
          </p:cNvPr>
          <p:cNvSpPr>
            <a:spLocks noGrp="1"/>
          </p:cNvSpPr>
          <p:nvPr/>
        </p:nvSpPr>
        <p:spPr>
          <a:xfrm>
            <a:off x="7936225" y="4597146"/>
            <a:ext cx="2435802" cy="466725"/>
          </a:xfrm>
          <a:prstGeom prst="rect">
            <a:avLst/>
          </a:prstGeom>
          <a:noFill/>
          <a:ln w="0">
            <a:noFill/>
            <a:prstDash val="solid"/>
          </a:ln>
        </p:spPr>
        <p:txBody>
          <a:bodyPr anchor="ctr"/>
          <a:lstStyle/>
          <a:p>
            <a:pPr algn="ctr">
              <a:defRPr sz="1200" b="0">
                <a:solidFill>
                  <a:srgbClr val="344B48"/>
                </a:solidFill>
              </a:defRPr>
            </a:pPr>
            <a:endParaRPr sz="1100" b="0" dirty="0">
              <a:solidFill>
                <a:srgbClr val="344B48"/>
              </a:solidFill>
              <a:latin typeface="Kanit" panose="00000500000000000000" pitchFamily="2" charset="-34"/>
              <a:cs typeface="Kanit" panose="00000500000000000000" pitchFamily="2" charset="-34"/>
            </a:endParaRPr>
          </a:p>
        </p:txBody>
      </p:sp>
      <p:sp>
        <p:nvSpPr>
          <p:cNvPr id="69" name="cell-6-0">
            <a:extLst>
              <a:ext uri="{FF2B5EF4-FFF2-40B4-BE49-F238E27FC236}">
                <a16:creationId xmlns:a16="http://schemas.microsoft.com/office/drawing/2014/main" id="{0B46450D-B94C-4F5F-A6CC-AFF76B7FA625}"/>
              </a:ext>
            </a:extLst>
          </p:cNvPr>
          <p:cNvSpPr>
            <a:spLocks noGrp="1"/>
          </p:cNvSpPr>
          <p:nvPr/>
        </p:nvSpPr>
        <p:spPr>
          <a:xfrm>
            <a:off x="457200" y="5105400"/>
            <a:ext cx="381000"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70" name="cell-6-1">
            <a:extLst>
              <a:ext uri="{FF2B5EF4-FFF2-40B4-BE49-F238E27FC236}">
                <a16:creationId xmlns:a16="http://schemas.microsoft.com/office/drawing/2014/main" id="{55810379-721C-483A-8B9B-160A84229173}"/>
              </a:ext>
            </a:extLst>
          </p:cNvPr>
          <p:cNvSpPr>
            <a:spLocks noGrp="1"/>
          </p:cNvSpPr>
          <p:nvPr/>
        </p:nvSpPr>
        <p:spPr>
          <a:xfrm>
            <a:off x="838199" y="5105400"/>
            <a:ext cx="3148803"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71" name="cell-6-2">
            <a:extLst>
              <a:ext uri="{FF2B5EF4-FFF2-40B4-BE49-F238E27FC236}">
                <a16:creationId xmlns:a16="http://schemas.microsoft.com/office/drawing/2014/main" id="{CD4E3BC1-305D-4953-8402-5C7662BA302E}"/>
              </a:ext>
            </a:extLst>
          </p:cNvPr>
          <p:cNvSpPr>
            <a:spLocks noGrp="1"/>
          </p:cNvSpPr>
          <p:nvPr/>
        </p:nvSpPr>
        <p:spPr>
          <a:xfrm>
            <a:off x="3987002" y="5105400"/>
            <a:ext cx="3814383"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72" name="cell-6-3">
            <a:extLst>
              <a:ext uri="{FF2B5EF4-FFF2-40B4-BE49-F238E27FC236}">
                <a16:creationId xmlns:a16="http://schemas.microsoft.com/office/drawing/2014/main" id="{D7E0D8E9-313A-488E-8490-5B32729ECBB3}"/>
              </a:ext>
            </a:extLst>
          </p:cNvPr>
          <p:cNvSpPr>
            <a:spLocks noGrp="1"/>
          </p:cNvSpPr>
          <p:nvPr/>
        </p:nvSpPr>
        <p:spPr>
          <a:xfrm>
            <a:off x="8449056" y="5101971"/>
            <a:ext cx="1962026"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73" name="num-bg-6">
            <a:extLst>
              <a:ext uri="{FF2B5EF4-FFF2-40B4-BE49-F238E27FC236}">
                <a16:creationId xmlns:a16="http://schemas.microsoft.com/office/drawing/2014/main" id="{932F6461-4C75-4380-8A8C-D3E393ABC4E2}"/>
              </a:ext>
            </a:extLst>
          </p:cNvPr>
          <p:cNvSpPr>
            <a:spLocks noGrp="1"/>
          </p:cNvSpPr>
          <p:nvPr/>
        </p:nvSpPr>
        <p:spPr>
          <a:xfrm>
            <a:off x="533400" y="5219700"/>
            <a:ext cx="238125" cy="304800"/>
          </a:xfrm>
          <a:prstGeom prst="roundRect">
            <a:avLst>
              <a:gd name="adj" fmla="val 50000"/>
            </a:avLst>
          </a:prstGeom>
          <a:solidFill>
            <a:srgbClr val="F7EBD9"/>
          </a:solidFill>
          <a:ln w="0">
            <a:noFill/>
            <a:prstDash val="solid"/>
          </a:ln>
        </p:spPr>
        <p:txBody>
          <a:bodyPr/>
          <a:lstStyle/>
          <a:p>
            <a:endParaRPr lang="en-US" sz="1600">
              <a:latin typeface="Kanit" panose="00000500000000000000" pitchFamily="2" charset="-34"/>
              <a:cs typeface="Kanit" panose="00000500000000000000" pitchFamily="2" charset="-34"/>
            </a:endParaRPr>
          </a:p>
        </p:txBody>
      </p:sp>
      <p:sp>
        <p:nvSpPr>
          <p:cNvPr id="74" name="num-6">
            <a:extLst>
              <a:ext uri="{FF2B5EF4-FFF2-40B4-BE49-F238E27FC236}">
                <a16:creationId xmlns:a16="http://schemas.microsoft.com/office/drawing/2014/main" id="{DD15B4B9-DB95-4CC9-B6F1-E40C8E4DDB90}"/>
              </a:ext>
            </a:extLst>
          </p:cNvPr>
          <p:cNvSpPr>
            <a:spLocks noGrp="1"/>
          </p:cNvSpPr>
          <p:nvPr/>
        </p:nvSpPr>
        <p:spPr>
          <a:xfrm>
            <a:off x="533400" y="5257800"/>
            <a:ext cx="238125" cy="228600"/>
          </a:xfrm>
          <a:prstGeom prst="rect">
            <a:avLst/>
          </a:prstGeom>
          <a:noFill/>
          <a:ln w="0">
            <a:noFill/>
            <a:prstDash val="solid"/>
          </a:ln>
        </p:spPr>
        <p:txBody>
          <a:bodyPr anchor="ctr"/>
          <a:lstStyle/>
          <a:p>
            <a:pPr algn="ctr">
              <a:defRPr sz="1050" b="1">
                <a:solidFill>
                  <a:srgbClr val="C57B22"/>
                </a:solidFill>
              </a:defRPr>
            </a:pPr>
            <a:r>
              <a:rPr sz="1000" b="1">
                <a:solidFill>
                  <a:srgbClr val="C57B22"/>
                </a:solidFill>
                <a:latin typeface="Kanit" panose="00000500000000000000" pitchFamily="2" charset="-34"/>
                <a:cs typeface="Kanit" panose="00000500000000000000" pitchFamily="2" charset="-34"/>
              </a:rPr>
              <a:t>7</a:t>
            </a:r>
          </a:p>
        </p:txBody>
      </p:sp>
      <p:sp>
        <p:nvSpPr>
          <p:cNvPr id="75" name="process-6">
            <a:extLst>
              <a:ext uri="{FF2B5EF4-FFF2-40B4-BE49-F238E27FC236}">
                <a16:creationId xmlns:a16="http://schemas.microsoft.com/office/drawing/2014/main" id="{C62404AB-CC7C-4755-B625-13B5AAD2A226}"/>
              </a:ext>
            </a:extLst>
          </p:cNvPr>
          <p:cNvSpPr>
            <a:spLocks noGrp="1"/>
          </p:cNvSpPr>
          <p:nvPr/>
        </p:nvSpPr>
        <p:spPr>
          <a:xfrm>
            <a:off x="971549" y="5153025"/>
            <a:ext cx="3104735" cy="447675"/>
          </a:xfrm>
          <a:prstGeom prst="rect">
            <a:avLst/>
          </a:prstGeom>
          <a:noFill/>
          <a:ln w="0">
            <a:noFill/>
            <a:prstDash val="solid"/>
          </a:ln>
        </p:spPr>
        <p:txBody>
          <a:bodyPr anchor="ctr"/>
          <a:lstStyle/>
          <a:p>
            <a:pPr algn="l">
              <a:defRPr sz="1200" b="1">
                <a:solidFill>
                  <a:srgbClr val="173F38"/>
                </a:solidFill>
              </a:defRPr>
            </a:pPr>
            <a:r>
              <a:rPr sz="1100" b="1" dirty="0">
                <a:solidFill>
                  <a:srgbClr val="173F38"/>
                </a:solidFill>
                <a:latin typeface="Kanit" panose="00000500000000000000" pitchFamily="2" charset="-34"/>
                <a:cs typeface="Kanit" panose="00000500000000000000" pitchFamily="2" charset="-34"/>
              </a:rPr>
              <a:t>GL – Card Register PR &amp; FA</a:t>
            </a:r>
            <a:br>
              <a:rPr lang="th-TH" sz="1100" b="1" dirty="0">
                <a:solidFill>
                  <a:srgbClr val="173F38"/>
                </a:solidFill>
                <a:latin typeface="Kanit" panose="00000500000000000000" pitchFamily="2" charset="-34"/>
                <a:cs typeface="Kanit" panose="00000500000000000000" pitchFamily="2" charset="-34"/>
              </a:rPr>
            </a:br>
            <a:r>
              <a:rPr lang="th-TH" sz="1100" b="1" dirty="0">
                <a:solidFill>
                  <a:srgbClr val="173F38"/>
                </a:solidFill>
                <a:latin typeface="Kanit" panose="00000500000000000000" pitchFamily="2" charset="-34"/>
                <a:cs typeface="Kanit" panose="00000500000000000000" pitchFamily="2" charset="-34"/>
              </a:rPr>
              <a:t>การสร้างทะเบียน </a:t>
            </a:r>
            <a:r>
              <a:rPr lang="en-US" sz="1100" b="1" dirty="0">
                <a:solidFill>
                  <a:srgbClr val="173F38"/>
                </a:solidFill>
                <a:latin typeface="Kanit" panose="00000500000000000000" pitchFamily="2" charset="-34"/>
                <a:cs typeface="Kanit" panose="00000500000000000000" pitchFamily="2" charset="-34"/>
              </a:rPr>
              <a:t>PR </a:t>
            </a:r>
            <a:r>
              <a:rPr lang="th-TH" sz="1100" b="1" dirty="0">
                <a:solidFill>
                  <a:srgbClr val="173F38"/>
                </a:solidFill>
                <a:latin typeface="Kanit" panose="00000500000000000000" pitchFamily="2" charset="-34"/>
                <a:cs typeface="Kanit" panose="00000500000000000000" pitchFamily="2" charset="-34"/>
              </a:rPr>
              <a:t>และทรัพย์สินถาวร </a:t>
            </a:r>
            <a:endParaRPr sz="1100" b="1" dirty="0">
              <a:solidFill>
                <a:srgbClr val="173F38"/>
              </a:solidFill>
              <a:latin typeface="Kanit" panose="00000500000000000000" pitchFamily="2" charset="-34"/>
              <a:cs typeface="Kanit" panose="00000500000000000000" pitchFamily="2" charset="-34"/>
            </a:endParaRPr>
          </a:p>
        </p:txBody>
      </p:sp>
      <p:sp>
        <p:nvSpPr>
          <p:cNvPr id="76" name="flow-6">
            <a:extLst>
              <a:ext uri="{FF2B5EF4-FFF2-40B4-BE49-F238E27FC236}">
                <a16:creationId xmlns:a16="http://schemas.microsoft.com/office/drawing/2014/main" id="{5A910856-2A03-4AE8-BF19-70288B45A5DF}"/>
              </a:ext>
            </a:extLst>
          </p:cNvPr>
          <p:cNvSpPr>
            <a:spLocks noGrp="1"/>
          </p:cNvSpPr>
          <p:nvPr/>
        </p:nvSpPr>
        <p:spPr>
          <a:xfrm>
            <a:off x="3984995" y="5179886"/>
            <a:ext cx="3873697" cy="447675"/>
          </a:xfrm>
          <a:prstGeom prst="rect">
            <a:avLst/>
          </a:prstGeom>
          <a:noFill/>
          <a:ln w="0">
            <a:noFill/>
            <a:prstDash val="solid"/>
          </a:ln>
        </p:spPr>
        <p:txBody>
          <a:bodyPr anchor="ctr"/>
          <a:lstStyle/>
          <a:p>
            <a:pPr algn="l">
              <a:defRPr sz="1200" b="0">
                <a:solidFill>
                  <a:srgbClr val="344B48"/>
                </a:solidFill>
              </a:defRPr>
            </a:pPr>
            <a:r>
              <a:rPr sz="1050" b="0" dirty="0">
                <a:solidFill>
                  <a:srgbClr val="344B48"/>
                </a:solidFill>
                <a:latin typeface="Kanit" panose="00000500000000000000" pitchFamily="2" charset="-34"/>
                <a:cs typeface="Kanit" panose="00000500000000000000" pitchFamily="2" charset="-34"/>
              </a:rPr>
              <a:t>Approved PR/PO → Create Asset Card → Set Class &amp; Life → Activate Asset</a:t>
            </a:r>
          </a:p>
        </p:txBody>
      </p:sp>
      <p:sp>
        <p:nvSpPr>
          <p:cNvPr id="77" name="system-6">
            <a:extLst>
              <a:ext uri="{FF2B5EF4-FFF2-40B4-BE49-F238E27FC236}">
                <a16:creationId xmlns:a16="http://schemas.microsoft.com/office/drawing/2014/main" id="{70FB3363-10BE-497A-B635-4B8F6AD63BAA}"/>
              </a:ext>
            </a:extLst>
          </p:cNvPr>
          <p:cNvSpPr>
            <a:spLocks noGrp="1"/>
          </p:cNvSpPr>
          <p:nvPr/>
        </p:nvSpPr>
        <p:spPr>
          <a:xfrm>
            <a:off x="7936225" y="5140071"/>
            <a:ext cx="2435802" cy="466725"/>
          </a:xfrm>
          <a:prstGeom prst="rect">
            <a:avLst/>
          </a:prstGeom>
          <a:noFill/>
          <a:ln w="0">
            <a:noFill/>
            <a:prstDash val="solid"/>
          </a:ln>
        </p:spPr>
        <p:txBody>
          <a:bodyPr anchor="ctr"/>
          <a:lstStyle/>
          <a:p>
            <a:pPr algn="ctr">
              <a:defRPr sz="1200" b="0">
                <a:solidFill>
                  <a:srgbClr val="344B48"/>
                </a:solidFill>
              </a:defRPr>
            </a:pPr>
            <a:r>
              <a:rPr lang="en-US" sz="1100" b="0" dirty="0">
                <a:solidFill>
                  <a:srgbClr val="344B48"/>
                </a:solidFill>
                <a:latin typeface="Kanit" panose="00000500000000000000" pitchFamily="2" charset="-34"/>
                <a:cs typeface="Kanit" panose="00000500000000000000" pitchFamily="2" charset="-34"/>
              </a:rPr>
              <a:t>XX</a:t>
            </a:r>
            <a:endParaRPr sz="1100" b="0" dirty="0">
              <a:solidFill>
                <a:srgbClr val="344B48"/>
              </a:solidFill>
              <a:latin typeface="Kanit" panose="00000500000000000000" pitchFamily="2" charset="-34"/>
              <a:cs typeface="Kanit" panose="00000500000000000000" pitchFamily="2" charset="-34"/>
            </a:endParaRPr>
          </a:p>
        </p:txBody>
      </p:sp>
      <p:sp>
        <p:nvSpPr>
          <p:cNvPr id="78" name="cell-7-0">
            <a:extLst>
              <a:ext uri="{FF2B5EF4-FFF2-40B4-BE49-F238E27FC236}">
                <a16:creationId xmlns:a16="http://schemas.microsoft.com/office/drawing/2014/main" id="{D6BA13BD-168D-4426-98C6-80945CB70478}"/>
              </a:ext>
            </a:extLst>
          </p:cNvPr>
          <p:cNvSpPr>
            <a:spLocks noGrp="1"/>
          </p:cNvSpPr>
          <p:nvPr/>
        </p:nvSpPr>
        <p:spPr>
          <a:xfrm>
            <a:off x="457200" y="5648325"/>
            <a:ext cx="381000"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79" name="cell-7-1">
            <a:extLst>
              <a:ext uri="{FF2B5EF4-FFF2-40B4-BE49-F238E27FC236}">
                <a16:creationId xmlns:a16="http://schemas.microsoft.com/office/drawing/2014/main" id="{3639CF5C-F889-464D-BD8A-B2C572F1EF31}"/>
              </a:ext>
            </a:extLst>
          </p:cNvPr>
          <p:cNvSpPr>
            <a:spLocks noGrp="1"/>
          </p:cNvSpPr>
          <p:nvPr/>
        </p:nvSpPr>
        <p:spPr>
          <a:xfrm>
            <a:off x="838199" y="5648325"/>
            <a:ext cx="3148803"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80" name="cell-7-2">
            <a:extLst>
              <a:ext uri="{FF2B5EF4-FFF2-40B4-BE49-F238E27FC236}">
                <a16:creationId xmlns:a16="http://schemas.microsoft.com/office/drawing/2014/main" id="{0B53A47F-49EB-4244-9BFC-B2C7B1DB8D80}"/>
              </a:ext>
            </a:extLst>
          </p:cNvPr>
          <p:cNvSpPr>
            <a:spLocks noGrp="1"/>
          </p:cNvSpPr>
          <p:nvPr/>
        </p:nvSpPr>
        <p:spPr>
          <a:xfrm>
            <a:off x="3987155" y="5648325"/>
            <a:ext cx="3812069"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81" name="cell-7-3">
            <a:extLst>
              <a:ext uri="{FF2B5EF4-FFF2-40B4-BE49-F238E27FC236}">
                <a16:creationId xmlns:a16="http://schemas.microsoft.com/office/drawing/2014/main" id="{0DBE9F54-2198-44FD-B7EC-183EB2D64F7A}"/>
              </a:ext>
            </a:extLst>
          </p:cNvPr>
          <p:cNvSpPr>
            <a:spLocks noGrp="1"/>
          </p:cNvSpPr>
          <p:nvPr/>
        </p:nvSpPr>
        <p:spPr>
          <a:xfrm>
            <a:off x="8449056" y="5644896"/>
            <a:ext cx="1962026"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82" name="num-bg-7">
            <a:extLst>
              <a:ext uri="{FF2B5EF4-FFF2-40B4-BE49-F238E27FC236}">
                <a16:creationId xmlns:a16="http://schemas.microsoft.com/office/drawing/2014/main" id="{8E458FE6-84A1-4193-912D-054A29AA3E4A}"/>
              </a:ext>
            </a:extLst>
          </p:cNvPr>
          <p:cNvSpPr>
            <a:spLocks noGrp="1"/>
          </p:cNvSpPr>
          <p:nvPr/>
        </p:nvSpPr>
        <p:spPr>
          <a:xfrm>
            <a:off x="533400" y="5762625"/>
            <a:ext cx="238125" cy="304800"/>
          </a:xfrm>
          <a:prstGeom prst="roundRect">
            <a:avLst>
              <a:gd name="adj" fmla="val 50000"/>
            </a:avLst>
          </a:prstGeom>
          <a:solidFill>
            <a:srgbClr val="F7EBD9"/>
          </a:solidFill>
          <a:ln w="0">
            <a:noFill/>
            <a:prstDash val="solid"/>
          </a:ln>
        </p:spPr>
        <p:txBody>
          <a:bodyPr/>
          <a:lstStyle/>
          <a:p>
            <a:endParaRPr lang="en-US" sz="1600">
              <a:latin typeface="Kanit" panose="00000500000000000000" pitchFamily="2" charset="-34"/>
              <a:cs typeface="Kanit" panose="00000500000000000000" pitchFamily="2" charset="-34"/>
            </a:endParaRPr>
          </a:p>
        </p:txBody>
      </p:sp>
      <p:sp>
        <p:nvSpPr>
          <p:cNvPr id="83" name="num-7">
            <a:extLst>
              <a:ext uri="{FF2B5EF4-FFF2-40B4-BE49-F238E27FC236}">
                <a16:creationId xmlns:a16="http://schemas.microsoft.com/office/drawing/2014/main" id="{DF9FC932-2D1C-4DCA-94F4-69673654C1EA}"/>
              </a:ext>
            </a:extLst>
          </p:cNvPr>
          <p:cNvSpPr>
            <a:spLocks noGrp="1"/>
          </p:cNvSpPr>
          <p:nvPr/>
        </p:nvSpPr>
        <p:spPr>
          <a:xfrm>
            <a:off x="533400" y="5800725"/>
            <a:ext cx="238125" cy="228600"/>
          </a:xfrm>
          <a:prstGeom prst="rect">
            <a:avLst/>
          </a:prstGeom>
          <a:noFill/>
          <a:ln w="0">
            <a:noFill/>
            <a:prstDash val="solid"/>
          </a:ln>
        </p:spPr>
        <p:txBody>
          <a:bodyPr anchor="ctr"/>
          <a:lstStyle/>
          <a:p>
            <a:pPr algn="ctr">
              <a:defRPr sz="1050" b="1">
                <a:solidFill>
                  <a:srgbClr val="C57B22"/>
                </a:solidFill>
              </a:defRPr>
            </a:pPr>
            <a:r>
              <a:rPr sz="1000" b="1">
                <a:solidFill>
                  <a:srgbClr val="C57B22"/>
                </a:solidFill>
                <a:latin typeface="Kanit" panose="00000500000000000000" pitchFamily="2" charset="-34"/>
                <a:cs typeface="Kanit" panose="00000500000000000000" pitchFamily="2" charset="-34"/>
              </a:rPr>
              <a:t>8</a:t>
            </a:r>
          </a:p>
        </p:txBody>
      </p:sp>
      <p:sp>
        <p:nvSpPr>
          <p:cNvPr id="84" name="process-7">
            <a:extLst>
              <a:ext uri="{FF2B5EF4-FFF2-40B4-BE49-F238E27FC236}">
                <a16:creationId xmlns:a16="http://schemas.microsoft.com/office/drawing/2014/main" id="{7FD136CC-AFB8-474F-AA87-18FD43764879}"/>
              </a:ext>
            </a:extLst>
          </p:cNvPr>
          <p:cNvSpPr>
            <a:spLocks noGrp="1"/>
          </p:cNvSpPr>
          <p:nvPr/>
        </p:nvSpPr>
        <p:spPr>
          <a:xfrm>
            <a:off x="971549" y="5695950"/>
            <a:ext cx="3104735" cy="447675"/>
          </a:xfrm>
          <a:prstGeom prst="rect">
            <a:avLst/>
          </a:prstGeom>
          <a:noFill/>
          <a:ln w="0">
            <a:noFill/>
            <a:prstDash val="solid"/>
          </a:ln>
        </p:spPr>
        <p:txBody>
          <a:bodyPr anchor="ctr"/>
          <a:lstStyle/>
          <a:p>
            <a:pPr algn="l">
              <a:defRPr sz="1200" b="1">
                <a:solidFill>
                  <a:srgbClr val="173F38"/>
                </a:solidFill>
              </a:defRPr>
            </a:pPr>
            <a:r>
              <a:rPr sz="1100" b="1" dirty="0">
                <a:solidFill>
                  <a:srgbClr val="173F38"/>
                </a:solidFill>
                <a:latin typeface="Kanit" panose="00000500000000000000" pitchFamily="2" charset="-34"/>
                <a:cs typeface="Kanit" panose="00000500000000000000" pitchFamily="2" charset="-34"/>
              </a:rPr>
              <a:t>GL – Trial Balance Consolidation</a:t>
            </a:r>
            <a:endParaRPr lang="th-TH" sz="1100" b="1" dirty="0">
              <a:solidFill>
                <a:srgbClr val="173F38"/>
              </a:solidFill>
              <a:latin typeface="Kanit" panose="00000500000000000000" pitchFamily="2" charset="-34"/>
              <a:cs typeface="Kanit" panose="00000500000000000000" pitchFamily="2" charset="-34"/>
            </a:endParaRPr>
          </a:p>
          <a:p>
            <a:pPr algn="l">
              <a:defRPr sz="1200" b="1">
                <a:solidFill>
                  <a:srgbClr val="173F38"/>
                </a:solidFill>
              </a:defRPr>
            </a:pPr>
            <a:r>
              <a:rPr lang="th-TH" sz="1100" b="1" dirty="0">
                <a:solidFill>
                  <a:srgbClr val="173F38"/>
                </a:solidFill>
                <a:latin typeface="Kanit" panose="00000500000000000000" pitchFamily="2" charset="-34"/>
                <a:cs typeface="Kanit" panose="00000500000000000000" pitchFamily="2" charset="-34"/>
              </a:rPr>
              <a:t>ระบบดึงและรวมงบทดลอง (</a:t>
            </a:r>
            <a:r>
              <a:rPr lang="en-US" sz="1100" b="1" dirty="0">
                <a:solidFill>
                  <a:srgbClr val="173F38"/>
                </a:solidFill>
                <a:latin typeface="Kanit" panose="00000500000000000000" pitchFamily="2" charset="-34"/>
                <a:cs typeface="Kanit" panose="00000500000000000000" pitchFamily="2" charset="-34"/>
              </a:rPr>
              <a:t>TB)</a:t>
            </a:r>
            <a:r>
              <a:rPr lang="th-TH" sz="1100" b="1" dirty="0">
                <a:solidFill>
                  <a:srgbClr val="173F38"/>
                </a:solidFill>
                <a:latin typeface="Kanit" panose="00000500000000000000" pitchFamily="2" charset="-34"/>
                <a:cs typeface="Kanit" panose="00000500000000000000" pitchFamily="2" charset="-34"/>
              </a:rPr>
              <a:t> สู่งบการเงิน (</a:t>
            </a:r>
            <a:r>
              <a:rPr lang="en-US" sz="1100" b="1" dirty="0">
                <a:solidFill>
                  <a:srgbClr val="173F38"/>
                </a:solidFill>
                <a:latin typeface="Kanit" panose="00000500000000000000" pitchFamily="2" charset="-34"/>
                <a:cs typeface="Kanit" panose="00000500000000000000" pitchFamily="2" charset="-34"/>
              </a:rPr>
              <a:t>FS)</a:t>
            </a:r>
            <a:endParaRPr lang="th-TH" sz="1100" b="1" dirty="0">
              <a:solidFill>
                <a:srgbClr val="173F38"/>
              </a:solidFill>
              <a:latin typeface="Kanit" panose="00000500000000000000" pitchFamily="2" charset="-34"/>
              <a:cs typeface="Kanit" panose="00000500000000000000" pitchFamily="2" charset="-34"/>
            </a:endParaRPr>
          </a:p>
        </p:txBody>
      </p:sp>
      <p:sp>
        <p:nvSpPr>
          <p:cNvPr id="85" name="flow-7">
            <a:extLst>
              <a:ext uri="{FF2B5EF4-FFF2-40B4-BE49-F238E27FC236}">
                <a16:creationId xmlns:a16="http://schemas.microsoft.com/office/drawing/2014/main" id="{C0AA1484-A908-436A-96A0-96ECD38BB33B}"/>
              </a:ext>
            </a:extLst>
          </p:cNvPr>
          <p:cNvSpPr>
            <a:spLocks noGrp="1"/>
          </p:cNvSpPr>
          <p:nvPr/>
        </p:nvSpPr>
        <p:spPr>
          <a:xfrm>
            <a:off x="3984994" y="5722811"/>
            <a:ext cx="4786705" cy="447675"/>
          </a:xfrm>
          <a:prstGeom prst="rect">
            <a:avLst/>
          </a:prstGeom>
          <a:noFill/>
          <a:ln w="0">
            <a:noFill/>
            <a:prstDash val="solid"/>
          </a:ln>
        </p:spPr>
        <p:txBody>
          <a:bodyPr anchor="ctr"/>
          <a:lstStyle/>
          <a:p>
            <a:pPr algn="l">
              <a:defRPr sz="1200" b="0">
                <a:solidFill>
                  <a:srgbClr val="344B48"/>
                </a:solidFill>
              </a:defRPr>
            </a:pPr>
            <a:r>
              <a:rPr sz="1050" b="0" dirty="0">
                <a:solidFill>
                  <a:srgbClr val="344B48"/>
                </a:solidFill>
                <a:latin typeface="Kanit" panose="00000500000000000000" pitchFamily="2" charset="-34"/>
                <a:cs typeface="Kanit" panose="00000500000000000000" pitchFamily="2" charset="-34"/>
              </a:rPr>
              <a:t>Extract TB → Map Accounts → Consolidate → Validate Variance → Report</a:t>
            </a:r>
          </a:p>
        </p:txBody>
      </p:sp>
      <p:sp>
        <p:nvSpPr>
          <p:cNvPr id="86" name="system-7">
            <a:extLst>
              <a:ext uri="{FF2B5EF4-FFF2-40B4-BE49-F238E27FC236}">
                <a16:creationId xmlns:a16="http://schemas.microsoft.com/office/drawing/2014/main" id="{F753DDFC-2051-4F99-8A6D-AAA779483194}"/>
              </a:ext>
            </a:extLst>
          </p:cNvPr>
          <p:cNvSpPr>
            <a:spLocks noGrp="1"/>
          </p:cNvSpPr>
          <p:nvPr/>
        </p:nvSpPr>
        <p:spPr>
          <a:xfrm>
            <a:off x="7936225" y="5682996"/>
            <a:ext cx="2435802" cy="466725"/>
          </a:xfrm>
          <a:prstGeom prst="rect">
            <a:avLst/>
          </a:prstGeom>
          <a:noFill/>
          <a:ln w="0">
            <a:noFill/>
            <a:prstDash val="solid"/>
          </a:ln>
        </p:spPr>
        <p:txBody>
          <a:bodyPr anchor="ctr"/>
          <a:lstStyle/>
          <a:p>
            <a:pPr algn="ctr">
              <a:defRPr sz="1200" b="0">
                <a:solidFill>
                  <a:srgbClr val="344B48"/>
                </a:solidFill>
              </a:defRPr>
            </a:pPr>
            <a:r>
              <a:rPr lang="th-TH" sz="1100" b="0" dirty="0">
                <a:solidFill>
                  <a:srgbClr val="344B48"/>
                </a:solidFill>
                <a:latin typeface="Kanit" panose="00000500000000000000" pitchFamily="2" charset="-34"/>
                <a:cs typeface="Kanit" panose="00000500000000000000" pitchFamily="2" charset="-34"/>
              </a:rPr>
              <a:t>20</a:t>
            </a:r>
            <a:r>
              <a:rPr lang="en-US" sz="1100" b="0" dirty="0">
                <a:solidFill>
                  <a:srgbClr val="344B48"/>
                </a:solidFill>
                <a:latin typeface="Kanit" panose="00000500000000000000" pitchFamily="2" charset="-34"/>
                <a:cs typeface="Kanit" panose="00000500000000000000" pitchFamily="2" charset="-34"/>
              </a:rPr>
              <a:t>+</a:t>
            </a:r>
            <a:r>
              <a:rPr lang="th-TH" sz="1100" b="0" dirty="0">
                <a:solidFill>
                  <a:srgbClr val="344B48"/>
                </a:solidFill>
                <a:latin typeface="Kanit" panose="00000500000000000000" pitchFamily="2" charset="-34"/>
                <a:cs typeface="Kanit" panose="00000500000000000000" pitchFamily="2" charset="-34"/>
              </a:rPr>
              <a:t> บริษัท </a:t>
            </a:r>
            <a:r>
              <a:rPr lang="en-US" sz="1100" b="0" dirty="0">
                <a:solidFill>
                  <a:srgbClr val="344B48"/>
                </a:solidFill>
                <a:latin typeface="Kanit" panose="00000500000000000000" pitchFamily="2" charset="-34"/>
                <a:cs typeface="Kanit" panose="00000500000000000000" pitchFamily="2" charset="-34"/>
              </a:rPr>
              <a:t>x 2 </a:t>
            </a:r>
            <a:r>
              <a:rPr lang="th-TH" sz="1100" b="0" dirty="0">
                <a:solidFill>
                  <a:srgbClr val="344B48"/>
                </a:solidFill>
                <a:latin typeface="Kanit" panose="00000500000000000000" pitchFamily="2" charset="-34"/>
                <a:cs typeface="Kanit" panose="00000500000000000000" pitchFamily="2" charset="-34"/>
              </a:rPr>
              <a:t>ระบบบัญชี</a:t>
            </a:r>
          </a:p>
        </p:txBody>
      </p:sp>
      <p:sp>
        <p:nvSpPr>
          <p:cNvPr id="87" name="footer">
            <a:extLst>
              <a:ext uri="{FF2B5EF4-FFF2-40B4-BE49-F238E27FC236}">
                <a16:creationId xmlns:a16="http://schemas.microsoft.com/office/drawing/2014/main" id="{B7F20962-4EC1-429C-A252-A3BC563BDBD9}"/>
              </a:ext>
            </a:extLst>
          </p:cNvPr>
          <p:cNvSpPr>
            <a:spLocks noGrp="1"/>
          </p:cNvSpPr>
          <p:nvPr/>
        </p:nvSpPr>
        <p:spPr>
          <a:xfrm>
            <a:off x="533400" y="6286500"/>
            <a:ext cx="9048750" cy="228600"/>
          </a:xfrm>
          <a:prstGeom prst="rect">
            <a:avLst/>
          </a:prstGeom>
          <a:noFill/>
          <a:ln w="0">
            <a:noFill/>
            <a:prstDash val="solid"/>
          </a:ln>
        </p:spPr>
        <p:txBody>
          <a:bodyPr anchor="ctr"/>
          <a:lstStyle/>
          <a:p>
            <a:pPr algn="l">
              <a:defRPr sz="1125" b="1">
                <a:solidFill>
                  <a:srgbClr val="0A8F62"/>
                </a:solidFill>
              </a:defRPr>
            </a:pPr>
            <a:r>
              <a:rPr sz="1125" b="1">
                <a:solidFill>
                  <a:srgbClr val="0A8F62"/>
                </a:solidFill>
                <a:latin typeface="Kanit" panose="00000500000000000000" pitchFamily="2" charset="-34"/>
                <a:cs typeface="Kanit" panose="00000500000000000000" pitchFamily="2" charset="-34"/>
              </a:rPr>
              <a:t>Coverage: 1 Finance • 3 Accounts Payable • 2 Accounts Receivable • 2 General Ledger processes</a:t>
            </a:r>
          </a:p>
        </p:txBody>
      </p:sp>
      <p:sp>
        <p:nvSpPr>
          <p:cNvPr id="93" name="header-bg-3">
            <a:extLst>
              <a:ext uri="{FF2B5EF4-FFF2-40B4-BE49-F238E27FC236}">
                <a16:creationId xmlns:a16="http://schemas.microsoft.com/office/drawing/2014/main" id="{6B72BA25-28B7-A034-B20D-FB045A284029}"/>
              </a:ext>
            </a:extLst>
          </p:cNvPr>
          <p:cNvSpPr>
            <a:spLocks noGrp="1"/>
          </p:cNvSpPr>
          <p:nvPr/>
        </p:nvSpPr>
        <p:spPr>
          <a:xfrm>
            <a:off x="7801385" y="1444371"/>
            <a:ext cx="659698" cy="400050"/>
          </a:xfrm>
          <a:prstGeom prst="rect">
            <a:avLst/>
          </a:prstGeom>
          <a:solidFill>
            <a:srgbClr val="173F38"/>
          </a:solidFill>
          <a:ln w="0">
            <a:noFill/>
            <a:prstDash val="solid"/>
          </a:ln>
        </p:spPr>
        <p:txBody>
          <a:bodyPr/>
          <a:lstStyle/>
          <a:p>
            <a:endParaRPr lang="en-US" sz="1600" dirty="0">
              <a:latin typeface="Kanit" panose="00000500000000000000" pitchFamily="2" charset="-34"/>
              <a:cs typeface="Kanit" panose="00000500000000000000" pitchFamily="2" charset="-34"/>
            </a:endParaRPr>
          </a:p>
        </p:txBody>
      </p:sp>
      <p:sp>
        <p:nvSpPr>
          <p:cNvPr id="95" name="header-3">
            <a:extLst>
              <a:ext uri="{FF2B5EF4-FFF2-40B4-BE49-F238E27FC236}">
                <a16:creationId xmlns:a16="http://schemas.microsoft.com/office/drawing/2014/main" id="{7568B052-532E-DC82-D920-0CDB86635F57}"/>
              </a:ext>
            </a:extLst>
          </p:cNvPr>
          <p:cNvSpPr>
            <a:spLocks noGrp="1"/>
          </p:cNvSpPr>
          <p:nvPr/>
        </p:nvSpPr>
        <p:spPr>
          <a:xfrm>
            <a:off x="7741928" y="1444371"/>
            <a:ext cx="766362" cy="400050"/>
          </a:xfrm>
          <a:prstGeom prst="rect">
            <a:avLst/>
          </a:prstGeom>
          <a:noFill/>
          <a:ln w="0">
            <a:noFill/>
            <a:prstDash val="solid"/>
          </a:ln>
        </p:spPr>
        <p:txBody>
          <a:bodyPr anchor="ctr"/>
          <a:lstStyle/>
          <a:p>
            <a:pPr algn="l">
              <a:defRPr sz="1125" b="1">
                <a:solidFill>
                  <a:srgbClr val="FFFFFF"/>
                </a:solidFill>
              </a:defRPr>
            </a:pPr>
            <a:endParaRPr sz="1100" b="1" dirty="0">
              <a:solidFill>
                <a:srgbClr val="FFFFFF"/>
              </a:solidFill>
              <a:latin typeface="Kanit" panose="00000500000000000000" pitchFamily="2" charset="-34"/>
              <a:cs typeface="Kanit" panose="00000500000000000000" pitchFamily="2" charset="-34"/>
            </a:endParaRPr>
          </a:p>
        </p:txBody>
      </p:sp>
      <p:sp>
        <p:nvSpPr>
          <p:cNvPr id="97" name="cell-0-3">
            <a:extLst>
              <a:ext uri="{FF2B5EF4-FFF2-40B4-BE49-F238E27FC236}">
                <a16:creationId xmlns:a16="http://schemas.microsoft.com/office/drawing/2014/main" id="{D6CF30DF-01E0-5BAF-4746-96A64A312187}"/>
              </a:ext>
            </a:extLst>
          </p:cNvPr>
          <p:cNvSpPr>
            <a:spLocks noGrp="1"/>
          </p:cNvSpPr>
          <p:nvPr/>
        </p:nvSpPr>
        <p:spPr>
          <a:xfrm>
            <a:off x="7801385" y="1844421"/>
            <a:ext cx="659698"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99" name="system-0">
            <a:extLst>
              <a:ext uri="{FF2B5EF4-FFF2-40B4-BE49-F238E27FC236}">
                <a16:creationId xmlns:a16="http://schemas.microsoft.com/office/drawing/2014/main" id="{F9C26DD3-358F-6810-533E-23AFC0B841D2}"/>
              </a:ext>
            </a:extLst>
          </p:cNvPr>
          <p:cNvSpPr>
            <a:spLocks noGrp="1"/>
          </p:cNvSpPr>
          <p:nvPr/>
        </p:nvSpPr>
        <p:spPr>
          <a:xfrm>
            <a:off x="7801385" y="1882521"/>
            <a:ext cx="689676" cy="466725"/>
          </a:xfrm>
          <a:prstGeom prst="rect">
            <a:avLst/>
          </a:prstGeom>
          <a:noFill/>
          <a:ln w="0">
            <a:noFill/>
            <a:prstDash val="solid"/>
          </a:ln>
        </p:spPr>
        <p:txBody>
          <a:bodyPr anchor="ctr"/>
          <a:lstStyle/>
          <a:p>
            <a:pPr algn="ctr">
              <a:defRPr sz="1200" b="0">
                <a:solidFill>
                  <a:srgbClr val="344B48"/>
                </a:solidFill>
              </a:defRPr>
            </a:pPr>
            <a:r>
              <a:rPr lang="en-US" sz="1050" b="0" dirty="0">
                <a:solidFill>
                  <a:srgbClr val="344B48"/>
                </a:solidFill>
                <a:latin typeface="Kanit" panose="00000500000000000000" pitchFamily="2" charset="-34"/>
                <a:cs typeface="Kanit" panose="00000500000000000000" pitchFamily="2" charset="-34"/>
              </a:rPr>
              <a:t>Daily</a:t>
            </a:r>
            <a:endParaRPr sz="1050" b="0" dirty="0">
              <a:solidFill>
                <a:srgbClr val="344B48"/>
              </a:solidFill>
              <a:latin typeface="Kanit" panose="00000500000000000000" pitchFamily="2" charset="-34"/>
              <a:cs typeface="Kanit" panose="00000500000000000000" pitchFamily="2" charset="-34"/>
            </a:endParaRPr>
          </a:p>
        </p:txBody>
      </p:sp>
      <p:sp>
        <p:nvSpPr>
          <p:cNvPr id="101" name="cell-1-3">
            <a:extLst>
              <a:ext uri="{FF2B5EF4-FFF2-40B4-BE49-F238E27FC236}">
                <a16:creationId xmlns:a16="http://schemas.microsoft.com/office/drawing/2014/main" id="{99BD7EF5-3182-C8E2-A789-1848E0CC6B13}"/>
              </a:ext>
            </a:extLst>
          </p:cNvPr>
          <p:cNvSpPr>
            <a:spLocks noGrp="1"/>
          </p:cNvSpPr>
          <p:nvPr/>
        </p:nvSpPr>
        <p:spPr>
          <a:xfrm>
            <a:off x="7801385" y="2387346"/>
            <a:ext cx="659698"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03" name="system-1">
            <a:extLst>
              <a:ext uri="{FF2B5EF4-FFF2-40B4-BE49-F238E27FC236}">
                <a16:creationId xmlns:a16="http://schemas.microsoft.com/office/drawing/2014/main" id="{FB586291-D182-C651-A7C8-D4746F5C8483}"/>
              </a:ext>
            </a:extLst>
          </p:cNvPr>
          <p:cNvSpPr>
            <a:spLocks noGrp="1"/>
          </p:cNvSpPr>
          <p:nvPr/>
        </p:nvSpPr>
        <p:spPr>
          <a:xfrm>
            <a:off x="7801385" y="2425446"/>
            <a:ext cx="689676" cy="466725"/>
          </a:xfrm>
          <a:prstGeom prst="rect">
            <a:avLst/>
          </a:prstGeom>
          <a:noFill/>
          <a:ln w="0">
            <a:noFill/>
            <a:prstDash val="solid"/>
          </a:ln>
        </p:spPr>
        <p:txBody>
          <a:bodyPr anchor="ctr"/>
          <a:lstStyle/>
          <a:p>
            <a:pPr algn="ctr">
              <a:defRPr sz="1200" b="0">
                <a:solidFill>
                  <a:srgbClr val="344B48"/>
                </a:solidFill>
              </a:defRPr>
            </a:pPr>
            <a:r>
              <a:rPr lang="en-US" sz="1050" b="0" dirty="0">
                <a:solidFill>
                  <a:srgbClr val="344B48"/>
                </a:solidFill>
                <a:latin typeface="Kanit" panose="00000500000000000000" pitchFamily="2" charset="-34"/>
                <a:cs typeface="Kanit" panose="00000500000000000000" pitchFamily="2" charset="-34"/>
              </a:rPr>
              <a:t>Daily</a:t>
            </a:r>
            <a:endParaRPr sz="1050" b="0" dirty="0">
              <a:solidFill>
                <a:srgbClr val="344B48"/>
              </a:solidFill>
              <a:latin typeface="Kanit" panose="00000500000000000000" pitchFamily="2" charset="-34"/>
              <a:cs typeface="Kanit" panose="00000500000000000000" pitchFamily="2" charset="-34"/>
            </a:endParaRPr>
          </a:p>
        </p:txBody>
      </p:sp>
      <p:sp>
        <p:nvSpPr>
          <p:cNvPr id="105" name="cell-2-3">
            <a:extLst>
              <a:ext uri="{FF2B5EF4-FFF2-40B4-BE49-F238E27FC236}">
                <a16:creationId xmlns:a16="http://schemas.microsoft.com/office/drawing/2014/main" id="{B5CBC4A1-F828-306E-74AE-A914BE0635A6}"/>
              </a:ext>
            </a:extLst>
          </p:cNvPr>
          <p:cNvSpPr>
            <a:spLocks noGrp="1"/>
          </p:cNvSpPr>
          <p:nvPr/>
        </p:nvSpPr>
        <p:spPr>
          <a:xfrm>
            <a:off x="7801385" y="2930271"/>
            <a:ext cx="659698"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07" name="system-2">
            <a:extLst>
              <a:ext uri="{FF2B5EF4-FFF2-40B4-BE49-F238E27FC236}">
                <a16:creationId xmlns:a16="http://schemas.microsoft.com/office/drawing/2014/main" id="{13FB9610-4FB6-963A-D79B-75AD8D931931}"/>
              </a:ext>
            </a:extLst>
          </p:cNvPr>
          <p:cNvSpPr>
            <a:spLocks noGrp="1"/>
          </p:cNvSpPr>
          <p:nvPr/>
        </p:nvSpPr>
        <p:spPr>
          <a:xfrm>
            <a:off x="7801385" y="2968371"/>
            <a:ext cx="689676" cy="466725"/>
          </a:xfrm>
          <a:prstGeom prst="rect">
            <a:avLst/>
          </a:prstGeom>
          <a:noFill/>
          <a:ln w="0">
            <a:noFill/>
            <a:prstDash val="solid"/>
          </a:ln>
        </p:spPr>
        <p:txBody>
          <a:bodyPr anchor="ctr"/>
          <a:lstStyle/>
          <a:p>
            <a:pPr algn="ctr">
              <a:defRPr sz="1200" b="0">
                <a:solidFill>
                  <a:srgbClr val="344B48"/>
                </a:solidFill>
              </a:defRPr>
            </a:pPr>
            <a:r>
              <a:rPr lang="en-US" sz="1050" b="0" dirty="0">
                <a:solidFill>
                  <a:srgbClr val="344B48"/>
                </a:solidFill>
                <a:latin typeface="Kanit" panose="00000500000000000000" pitchFamily="2" charset="-34"/>
                <a:cs typeface="Kanit" panose="00000500000000000000" pitchFamily="2" charset="-34"/>
              </a:rPr>
              <a:t>Daily</a:t>
            </a:r>
            <a:endParaRPr sz="1050" b="0" dirty="0">
              <a:solidFill>
                <a:srgbClr val="344B48"/>
              </a:solidFill>
              <a:latin typeface="Kanit" panose="00000500000000000000" pitchFamily="2" charset="-34"/>
              <a:cs typeface="Kanit" panose="00000500000000000000" pitchFamily="2" charset="-34"/>
            </a:endParaRPr>
          </a:p>
        </p:txBody>
      </p:sp>
      <p:sp>
        <p:nvSpPr>
          <p:cNvPr id="109" name="cell-3-3">
            <a:extLst>
              <a:ext uri="{FF2B5EF4-FFF2-40B4-BE49-F238E27FC236}">
                <a16:creationId xmlns:a16="http://schemas.microsoft.com/office/drawing/2014/main" id="{4AF03226-C662-CBFC-D506-B4E9269D615E}"/>
              </a:ext>
            </a:extLst>
          </p:cNvPr>
          <p:cNvSpPr>
            <a:spLocks noGrp="1"/>
          </p:cNvSpPr>
          <p:nvPr/>
        </p:nvSpPr>
        <p:spPr>
          <a:xfrm>
            <a:off x="7801385" y="3473196"/>
            <a:ext cx="659698"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11" name="system-3">
            <a:extLst>
              <a:ext uri="{FF2B5EF4-FFF2-40B4-BE49-F238E27FC236}">
                <a16:creationId xmlns:a16="http://schemas.microsoft.com/office/drawing/2014/main" id="{5078DEC3-2F9C-6454-7DDD-C5595F9AD8D2}"/>
              </a:ext>
            </a:extLst>
          </p:cNvPr>
          <p:cNvSpPr>
            <a:spLocks noGrp="1"/>
          </p:cNvSpPr>
          <p:nvPr/>
        </p:nvSpPr>
        <p:spPr>
          <a:xfrm>
            <a:off x="7801385" y="3511296"/>
            <a:ext cx="689676" cy="466725"/>
          </a:xfrm>
          <a:prstGeom prst="rect">
            <a:avLst/>
          </a:prstGeom>
          <a:noFill/>
          <a:ln w="0">
            <a:noFill/>
            <a:prstDash val="solid"/>
          </a:ln>
        </p:spPr>
        <p:txBody>
          <a:bodyPr anchor="ctr"/>
          <a:lstStyle/>
          <a:p>
            <a:pPr algn="ctr">
              <a:defRPr sz="1200" b="0">
                <a:solidFill>
                  <a:srgbClr val="344B48"/>
                </a:solidFill>
              </a:defRPr>
            </a:pPr>
            <a:r>
              <a:rPr lang="en-US" sz="1050" b="0" dirty="0">
                <a:solidFill>
                  <a:srgbClr val="344B48"/>
                </a:solidFill>
                <a:latin typeface="Kanit" panose="00000500000000000000" pitchFamily="2" charset="-34"/>
                <a:cs typeface="Kanit" panose="00000500000000000000" pitchFamily="2" charset="-34"/>
              </a:rPr>
              <a:t>Daily</a:t>
            </a:r>
            <a:endParaRPr sz="1050" b="0" dirty="0">
              <a:solidFill>
                <a:srgbClr val="344B48"/>
              </a:solidFill>
              <a:latin typeface="Kanit" panose="00000500000000000000" pitchFamily="2" charset="-34"/>
              <a:cs typeface="Kanit" panose="00000500000000000000" pitchFamily="2" charset="-34"/>
            </a:endParaRPr>
          </a:p>
        </p:txBody>
      </p:sp>
      <p:sp>
        <p:nvSpPr>
          <p:cNvPr id="113" name="cell-4-3">
            <a:extLst>
              <a:ext uri="{FF2B5EF4-FFF2-40B4-BE49-F238E27FC236}">
                <a16:creationId xmlns:a16="http://schemas.microsoft.com/office/drawing/2014/main" id="{74608F8C-82C1-9AEC-46C4-330EE9A77B7E}"/>
              </a:ext>
            </a:extLst>
          </p:cNvPr>
          <p:cNvSpPr>
            <a:spLocks noGrp="1"/>
          </p:cNvSpPr>
          <p:nvPr/>
        </p:nvSpPr>
        <p:spPr>
          <a:xfrm>
            <a:off x="7801385" y="4016121"/>
            <a:ext cx="659698"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15" name="system-4">
            <a:extLst>
              <a:ext uri="{FF2B5EF4-FFF2-40B4-BE49-F238E27FC236}">
                <a16:creationId xmlns:a16="http://schemas.microsoft.com/office/drawing/2014/main" id="{98F83FCB-0D25-0552-0522-3DDB28BD7FAA}"/>
              </a:ext>
            </a:extLst>
          </p:cNvPr>
          <p:cNvSpPr>
            <a:spLocks noGrp="1"/>
          </p:cNvSpPr>
          <p:nvPr/>
        </p:nvSpPr>
        <p:spPr>
          <a:xfrm>
            <a:off x="7801385" y="4054221"/>
            <a:ext cx="689676" cy="466725"/>
          </a:xfrm>
          <a:prstGeom prst="rect">
            <a:avLst/>
          </a:prstGeom>
          <a:noFill/>
          <a:ln w="0">
            <a:noFill/>
            <a:prstDash val="solid"/>
          </a:ln>
        </p:spPr>
        <p:txBody>
          <a:bodyPr anchor="ctr"/>
          <a:lstStyle/>
          <a:p>
            <a:pPr algn="ctr">
              <a:defRPr sz="1200" b="0">
                <a:solidFill>
                  <a:srgbClr val="344B48"/>
                </a:solidFill>
              </a:defRPr>
            </a:pPr>
            <a:r>
              <a:rPr lang="en-US" sz="1050" b="0" dirty="0">
                <a:solidFill>
                  <a:srgbClr val="344B48"/>
                </a:solidFill>
                <a:latin typeface="Kanit" panose="00000500000000000000" pitchFamily="2" charset="-34"/>
                <a:cs typeface="Kanit" panose="00000500000000000000" pitchFamily="2" charset="-34"/>
              </a:rPr>
              <a:t>Daily</a:t>
            </a:r>
            <a:endParaRPr sz="1050" b="0" dirty="0">
              <a:solidFill>
                <a:srgbClr val="344B48"/>
              </a:solidFill>
              <a:latin typeface="Kanit" panose="00000500000000000000" pitchFamily="2" charset="-34"/>
              <a:cs typeface="Kanit" panose="00000500000000000000" pitchFamily="2" charset="-34"/>
            </a:endParaRPr>
          </a:p>
        </p:txBody>
      </p:sp>
      <p:sp>
        <p:nvSpPr>
          <p:cNvPr id="117" name="cell-5-3">
            <a:extLst>
              <a:ext uri="{FF2B5EF4-FFF2-40B4-BE49-F238E27FC236}">
                <a16:creationId xmlns:a16="http://schemas.microsoft.com/office/drawing/2014/main" id="{D211ED1E-599C-12A6-86AD-49F776780F08}"/>
              </a:ext>
            </a:extLst>
          </p:cNvPr>
          <p:cNvSpPr>
            <a:spLocks noGrp="1"/>
          </p:cNvSpPr>
          <p:nvPr/>
        </p:nvSpPr>
        <p:spPr>
          <a:xfrm>
            <a:off x="7801385" y="4559046"/>
            <a:ext cx="659698"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19" name="system-5">
            <a:extLst>
              <a:ext uri="{FF2B5EF4-FFF2-40B4-BE49-F238E27FC236}">
                <a16:creationId xmlns:a16="http://schemas.microsoft.com/office/drawing/2014/main" id="{2B1F52D3-A0EF-FFC8-E118-DCE6B297C43C}"/>
              </a:ext>
            </a:extLst>
          </p:cNvPr>
          <p:cNvSpPr>
            <a:spLocks noGrp="1"/>
          </p:cNvSpPr>
          <p:nvPr/>
        </p:nvSpPr>
        <p:spPr>
          <a:xfrm>
            <a:off x="7801385" y="4597146"/>
            <a:ext cx="689676" cy="466725"/>
          </a:xfrm>
          <a:prstGeom prst="rect">
            <a:avLst/>
          </a:prstGeom>
          <a:noFill/>
          <a:ln w="0">
            <a:noFill/>
            <a:prstDash val="solid"/>
          </a:ln>
        </p:spPr>
        <p:txBody>
          <a:bodyPr anchor="ctr"/>
          <a:lstStyle/>
          <a:p>
            <a:pPr algn="ctr">
              <a:defRPr sz="1200" b="0">
                <a:solidFill>
                  <a:srgbClr val="344B48"/>
                </a:solidFill>
              </a:defRPr>
            </a:pPr>
            <a:r>
              <a:rPr lang="en-US" sz="1050" b="0" dirty="0">
                <a:solidFill>
                  <a:srgbClr val="344B48"/>
                </a:solidFill>
                <a:latin typeface="Kanit" panose="00000500000000000000" pitchFamily="2" charset="-34"/>
                <a:cs typeface="Kanit" panose="00000500000000000000" pitchFamily="2" charset="-34"/>
              </a:rPr>
              <a:t>Weekly</a:t>
            </a:r>
            <a:endParaRPr sz="1050" b="0" dirty="0">
              <a:solidFill>
                <a:srgbClr val="344B48"/>
              </a:solidFill>
              <a:latin typeface="Kanit" panose="00000500000000000000" pitchFamily="2" charset="-34"/>
              <a:cs typeface="Kanit" panose="00000500000000000000" pitchFamily="2" charset="-34"/>
            </a:endParaRPr>
          </a:p>
        </p:txBody>
      </p:sp>
      <p:sp>
        <p:nvSpPr>
          <p:cNvPr id="121" name="cell-6-3">
            <a:extLst>
              <a:ext uri="{FF2B5EF4-FFF2-40B4-BE49-F238E27FC236}">
                <a16:creationId xmlns:a16="http://schemas.microsoft.com/office/drawing/2014/main" id="{D2A333AC-A4EE-BE6A-9A52-3AD2C0A4273C}"/>
              </a:ext>
            </a:extLst>
          </p:cNvPr>
          <p:cNvSpPr>
            <a:spLocks noGrp="1"/>
          </p:cNvSpPr>
          <p:nvPr/>
        </p:nvSpPr>
        <p:spPr>
          <a:xfrm>
            <a:off x="7801385" y="5101971"/>
            <a:ext cx="659698"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23" name="system-6">
            <a:extLst>
              <a:ext uri="{FF2B5EF4-FFF2-40B4-BE49-F238E27FC236}">
                <a16:creationId xmlns:a16="http://schemas.microsoft.com/office/drawing/2014/main" id="{0887DE88-4A47-7000-D443-8BFCC67FC088}"/>
              </a:ext>
            </a:extLst>
          </p:cNvPr>
          <p:cNvSpPr>
            <a:spLocks noGrp="1"/>
          </p:cNvSpPr>
          <p:nvPr/>
        </p:nvSpPr>
        <p:spPr>
          <a:xfrm>
            <a:off x="7801385" y="5140071"/>
            <a:ext cx="689676" cy="466725"/>
          </a:xfrm>
          <a:prstGeom prst="rect">
            <a:avLst/>
          </a:prstGeom>
          <a:noFill/>
          <a:ln w="0">
            <a:noFill/>
            <a:prstDash val="solid"/>
          </a:ln>
        </p:spPr>
        <p:txBody>
          <a:bodyPr anchor="ctr"/>
          <a:lstStyle/>
          <a:p>
            <a:pPr algn="ctr">
              <a:defRPr sz="1200" b="0">
                <a:solidFill>
                  <a:srgbClr val="344B48"/>
                </a:solidFill>
              </a:defRPr>
            </a:pPr>
            <a:r>
              <a:rPr lang="en-US" sz="1050" b="0" dirty="0">
                <a:solidFill>
                  <a:srgbClr val="344B48"/>
                </a:solidFill>
                <a:latin typeface="Kanit" panose="00000500000000000000" pitchFamily="2" charset="-34"/>
                <a:cs typeface="Kanit" panose="00000500000000000000" pitchFamily="2" charset="-34"/>
              </a:rPr>
              <a:t>Daily</a:t>
            </a:r>
            <a:endParaRPr sz="1050" b="0" dirty="0">
              <a:solidFill>
                <a:srgbClr val="344B48"/>
              </a:solidFill>
              <a:latin typeface="Kanit" panose="00000500000000000000" pitchFamily="2" charset="-34"/>
              <a:cs typeface="Kanit" panose="00000500000000000000" pitchFamily="2" charset="-34"/>
            </a:endParaRPr>
          </a:p>
        </p:txBody>
      </p:sp>
      <p:sp>
        <p:nvSpPr>
          <p:cNvPr id="125" name="cell-7-3">
            <a:extLst>
              <a:ext uri="{FF2B5EF4-FFF2-40B4-BE49-F238E27FC236}">
                <a16:creationId xmlns:a16="http://schemas.microsoft.com/office/drawing/2014/main" id="{A7D94695-3682-30B5-3EC1-1837B2A77B91}"/>
              </a:ext>
            </a:extLst>
          </p:cNvPr>
          <p:cNvSpPr>
            <a:spLocks noGrp="1"/>
          </p:cNvSpPr>
          <p:nvPr/>
        </p:nvSpPr>
        <p:spPr>
          <a:xfrm>
            <a:off x="7801385" y="5644896"/>
            <a:ext cx="659698"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27" name="system-7">
            <a:extLst>
              <a:ext uri="{FF2B5EF4-FFF2-40B4-BE49-F238E27FC236}">
                <a16:creationId xmlns:a16="http://schemas.microsoft.com/office/drawing/2014/main" id="{A557879D-36DE-CD03-C2BA-02A6E5B821BC}"/>
              </a:ext>
            </a:extLst>
          </p:cNvPr>
          <p:cNvSpPr>
            <a:spLocks noGrp="1"/>
          </p:cNvSpPr>
          <p:nvPr/>
        </p:nvSpPr>
        <p:spPr>
          <a:xfrm>
            <a:off x="7801385" y="5682996"/>
            <a:ext cx="689676" cy="466725"/>
          </a:xfrm>
          <a:prstGeom prst="rect">
            <a:avLst/>
          </a:prstGeom>
          <a:noFill/>
          <a:ln w="0">
            <a:noFill/>
            <a:prstDash val="solid"/>
          </a:ln>
        </p:spPr>
        <p:txBody>
          <a:bodyPr anchor="ctr"/>
          <a:lstStyle/>
          <a:p>
            <a:pPr algn="ctr">
              <a:defRPr sz="1200" b="0">
                <a:solidFill>
                  <a:srgbClr val="344B48"/>
                </a:solidFill>
              </a:defRPr>
            </a:pPr>
            <a:r>
              <a:rPr lang="en-US" sz="1050" b="0" dirty="0">
                <a:solidFill>
                  <a:srgbClr val="344B48"/>
                </a:solidFill>
                <a:latin typeface="Kanit" panose="00000500000000000000" pitchFamily="2" charset="-34"/>
                <a:cs typeface="Kanit" panose="00000500000000000000" pitchFamily="2" charset="-34"/>
              </a:rPr>
              <a:t>Monthly</a:t>
            </a:r>
            <a:endParaRPr sz="1050" b="0" dirty="0">
              <a:solidFill>
                <a:srgbClr val="344B48"/>
              </a:solidFill>
              <a:latin typeface="Kanit" panose="00000500000000000000" pitchFamily="2" charset="-34"/>
              <a:cs typeface="Kanit" panose="00000500000000000000" pitchFamily="2" charset="-34"/>
            </a:endParaRPr>
          </a:p>
        </p:txBody>
      </p:sp>
      <p:sp>
        <p:nvSpPr>
          <p:cNvPr id="129" name="header-1">
            <a:extLst>
              <a:ext uri="{FF2B5EF4-FFF2-40B4-BE49-F238E27FC236}">
                <a16:creationId xmlns:a16="http://schemas.microsoft.com/office/drawing/2014/main" id="{E85ED0B0-B0DB-6C33-6E3E-9B409D9B778D}"/>
              </a:ext>
            </a:extLst>
          </p:cNvPr>
          <p:cNvSpPr>
            <a:spLocks noGrp="1"/>
          </p:cNvSpPr>
          <p:nvPr/>
        </p:nvSpPr>
        <p:spPr>
          <a:xfrm>
            <a:off x="7653470" y="1440561"/>
            <a:ext cx="818143" cy="400050"/>
          </a:xfrm>
          <a:prstGeom prst="rect">
            <a:avLst/>
          </a:prstGeom>
          <a:noFill/>
          <a:ln w="0">
            <a:noFill/>
            <a:prstDash val="solid"/>
          </a:ln>
        </p:spPr>
        <p:txBody>
          <a:bodyPr anchor="ctr"/>
          <a:lstStyle/>
          <a:p>
            <a:pPr algn="ctr">
              <a:defRPr sz="1125" b="1">
                <a:solidFill>
                  <a:srgbClr val="FFFFFF"/>
                </a:solidFill>
              </a:defRPr>
            </a:pPr>
            <a:r>
              <a:rPr lang="en-US" sz="1100" b="1" dirty="0">
                <a:solidFill>
                  <a:srgbClr val="FFFFFF"/>
                </a:solidFill>
                <a:latin typeface="Kanit" panose="00000500000000000000" pitchFamily="2" charset="-34"/>
                <a:cs typeface="Kanit" panose="00000500000000000000" pitchFamily="2" charset="-34"/>
              </a:rPr>
              <a:t>Freq</a:t>
            </a:r>
            <a:endParaRPr sz="1100" b="1" dirty="0">
              <a:solidFill>
                <a:srgbClr val="FFFFFF"/>
              </a:solidFill>
              <a:latin typeface="Kanit" panose="00000500000000000000" pitchFamily="2" charset="-34"/>
              <a:cs typeface="Kanit" panose="00000500000000000000" pitchFamily="2" charset="-34"/>
            </a:endParaRPr>
          </a:p>
        </p:txBody>
      </p:sp>
      <p:sp>
        <p:nvSpPr>
          <p:cNvPr id="131" name="header-1">
            <a:extLst>
              <a:ext uri="{FF2B5EF4-FFF2-40B4-BE49-F238E27FC236}">
                <a16:creationId xmlns:a16="http://schemas.microsoft.com/office/drawing/2014/main" id="{18D93CE4-1894-0004-F5C0-DD3A903128FE}"/>
              </a:ext>
            </a:extLst>
          </p:cNvPr>
          <p:cNvSpPr>
            <a:spLocks noGrp="1"/>
          </p:cNvSpPr>
          <p:nvPr/>
        </p:nvSpPr>
        <p:spPr>
          <a:xfrm>
            <a:off x="8489817" y="1438656"/>
            <a:ext cx="1921265" cy="400050"/>
          </a:xfrm>
          <a:prstGeom prst="rect">
            <a:avLst/>
          </a:prstGeom>
          <a:noFill/>
          <a:ln w="0">
            <a:noFill/>
            <a:prstDash val="solid"/>
          </a:ln>
        </p:spPr>
        <p:txBody>
          <a:bodyPr anchor="ctr"/>
          <a:lstStyle/>
          <a:p>
            <a:pPr algn="ctr">
              <a:defRPr sz="1125" b="1">
                <a:solidFill>
                  <a:srgbClr val="FFFFFF"/>
                </a:solidFill>
              </a:defRPr>
            </a:pPr>
            <a:r>
              <a:rPr lang="en-US" sz="1100" b="1" dirty="0">
                <a:solidFill>
                  <a:srgbClr val="FFFFFF"/>
                </a:solidFill>
                <a:latin typeface="Kanit" panose="00000500000000000000" pitchFamily="2" charset="-34"/>
                <a:cs typeface="Kanit" panose="00000500000000000000" pitchFamily="2" charset="-34"/>
              </a:rPr>
              <a:t>Transaction Volume</a:t>
            </a:r>
            <a:endParaRPr sz="1100" b="1" dirty="0">
              <a:solidFill>
                <a:srgbClr val="FFFFFF"/>
              </a:solidFill>
              <a:latin typeface="Kanit" panose="00000500000000000000" pitchFamily="2" charset="-34"/>
              <a:cs typeface="Kanit" panose="00000500000000000000" pitchFamily="2" charset="-34"/>
            </a:endParaRPr>
          </a:p>
        </p:txBody>
      </p:sp>
      <p:sp>
        <p:nvSpPr>
          <p:cNvPr id="133" name="age-mark">
            <a:extLst>
              <a:ext uri="{FF2B5EF4-FFF2-40B4-BE49-F238E27FC236}">
                <a16:creationId xmlns:a16="http://schemas.microsoft.com/office/drawing/2014/main" id="{84CF2833-4504-668F-A3F7-15A18ABE828A}"/>
              </a:ext>
            </a:extLst>
          </p:cNvPr>
          <p:cNvSpPr>
            <a:spLocks noGrp="1"/>
          </p:cNvSpPr>
          <p:nvPr/>
        </p:nvSpPr>
        <p:spPr>
          <a:xfrm>
            <a:off x="10972800" y="419100"/>
            <a:ext cx="666750" cy="590550"/>
          </a:xfrm>
          <a:prstGeom prst="roundRect">
            <a:avLst>
              <a:gd name="adj" fmla="val 50000"/>
            </a:avLst>
          </a:prstGeom>
          <a:solidFill>
            <a:srgbClr val="E3F3EC"/>
          </a:solidFill>
          <a:ln w="0">
            <a:noFill/>
            <a:prstDash val="solid"/>
          </a:ln>
        </p:spPr>
        <p:txBody>
          <a:bodyPr/>
          <a:lstStyle/>
          <a:p>
            <a:endParaRPr lang="en-US"/>
          </a:p>
        </p:txBody>
      </p:sp>
      <p:sp>
        <p:nvSpPr>
          <p:cNvPr id="135" name="age">
            <a:extLst>
              <a:ext uri="{FF2B5EF4-FFF2-40B4-BE49-F238E27FC236}">
                <a16:creationId xmlns:a16="http://schemas.microsoft.com/office/drawing/2014/main" id="{94B8EFE8-D9F1-17FC-247B-28768DD328EE}"/>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pic>
        <p:nvPicPr>
          <p:cNvPr id="137" name="Picture 136" descr="Home - บริษัท เอเชีย กรีน เอนเนอจี จำกัด (มหาชน)">
            <a:extLst>
              <a:ext uri="{FF2B5EF4-FFF2-40B4-BE49-F238E27FC236}">
                <a16:creationId xmlns:a16="http://schemas.microsoft.com/office/drawing/2014/main" id="{FC76C0FF-4E31-8A49-1BB6-893E263A3B3A}"/>
              </a:ext>
            </a:extLst>
          </p:cNvPr>
          <p:cNvPicPr>
            <a:picLocks noChangeAspect="1"/>
          </p:cNvPicPr>
          <p:nvPr/>
        </p:nvPicPr>
        <p:blipFill>
          <a:blip r:embed="rId3"/>
          <a:stretch>
            <a:fillRect/>
          </a:stretch>
        </p:blipFill>
        <p:spPr>
          <a:xfrm>
            <a:off x="11087411" y="584335"/>
            <a:ext cx="416319" cy="253866"/>
          </a:xfrm>
          <a:prstGeom prst="rect">
            <a:avLst/>
          </a:prstGeom>
        </p:spPr>
      </p:pic>
      <p:sp>
        <p:nvSpPr>
          <p:cNvPr id="5" name="Slide Number Placeholder 1">
            <a:extLst>
              <a:ext uri="{FF2B5EF4-FFF2-40B4-BE49-F238E27FC236}">
                <a16:creationId xmlns:a16="http://schemas.microsoft.com/office/drawing/2014/main" id="{442FE13A-EC3E-CEE1-48E6-BB0787C8DF08}"/>
              </a:ext>
            </a:extLst>
          </p:cNvPr>
          <p:cNvSpPr txBox="1">
            <a:spLocks/>
          </p:cNvSpPr>
          <p:nvPr/>
        </p:nvSpPr>
        <p:spPr>
          <a:xfrm>
            <a:off x="10728900" y="6600237"/>
            <a:ext cx="1422400" cy="2434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46">
              <a:defRPr/>
            </a:pPr>
            <a:fld id="{5E5634F8-C5C6-4843-9A92-B93B76582613}" type="slidenum">
              <a:rPr lang="en-US" sz="1333" smtClean="0">
                <a:solidFill>
                  <a:prstClr val="black"/>
                </a:solidFill>
                <a:latin typeface="Poppins" panose="00000500000000000000" pitchFamily="2" charset="0"/>
                <a:cs typeface="Poppins" panose="00000500000000000000" pitchFamily="2" charset="0"/>
              </a:rPr>
              <a:pPr algn="r" defTabSz="914446">
                <a:defRPr/>
              </a:pPr>
              <a:t>6</a:t>
            </a:fld>
            <a:endParaRPr lang="en-US" sz="1333" dirty="0">
              <a:solidFill>
                <a:prstClr val="black"/>
              </a:solidFill>
              <a:latin typeface="Poppins" panose="00000500000000000000" pitchFamily="2" charset="0"/>
              <a:cs typeface="Poppins" panose="00000500000000000000" pitchFamily="2" charset="0"/>
            </a:endParaRPr>
          </a:p>
        </p:txBody>
      </p:sp>
      <p:sp>
        <p:nvSpPr>
          <p:cNvPr id="6" name="system-0">
            <a:extLst>
              <a:ext uri="{FF2B5EF4-FFF2-40B4-BE49-F238E27FC236}">
                <a16:creationId xmlns:a16="http://schemas.microsoft.com/office/drawing/2014/main" id="{7DD51496-078A-D33D-5100-7646FB8DA2F5}"/>
              </a:ext>
            </a:extLst>
          </p:cNvPr>
          <p:cNvSpPr>
            <a:spLocks noGrp="1"/>
          </p:cNvSpPr>
          <p:nvPr/>
        </p:nvSpPr>
        <p:spPr>
          <a:xfrm>
            <a:off x="7097329" y="1067181"/>
            <a:ext cx="756006" cy="466725"/>
          </a:xfrm>
          <a:prstGeom prst="rect">
            <a:avLst/>
          </a:prstGeom>
          <a:noFill/>
          <a:ln w="0">
            <a:noFill/>
            <a:prstDash val="solid"/>
          </a:ln>
        </p:spPr>
        <p:txBody>
          <a:bodyPr anchor="ctr"/>
          <a:lstStyle/>
          <a:p>
            <a:pPr algn="l">
              <a:defRPr sz="1200" b="0">
                <a:solidFill>
                  <a:srgbClr val="344B48"/>
                </a:solidFill>
              </a:defRPr>
            </a:pPr>
            <a:r>
              <a:rPr lang="en-US" sz="1100" b="0" dirty="0">
                <a:solidFill>
                  <a:srgbClr val="344B48"/>
                </a:solidFill>
                <a:latin typeface="Kanit" panose="00000500000000000000" pitchFamily="2" charset="-34"/>
                <a:cs typeface="Kanit" panose="00000500000000000000" pitchFamily="2" charset="-34"/>
              </a:rPr>
              <a:t>TBC</a:t>
            </a:r>
            <a:endParaRPr sz="1100" b="0" dirty="0">
              <a:solidFill>
                <a:srgbClr val="344B48"/>
              </a:solidFill>
              <a:latin typeface="Kanit" panose="00000500000000000000" pitchFamily="2" charset="-34"/>
              <a:cs typeface="Kanit" panose="00000500000000000000" pitchFamily="2" charset="-34"/>
            </a:endParaRPr>
          </a:p>
        </p:txBody>
      </p:sp>
      <p:sp>
        <p:nvSpPr>
          <p:cNvPr id="91" name="system-0">
            <a:extLst>
              <a:ext uri="{FF2B5EF4-FFF2-40B4-BE49-F238E27FC236}">
                <a16:creationId xmlns:a16="http://schemas.microsoft.com/office/drawing/2014/main" id="{DB767D4A-E861-0292-F838-9910FEE249AD}"/>
              </a:ext>
            </a:extLst>
          </p:cNvPr>
          <p:cNvSpPr>
            <a:spLocks noGrp="1"/>
          </p:cNvSpPr>
          <p:nvPr/>
        </p:nvSpPr>
        <p:spPr>
          <a:xfrm>
            <a:off x="8795255" y="1018794"/>
            <a:ext cx="756006" cy="466725"/>
          </a:xfrm>
          <a:prstGeom prst="rect">
            <a:avLst/>
          </a:prstGeom>
          <a:noFill/>
          <a:ln w="0">
            <a:noFill/>
            <a:prstDash val="solid"/>
          </a:ln>
        </p:spPr>
        <p:txBody>
          <a:bodyPr anchor="ctr"/>
          <a:lstStyle/>
          <a:p>
            <a:pPr algn="l">
              <a:defRPr sz="1200" b="0">
                <a:solidFill>
                  <a:srgbClr val="344B48"/>
                </a:solidFill>
              </a:defRPr>
            </a:pPr>
            <a:r>
              <a:rPr lang="en-US" sz="1100" b="0" dirty="0">
                <a:solidFill>
                  <a:srgbClr val="344B48"/>
                </a:solidFill>
                <a:latin typeface="Kanit" panose="00000500000000000000" pitchFamily="2" charset="-34"/>
                <a:cs typeface="Kanit" panose="00000500000000000000" pitchFamily="2" charset="-34"/>
              </a:rPr>
              <a:t>TBC</a:t>
            </a:r>
            <a:endParaRPr sz="1100" b="0" dirty="0">
              <a:solidFill>
                <a:srgbClr val="344B48"/>
              </a:solidFill>
              <a:latin typeface="Kanit" panose="00000500000000000000" pitchFamily="2" charset="-34"/>
              <a:cs typeface="Kanit" panose="00000500000000000000" pitchFamily="2" charset="-34"/>
            </a:endParaRPr>
          </a:p>
        </p:txBody>
      </p:sp>
      <p:sp>
        <p:nvSpPr>
          <p:cNvPr id="92" name="header-bg-3">
            <a:extLst>
              <a:ext uri="{FF2B5EF4-FFF2-40B4-BE49-F238E27FC236}">
                <a16:creationId xmlns:a16="http://schemas.microsoft.com/office/drawing/2014/main" id="{E81089A0-ED7B-3D13-F4F8-74EF19C1D14E}"/>
              </a:ext>
            </a:extLst>
          </p:cNvPr>
          <p:cNvSpPr>
            <a:spLocks noGrp="1"/>
          </p:cNvSpPr>
          <p:nvPr/>
        </p:nvSpPr>
        <p:spPr>
          <a:xfrm>
            <a:off x="10421886" y="1444371"/>
            <a:ext cx="1545437" cy="400050"/>
          </a:xfrm>
          <a:prstGeom prst="rect">
            <a:avLst/>
          </a:prstGeom>
          <a:solidFill>
            <a:srgbClr val="173F38"/>
          </a:solidFill>
          <a:ln w="0">
            <a:noFill/>
            <a:prstDash val="solid"/>
          </a:ln>
        </p:spPr>
        <p:txBody>
          <a:bodyPr/>
          <a:lstStyle/>
          <a:p>
            <a:endParaRPr lang="en-US" sz="1600" dirty="0">
              <a:latin typeface="Kanit" panose="00000500000000000000" pitchFamily="2" charset="-34"/>
              <a:cs typeface="Kanit" panose="00000500000000000000" pitchFamily="2" charset="-34"/>
            </a:endParaRPr>
          </a:p>
        </p:txBody>
      </p:sp>
      <p:sp>
        <p:nvSpPr>
          <p:cNvPr id="98" name="header-3">
            <a:extLst>
              <a:ext uri="{FF2B5EF4-FFF2-40B4-BE49-F238E27FC236}">
                <a16:creationId xmlns:a16="http://schemas.microsoft.com/office/drawing/2014/main" id="{E42567A5-72F3-9C2B-3123-19ADDC20C6AF}"/>
              </a:ext>
            </a:extLst>
          </p:cNvPr>
          <p:cNvSpPr>
            <a:spLocks noGrp="1"/>
          </p:cNvSpPr>
          <p:nvPr/>
        </p:nvSpPr>
        <p:spPr>
          <a:xfrm>
            <a:off x="10520873" y="1444371"/>
            <a:ext cx="1447625" cy="400050"/>
          </a:xfrm>
          <a:prstGeom prst="rect">
            <a:avLst/>
          </a:prstGeom>
          <a:noFill/>
          <a:ln w="0">
            <a:noFill/>
            <a:prstDash val="solid"/>
          </a:ln>
        </p:spPr>
        <p:txBody>
          <a:bodyPr anchor="ctr"/>
          <a:lstStyle/>
          <a:p>
            <a:pPr algn="l">
              <a:defRPr sz="1125" b="1">
                <a:solidFill>
                  <a:srgbClr val="FFFFFF"/>
                </a:solidFill>
              </a:defRPr>
            </a:pPr>
            <a:endParaRPr sz="1100" b="1" dirty="0">
              <a:solidFill>
                <a:srgbClr val="FFFFFF"/>
              </a:solidFill>
              <a:latin typeface="Kanit" panose="00000500000000000000" pitchFamily="2" charset="-34"/>
              <a:cs typeface="Kanit" panose="00000500000000000000" pitchFamily="2" charset="-34"/>
            </a:endParaRPr>
          </a:p>
        </p:txBody>
      </p:sp>
      <p:sp>
        <p:nvSpPr>
          <p:cNvPr id="102" name="cell-0-3">
            <a:extLst>
              <a:ext uri="{FF2B5EF4-FFF2-40B4-BE49-F238E27FC236}">
                <a16:creationId xmlns:a16="http://schemas.microsoft.com/office/drawing/2014/main" id="{6AEB11CD-7903-FF88-D186-E23E2FBF2287}"/>
              </a:ext>
            </a:extLst>
          </p:cNvPr>
          <p:cNvSpPr>
            <a:spLocks noGrp="1"/>
          </p:cNvSpPr>
          <p:nvPr/>
        </p:nvSpPr>
        <p:spPr>
          <a:xfrm>
            <a:off x="10421886" y="1844421"/>
            <a:ext cx="1545437"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06" name="system-0">
            <a:extLst>
              <a:ext uri="{FF2B5EF4-FFF2-40B4-BE49-F238E27FC236}">
                <a16:creationId xmlns:a16="http://schemas.microsoft.com/office/drawing/2014/main" id="{6FC133C1-00C2-99EB-DB45-4983DDECD2FD}"/>
              </a:ext>
            </a:extLst>
          </p:cNvPr>
          <p:cNvSpPr>
            <a:spLocks noGrp="1"/>
          </p:cNvSpPr>
          <p:nvPr/>
        </p:nvSpPr>
        <p:spPr>
          <a:xfrm>
            <a:off x="10514000" y="1882521"/>
            <a:ext cx="1428063" cy="466725"/>
          </a:xfrm>
          <a:prstGeom prst="rect">
            <a:avLst/>
          </a:prstGeom>
          <a:noFill/>
          <a:ln w="0">
            <a:noFill/>
            <a:prstDash val="solid"/>
          </a:ln>
        </p:spPr>
        <p:txBody>
          <a:bodyPr anchor="ctr"/>
          <a:lstStyle/>
          <a:p>
            <a:pPr algn="l">
              <a:defRPr sz="1200" b="0">
                <a:solidFill>
                  <a:srgbClr val="344B48"/>
                </a:solidFill>
              </a:defRPr>
            </a:pPr>
            <a:r>
              <a:rPr lang="en-US" sz="1100" b="0" dirty="0">
                <a:solidFill>
                  <a:srgbClr val="344B48"/>
                </a:solidFill>
                <a:latin typeface="Kanit" panose="00000500000000000000" pitchFamily="2" charset="-34"/>
                <a:cs typeface="Kanit" panose="00000500000000000000" pitchFamily="2" charset="-34"/>
              </a:rPr>
              <a:t>Daily</a:t>
            </a:r>
            <a:endParaRPr sz="1100" b="0" dirty="0">
              <a:solidFill>
                <a:srgbClr val="344B48"/>
              </a:solidFill>
              <a:latin typeface="Kanit" panose="00000500000000000000" pitchFamily="2" charset="-34"/>
              <a:cs typeface="Kanit" panose="00000500000000000000" pitchFamily="2" charset="-34"/>
            </a:endParaRPr>
          </a:p>
        </p:txBody>
      </p:sp>
      <p:sp>
        <p:nvSpPr>
          <p:cNvPr id="110" name="cell-1-3">
            <a:extLst>
              <a:ext uri="{FF2B5EF4-FFF2-40B4-BE49-F238E27FC236}">
                <a16:creationId xmlns:a16="http://schemas.microsoft.com/office/drawing/2014/main" id="{AAEDDF8B-E558-C4BF-4D30-723FC9872B44}"/>
              </a:ext>
            </a:extLst>
          </p:cNvPr>
          <p:cNvSpPr>
            <a:spLocks noGrp="1"/>
          </p:cNvSpPr>
          <p:nvPr/>
        </p:nvSpPr>
        <p:spPr>
          <a:xfrm>
            <a:off x="10421886" y="2387346"/>
            <a:ext cx="1545437"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14" name="system-1">
            <a:extLst>
              <a:ext uri="{FF2B5EF4-FFF2-40B4-BE49-F238E27FC236}">
                <a16:creationId xmlns:a16="http://schemas.microsoft.com/office/drawing/2014/main" id="{7621A99C-5BE9-C17B-40EC-5682F34A5611}"/>
              </a:ext>
            </a:extLst>
          </p:cNvPr>
          <p:cNvSpPr>
            <a:spLocks noGrp="1"/>
          </p:cNvSpPr>
          <p:nvPr/>
        </p:nvSpPr>
        <p:spPr>
          <a:xfrm>
            <a:off x="10514000" y="2425446"/>
            <a:ext cx="1428063" cy="466725"/>
          </a:xfrm>
          <a:prstGeom prst="rect">
            <a:avLst/>
          </a:prstGeom>
          <a:noFill/>
          <a:ln w="0">
            <a:noFill/>
            <a:prstDash val="solid"/>
          </a:ln>
        </p:spPr>
        <p:txBody>
          <a:bodyPr anchor="ctr"/>
          <a:lstStyle/>
          <a:p>
            <a:pPr algn="l">
              <a:defRPr sz="1200" b="0">
                <a:solidFill>
                  <a:srgbClr val="344B48"/>
                </a:solidFill>
              </a:defRPr>
            </a:pPr>
            <a:r>
              <a:rPr lang="en-US" sz="1100" b="0" dirty="0">
                <a:solidFill>
                  <a:srgbClr val="344B48"/>
                </a:solidFill>
                <a:latin typeface="Kanit" panose="00000500000000000000" pitchFamily="2" charset="-34"/>
                <a:cs typeface="Kanit" panose="00000500000000000000" pitchFamily="2" charset="-34"/>
              </a:rPr>
              <a:t>Daily</a:t>
            </a:r>
            <a:endParaRPr sz="1100" b="0" dirty="0">
              <a:solidFill>
                <a:srgbClr val="344B48"/>
              </a:solidFill>
              <a:latin typeface="Kanit" panose="00000500000000000000" pitchFamily="2" charset="-34"/>
              <a:cs typeface="Kanit" panose="00000500000000000000" pitchFamily="2" charset="-34"/>
            </a:endParaRPr>
          </a:p>
        </p:txBody>
      </p:sp>
      <p:sp>
        <p:nvSpPr>
          <p:cNvPr id="118" name="cell-2-3">
            <a:extLst>
              <a:ext uri="{FF2B5EF4-FFF2-40B4-BE49-F238E27FC236}">
                <a16:creationId xmlns:a16="http://schemas.microsoft.com/office/drawing/2014/main" id="{823BC84D-A6DF-21E6-77FD-A94C0AAB7696}"/>
              </a:ext>
            </a:extLst>
          </p:cNvPr>
          <p:cNvSpPr>
            <a:spLocks noGrp="1"/>
          </p:cNvSpPr>
          <p:nvPr/>
        </p:nvSpPr>
        <p:spPr>
          <a:xfrm>
            <a:off x="10421886" y="2930271"/>
            <a:ext cx="1545437"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22" name="system-2">
            <a:extLst>
              <a:ext uri="{FF2B5EF4-FFF2-40B4-BE49-F238E27FC236}">
                <a16:creationId xmlns:a16="http://schemas.microsoft.com/office/drawing/2014/main" id="{03B88119-1BED-59EA-A63C-AE8938556A4B}"/>
              </a:ext>
            </a:extLst>
          </p:cNvPr>
          <p:cNvSpPr>
            <a:spLocks noGrp="1"/>
          </p:cNvSpPr>
          <p:nvPr/>
        </p:nvSpPr>
        <p:spPr>
          <a:xfrm>
            <a:off x="10514000" y="2968371"/>
            <a:ext cx="1428063" cy="466725"/>
          </a:xfrm>
          <a:prstGeom prst="rect">
            <a:avLst/>
          </a:prstGeom>
          <a:noFill/>
          <a:ln w="0">
            <a:noFill/>
            <a:prstDash val="solid"/>
          </a:ln>
        </p:spPr>
        <p:txBody>
          <a:bodyPr anchor="ctr"/>
          <a:lstStyle/>
          <a:p>
            <a:pPr algn="l">
              <a:defRPr sz="1200" b="0">
                <a:solidFill>
                  <a:srgbClr val="344B48"/>
                </a:solidFill>
              </a:defRPr>
            </a:pPr>
            <a:r>
              <a:rPr lang="en-US" sz="1100" b="0" dirty="0">
                <a:solidFill>
                  <a:srgbClr val="344B48"/>
                </a:solidFill>
                <a:latin typeface="Kanit" panose="00000500000000000000" pitchFamily="2" charset="-34"/>
                <a:cs typeface="Kanit" panose="00000500000000000000" pitchFamily="2" charset="-34"/>
              </a:rPr>
              <a:t>Daily</a:t>
            </a:r>
            <a:endParaRPr sz="1100" b="0" dirty="0">
              <a:solidFill>
                <a:srgbClr val="344B48"/>
              </a:solidFill>
              <a:latin typeface="Kanit" panose="00000500000000000000" pitchFamily="2" charset="-34"/>
              <a:cs typeface="Kanit" panose="00000500000000000000" pitchFamily="2" charset="-34"/>
            </a:endParaRPr>
          </a:p>
        </p:txBody>
      </p:sp>
      <p:sp>
        <p:nvSpPr>
          <p:cNvPr id="126" name="cell-3-3">
            <a:extLst>
              <a:ext uri="{FF2B5EF4-FFF2-40B4-BE49-F238E27FC236}">
                <a16:creationId xmlns:a16="http://schemas.microsoft.com/office/drawing/2014/main" id="{D5C9D211-48D1-54FB-3CA0-4559FFD489FA}"/>
              </a:ext>
            </a:extLst>
          </p:cNvPr>
          <p:cNvSpPr>
            <a:spLocks noGrp="1"/>
          </p:cNvSpPr>
          <p:nvPr/>
        </p:nvSpPr>
        <p:spPr>
          <a:xfrm>
            <a:off x="10421886" y="3473196"/>
            <a:ext cx="1545437"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30" name="system-3">
            <a:extLst>
              <a:ext uri="{FF2B5EF4-FFF2-40B4-BE49-F238E27FC236}">
                <a16:creationId xmlns:a16="http://schemas.microsoft.com/office/drawing/2014/main" id="{D7817DA0-A8FD-A8F5-A0C4-F280DB3F10FA}"/>
              </a:ext>
            </a:extLst>
          </p:cNvPr>
          <p:cNvSpPr>
            <a:spLocks noGrp="1"/>
          </p:cNvSpPr>
          <p:nvPr/>
        </p:nvSpPr>
        <p:spPr>
          <a:xfrm>
            <a:off x="10514000" y="3511296"/>
            <a:ext cx="1428063" cy="466725"/>
          </a:xfrm>
          <a:prstGeom prst="rect">
            <a:avLst/>
          </a:prstGeom>
          <a:noFill/>
          <a:ln w="0">
            <a:noFill/>
            <a:prstDash val="solid"/>
          </a:ln>
        </p:spPr>
        <p:txBody>
          <a:bodyPr anchor="ctr"/>
          <a:lstStyle/>
          <a:p>
            <a:pPr algn="l">
              <a:defRPr sz="1200" b="0">
                <a:solidFill>
                  <a:srgbClr val="344B48"/>
                </a:solidFill>
              </a:defRPr>
            </a:pPr>
            <a:r>
              <a:rPr lang="en-US" sz="1100" b="0" dirty="0">
                <a:solidFill>
                  <a:srgbClr val="344B48"/>
                </a:solidFill>
                <a:latin typeface="Kanit" panose="00000500000000000000" pitchFamily="2" charset="-34"/>
                <a:cs typeface="Kanit" panose="00000500000000000000" pitchFamily="2" charset="-34"/>
              </a:rPr>
              <a:t>Daily</a:t>
            </a:r>
            <a:endParaRPr sz="1100" b="0" dirty="0">
              <a:solidFill>
                <a:srgbClr val="344B48"/>
              </a:solidFill>
              <a:latin typeface="Kanit" panose="00000500000000000000" pitchFamily="2" charset="-34"/>
              <a:cs typeface="Kanit" panose="00000500000000000000" pitchFamily="2" charset="-34"/>
            </a:endParaRPr>
          </a:p>
        </p:txBody>
      </p:sp>
      <p:sp>
        <p:nvSpPr>
          <p:cNvPr id="134" name="cell-4-3">
            <a:extLst>
              <a:ext uri="{FF2B5EF4-FFF2-40B4-BE49-F238E27FC236}">
                <a16:creationId xmlns:a16="http://schemas.microsoft.com/office/drawing/2014/main" id="{A6EA0CD4-6338-6213-2D31-D21B03F5976B}"/>
              </a:ext>
            </a:extLst>
          </p:cNvPr>
          <p:cNvSpPr>
            <a:spLocks noGrp="1"/>
          </p:cNvSpPr>
          <p:nvPr/>
        </p:nvSpPr>
        <p:spPr>
          <a:xfrm>
            <a:off x="10421886" y="4016121"/>
            <a:ext cx="1545437"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38" name="system-4">
            <a:extLst>
              <a:ext uri="{FF2B5EF4-FFF2-40B4-BE49-F238E27FC236}">
                <a16:creationId xmlns:a16="http://schemas.microsoft.com/office/drawing/2014/main" id="{B84E27D5-DDE1-08BE-93E9-4522146A6771}"/>
              </a:ext>
            </a:extLst>
          </p:cNvPr>
          <p:cNvSpPr>
            <a:spLocks noGrp="1"/>
          </p:cNvSpPr>
          <p:nvPr/>
        </p:nvSpPr>
        <p:spPr>
          <a:xfrm>
            <a:off x="10514000" y="4054221"/>
            <a:ext cx="1428063" cy="466725"/>
          </a:xfrm>
          <a:prstGeom prst="rect">
            <a:avLst/>
          </a:prstGeom>
          <a:noFill/>
          <a:ln w="0">
            <a:noFill/>
            <a:prstDash val="solid"/>
          </a:ln>
        </p:spPr>
        <p:txBody>
          <a:bodyPr anchor="ctr"/>
          <a:lstStyle/>
          <a:p>
            <a:pPr algn="l">
              <a:defRPr sz="1200" b="0">
                <a:solidFill>
                  <a:srgbClr val="344B48"/>
                </a:solidFill>
              </a:defRPr>
            </a:pPr>
            <a:r>
              <a:rPr lang="en-US" sz="1100" b="0" dirty="0" err="1">
                <a:solidFill>
                  <a:srgbClr val="344B48"/>
                </a:solidFill>
                <a:latin typeface="Kanit" panose="00000500000000000000" pitchFamily="2" charset="-34"/>
                <a:cs typeface="Kanit" panose="00000500000000000000" pitchFamily="2" charset="-34"/>
              </a:rPr>
              <a:t>Achiraya</a:t>
            </a:r>
            <a:r>
              <a:rPr lang="en-US" sz="1100" b="0" dirty="0">
                <a:solidFill>
                  <a:srgbClr val="344B48"/>
                </a:solidFill>
                <a:latin typeface="Kanit" panose="00000500000000000000" pitchFamily="2" charset="-34"/>
                <a:cs typeface="Kanit" panose="00000500000000000000" pitchFamily="2" charset="-34"/>
              </a:rPr>
              <a:t> /Koy</a:t>
            </a:r>
            <a:endParaRPr sz="1100" b="0" dirty="0">
              <a:solidFill>
                <a:srgbClr val="344B48"/>
              </a:solidFill>
              <a:latin typeface="Kanit" panose="00000500000000000000" pitchFamily="2" charset="-34"/>
              <a:cs typeface="Kanit" panose="00000500000000000000" pitchFamily="2" charset="-34"/>
            </a:endParaRPr>
          </a:p>
        </p:txBody>
      </p:sp>
      <p:sp>
        <p:nvSpPr>
          <p:cNvPr id="140" name="cell-5-3">
            <a:extLst>
              <a:ext uri="{FF2B5EF4-FFF2-40B4-BE49-F238E27FC236}">
                <a16:creationId xmlns:a16="http://schemas.microsoft.com/office/drawing/2014/main" id="{FE0160BF-FB5C-4F1B-D30A-0553A3659E07}"/>
              </a:ext>
            </a:extLst>
          </p:cNvPr>
          <p:cNvSpPr>
            <a:spLocks noGrp="1"/>
          </p:cNvSpPr>
          <p:nvPr/>
        </p:nvSpPr>
        <p:spPr>
          <a:xfrm>
            <a:off x="10421886" y="4559046"/>
            <a:ext cx="1545437"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42" name="system-5">
            <a:extLst>
              <a:ext uri="{FF2B5EF4-FFF2-40B4-BE49-F238E27FC236}">
                <a16:creationId xmlns:a16="http://schemas.microsoft.com/office/drawing/2014/main" id="{C1D949F5-736B-0DFB-003C-919176873F92}"/>
              </a:ext>
            </a:extLst>
          </p:cNvPr>
          <p:cNvSpPr>
            <a:spLocks noGrp="1"/>
          </p:cNvSpPr>
          <p:nvPr/>
        </p:nvSpPr>
        <p:spPr>
          <a:xfrm>
            <a:off x="10514000" y="4597146"/>
            <a:ext cx="1428063" cy="466725"/>
          </a:xfrm>
          <a:prstGeom prst="rect">
            <a:avLst/>
          </a:prstGeom>
          <a:noFill/>
          <a:ln w="0">
            <a:noFill/>
            <a:prstDash val="solid"/>
          </a:ln>
        </p:spPr>
        <p:txBody>
          <a:bodyPr anchor="ctr"/>
          <a:lstStyle/>
          <a:p>
            <a:pPr algn="l">
              <a:defRPr sz="1200" b="0">
                <a:solidFill>
                  <a:srgbClr val="344B48"/>
                </a:solidFill>
              </a:defRPr>
            </a:pPr>
            <a:r>
              <a:rPr lang="en-US" sz="1100" b="0" dirty="0">
                <a:solidFill>
                  <a:srgbClr val="344B48"/>
                </a:solidFill>
                <a:latin typeface="Kanit" panose="00000500000000000000" pitchFamily="2" charset="-34"/>
                <a:cs typeface="Kanit" panose="00000500000000000000" pitchFamily="2" charset="-34"/>
              </a:rPr>
              <a:t>Weekly</a:t>
            </a:r>
            <a:endParaRPr sz="1100" b="0" dirty="0">
              <a:solidFill>
                <a:srgbClr val="344B48"/>
              </a:solidFill>
              <a:latin typeface="Kanit" panose="00000500000000000000" pitchFamily="2" charset="-34"/>
              <a:cs typeface="Kanit" panose="00000500000000000000" pitchFamily="2" charset="-34"/>
            </a:endParaRPr>
          </a:p>
        </p:txBody>
      </p:sp>
      <p:sp>
        <p:nvSpPr>
          <p:cNvPr id="144" name="cell-6-3">
            <a:extLst>
              <a:ext uri="{FF2B5EF4-FFF2-40B4-BE49-F238E27FC236}">
                <a16:creationId xmlns:a16="http://schemas.microsoft.com/office/drawing/2014/main" id="{E65C0AD9-8CE5-69D0-1746-BF60C2B9B664}"/>
              </a:ext>
            </a:extLst>
          </p:cNvPr>
          <p:cNvSpPr>
            <a:spLocks noGrp="1"/>
          </p:cNvSpPr>
          <p:nvPr/>
        </p:nvSpPr>
        <p:spPr>
          <a:xfrm>
            <a:off x="10421886" y="5101971"/>
            <a:ext cx="1545437" cy="542925"/>
          </a:xfrm>
          <a:prstGeom prst="rect">
            <a:avLst/>
          </a:prstGeom>
          <a:solidFill>
            <a:srgbClr val="FFFFFF"/>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46" name="system-6">
            <a:extLst>
              <a:ext uri="{FF2B5EF4-FFF2-40B4-BE49-F238E27FC236}">
                <a16:creationId xmlns:a16="http://schemas.microsoft.com/office/drawing/2014/main" id="{96F1541C-FC46-EB0C-50D5-EF03A20A2B3D}"/>
              </a:ext>
            </a:extLst>
          </p:cNvPr>
          <p:cNvSpPr>
            <a:spLocks noGrp="1"/>
          </p:cNvSpPr>
          <p:nvPr/>
        </p:nvSpPr>
        <p:spPr>
          <a:xfrm>
            <a:off x="10514000" y="5140071"/>
            <a:ext cx="1428063" cy="466725"/>
          </a:xfrm>
          <a:prstGeom prst="rect">
            <a:avLst/>
          </a:prstGeom>
          <a:noFill/>
          <a:ln w="0">
            <a:noFill/>
            <a:prstDash val="solid"/>
          </a:ln>
        </p:spPr>
        <p:txBody>
          <a:bodyPr anchor="ctr"/>
          <a:lstStyle/>
          <a:p>
            <a:pPr algn="l">
              <a:defRPr sz="1200" b="0">
                <a:solidFill>
                  <a:srgbClr val="344B48"/>
                </a:solidFill>
              </a:defRPr>
            </a:pPr>
            <a:r>
              <a:rPr lang="en-US" sz="1100" b="0" dirty="0">
                <a:solidFill>
                  <a:srgbClr val="344B48"/>
                </a:solidFill>
                <a:latin typeface="Kanit" panose="00000500000000000000" pitchFamily="2" charset="-34"/>
                <a:cs typeface="Kanit" panose="00000500000000000000" pitchFamily="2" charset="-34"/>
              </a:rPr>
              <a:t>Daily</a:t>
            </a:r>
            <a:endParaRPr sz="1100" b="0" dirty="0">
              <a:solidFill>
                <a:srgbClr val="344B48"/>
              </a:solidFill>
              <a:latin typeface="Kanit" panose="00000500000000000000" pitchFamily="2" charset="-34"/>
              <a:cs typeface="Kanit" panose="00000500000000000000" pitchFamily="2" charset="-34"/>
            </a:endParaRPr>
          </a:p>
        </p:txBody>
      </p:sp>
      <p:sp>
        <p:nvSpPr>
          <p:cNvPr id="148" name="cell-7-3">
            <a:extLst>
              <a:ext uri="{FF2B5EF4-FFF2-40B4-BE49-F238E27FC236}">
                <a16:creationId xmlns:a16="http://schemas.microsoft.com/office/drawing/2014/main" id="{F67A74AE-9F7B-0117-2437-DD2CBD2AB35E}"/>
              </a:ext>
            </a:extLst>
          </p:cNvPr>
          <p:cNvSpPr>
            <a:spLocks noGrp="1"/>
          </p:cNvSpPr>
          <p:nvPr/>
        </p:nvSpPr>
        <p:spPr>
          <a:xfrm>
            <a:off x="10421886" y="5644896"/>
            <a:ext cx="1545437" cy="542925"/>
          </a:xfrm>
          <a:prstGeom prst="rect">
            <a:avLst/>
          </a:prstGeom>
          <a:solidFill>
            <a:srgbClr val="F0F5F3"/>
          </a:solidFill>
          <a:ln w="9525">
            <a:solidFill>
              <a:srgbClr val="CFDDD8"/>
            </a:solidFill>
            <a:prstDash val="solid"/>
          </a:ln>
        </p:spPr>
        <p:txBody>
          <a:bodyPr/>
          <a:lstStyle/>
          <a:p>
            <a:endParaRPr lang="en-US" sz="1600">
              <a:latin typeface="Kanit" panose="00000500000000000000" pitchFamily="2" charset="-34"/>
              <a:cs typeface="Kanit" panose="00000500000000000000" pitchFamily="2" charset="-34"/>
            </a:endParaRPr>
          </a:p>
        </p:txBody>
      </p:sp>
      <p:sp>
        <p:nvSpPr>
          <p:cNvPr id="150" name="system-7">
            <a:extLst>
              <a:ext uri="{FF2B5EF4-FFF2-40B4-BE49-F238E27FC236}">
                <a16:creationId xmlns:a16="http://schemas.microsoft.com/office/drawing/2014/main" id="{817B0D9A-4E04-D52A-F793-40C9D1C9FEBF}"/>
              </a:ext>
            </a:extLst>
          </p:cNvPr>
          <p:cNvSpPr>
            <a:spLocks noGrp="1"/>
          </p:cNvSpPr>
          <p:nvPr/>
        </p:nvSpPr>
        <p:spPr>
          <a:xfrm>
            <a:off x="10514000" y="5682996"/>
            <a:ext cx="1428063" cy="466725"/>
          </a:xfrm>
          <a:prstGeom prst="rect">
            <a:avLst/>
          </a:prstGeom>
          <a:noFill/>
          <a:ln w="0">
            <a:noFill/>
            <a:prstDash val="solid"/>
          </a:ln>
        </p:spPr>
        <p:txBody>
          <a:bodyPr anchor="ctr"/>
          <a:lstStyle/>
          <a:p>
            <a:pPr algn="l">
              <a:defRPr sz="1200" b="0">
                <a:solidFill>
                  <a:srgbClr val="344B48"/>
                </a:solidFill>
              </a:defRPr>
            </a:pPr>
            <a:r>
              <a:rPr lang="en-US" sz="1100" b="0" dirty="0">
                <a:solidFill>
                  <a:srgbClr val="344B48"/>
                </a:solidFill>
                <a:latin typeface="Kanit" panose="00000500000000000000" pitchFamily="2" charset="-34"/>
                <a:cs typeface="Kanit" panose="00000500000000000000" pitchFamily="2" charset="-34"/>
              </a:rPr>
              <a:t>Monthly</a:t>
            </a:r>
            <a:endParaRPr sz="1100" b="0" dirty="0">
              <a:solidFill>
                <a:srgbClr val="344B48"/>
              </a:solidFill>
              <a:latin typeface="Kanit" panose="00000500000000000000" pitchFamily="2" charset="-34"/>
              <a:cs typeface="Kanit" panose="00000500000000000000" pitchFamily="2" charset="-34"/>
            </a:endParaRPr>
          </a:p>
        </p:txBody>
      </p:sp>
      <p:sp>
        <p:nvSpPr>
          <p:cNvPr id="152" name="header-1">
            <a:extLst>
              <a:ext uri="{FF2B5EF4-FFF2-40B4-BE49-F238E27FC236}">
                <a16:creationId xmlns:a16="http://schemas.microsoft.com/office/drawing/2014/main" id="{DB27ABB9-C335-F9DE-1495-E101CEFA6960}"/>
              </a:ext>
            </a:extLst>
          </p:cNvPr>
          <p:cNvSpPr>
            <a:spLocks noGrp="1"/>
          </p:cNvSpPr>
          <p:nvPr/>
        </p:nvSpPr>
        <p:spPr>
          <a:xfrm>
            <a:off x="10432416" y="1440561"/>
            <a:ext cx="1545437" cy="400050"/>
          </a:xfrm>
          <a:prstGeom prst="rect">
            <a:avLst/>
          </a:prstGeom>
          <a:noFill/>
          <a:ln w="0">
            <a:noFill/>
            <a:prstDash val="solid"/>
          </a:ln>
        </p:spPr>
        <p:txBody>
          <a:bodyPr anchor="ctr"/>
          <a:lstStyle/>
          <a:p>
            <a:pPr algn="ctr">
              <a:defRPr sz="1125" b="1">
                <a:solidFill>
                  <a:srgbClr val="FFFFFF"/>
                </a:solidFill>
              </a:defRPr>
            </a:pPr>
            <a:r>
              <a:rPr lang="en-US" sz="1100" b="1" dirty="0">
                <a:solidFill>
                  <a:srgbClr val="FFFFFF"/>
                </a:solidFill>
                <a:latin typeface="Kanit" panose="00000500000000000000" pitchFamily="2" charset="-34"/>
                <a:cs typeface="Kanit" panose="00000500000000000000" pitchFamily="2" charset="-34"/>
              </a:rPr>
              <a:t>PIC</a:t>
            </a:r>
            <a:endParaRPr sz="1100" b="1" dirty="0">
              <a:solidFill>
                <a:srgbClr val="FFFFFF"/>
              </a:solidFill>
              <a:latin typeface="Kanit" panose="00000500000000000000" pitchFamily="2" charset="-34"/>
              <a:cs typeface="Kanit" panose="00000500000000000000" pitchFamily="2" charset="-34"/>
            </a:endParaRPr>
          </a:p>
        </p:txBody>
      </p:sp>
    </p:spTree>
    <p:extLst>
      <p:ext uri="{BB962C8B-B14F-4D97-AF65-F5344CB8AC3E}">
        <p14:creationId xmlns:p14="http://schemas.microsoft.com/office/powerpoint/2010/main" val="1772041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8D2A0-801A-8522-BFE8-0521D6B28123}"/>
            </a:ext>
          </a:extLst>
        </p:cNvPr>
        <p:cNvGrpSpPr/>
        <p:nvPr/>
      </p:nvGrpSpPr>
      <p:grpSpPr>
        <a:xfrm>
          <a:off x="0" y="0"/>
          <a:ext cx="0" cy="0"/>
          <a:chOff x="0" y="0"/>
          <a:chExt cx="0" cy="0"/>
        </a:xfrm>
      </p:grpSpPr>
      <p:sp>
        <p:nvSpPr>
          <p:cNvPr id="12" name="Freeform 2">
            <a:extLst>
              <a:ext uri="{FF2B5EF4-FFF2-40B4-BE49-F238E27FC236}">
                <a16:creationId xmlns:a16="http://schemas.microsoft.com/office/drawing/2014/main" id="{0E81CBBF-701C-AD30-9403-E41500BE75C6}"/>
              </a:ext>
            </a:extLst>
          </p:cNvPr>
          <p:cNvSpPr/>
          <p:nvPr/>
        </p:nvSpPr>
        <p:spPr>
          <a:xfrm rot="-10800000" flipH="1">
            <a:off x="-1" y="0"/>
            <a:ext cx="4733925" cy="6858000"/>
          </a:xfrm>
          <a:custGeom>
            <a:avLst/>
            <a:gdLst/>
            <a:ahLst/>
            <a:cxnLst/>
            <a:rect l="l" t="t" r="r" b="b"/>
            <a:pathLst>
              <a:path w="18297525" h="10287000">
                <a:moveTo>
                  <a:pt x="18297525" y="0"/>
                </a:moveTo>
                <a:lnTo>
                  <a:pt x="0" y="0"/>
                </a:lnTo>
                <a:lnTo>
                  <a:pt x="0" y="10287000"/>
                </a:lnTo>
                <a:lnTo>
                  <a:pt x="18297525" y="10287000"/>
                </a:lnTo>
                <a:lnTo>
                  <a:pt x="18297525" y="0"/>
                </a:lnTo>
                <a:close/>
              </a:path>
            </a:pathLst>
          </a:custGeom>
          <a:blipFill>
            <a:blip>
              <a:extLst>
                <a:ext uri="{96DAC541-7B7A-43D3-8B79-37D633B846F1}">
                  <asvg:svgBlip xmlns:asvg="http://schemas.microsoft.com/office/drawing/2016/SVG/main" r:embed="rId3"/>
                </a:ext>
              </a:extLst>
            </a:blip>
            <a:stretch>
              <a:fillRect l="-1436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5" name="Straight Connector 14">
            <a:extLst>
              <a:ext uri="{FF2B5EF4-FFF2-40B4-BE49-F238E27FC236}">
                <a16:creationId xmlns:a16="http://schemas.microsoft.com/office/drawing/2014/main" id="{840B978F-E226-5D88-176E-38E07C7BAD64}"/>
              </a:ext>
            </a:extLst>
          </p:cNvPr>
          <p:cNvCxnSpPr>
            <a:cxnSpLocks/>
          </p:cNvCxnSpPr>
          <p:nvPr/>
        </p:nvCxnSpPr>
        <p:spPr>
          <a:xfrm>
            <a:off x="480291" y="2032526"/>
            <a:ext cx="371634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0C8C1F9D-1F5A-92F5-A73B-3830DBDCE1C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C842B0-0CAC-431B-BEE3-6D5F1C6E642D}"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mn-cs"/>
            </a:endParaRPr>
          </a:p>
        </p:txBody>
      </p:sp>
      <p:pic>
        <p:nvPicPr>
          <p:cNvPr id="23" name="Picture 22">
            <a:extLst>
              <a:ext uri="{FF2B5EF4-FFF2-40B4-BE49-F238E27FC236}">
                <a16:creationId xmlns:a16="http://schemas.microsoft.com/office/drawing/2014/main" id="{60F196D3-7D1A-39FE-2328-1F132A42192B}"/>
              </a:ext>
            </a:extLst>
          </p:cNvPr>
          <p:cNvPicPr>
            <a:picLocks noChangeAspect="1"/>
          </p:cNvPicPr>
          <p:nvPr/>
        </p:nvPicPr>
        <p:blipFill>
          <a:blip r:embed="rId4"/>
          <a:stretch>
            <a:fillRect/>
          </a:stretch>
        </p:blipFill>
        <p:spPr>
          <a:xfrm>
            <a:off x="11525254" y="6421431"/>
            <a:ext cx="114937" cy="234962"/>
          </a:xfrm>
          <a:prstGeom prst="rect">
            <a:avLst/>
          </a:prstGeom>
        </p:spPr>
      </p:pic>
      <p:sp>
        <p:nvSpPr>
          <p:cNvPr id="5" name="TextBox 4">
            <a:extLst>
              <a:ext uri="{FF2B5EF4-FFF2-40B4-BE49-F238E27FC236}">
                <a16:creationId xmlns:a16="http://schemas.microsoft.com/office/drawing/2014/main" id="{1572E30D-6C74-529A-FDF4-19DC2CDD9FF8}"/>
              </a:ext>
            </a:extLst>
          </p:cNvPr>
          <p:cNvSpPr txBox="1"/>
          <p:nvPr/>
        </p:nvSpPr>
        <p:spPr>
          <a:xfrm>
            <a:off x="3647995" y="832197"/>
            <a:ext cx="796683"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2</a:t>
            </a:r>
          </a:p>
        </p:txBody>
      </p:sp>
      <p:sp>
        <p:nvSpPr>
          <p:cNvPr id="7" name="TextBox 6">
            <a:extLst>
              <a:ext uri="{FF2B5EF4-FFF2-40B4-BE49-F238E27FC236}">
                <a16:creationId xmlns:a16="http://schemas.microsoft.com/office/drawing/2014/main" id="{66ED3E39-9629-019A-4229-083359D42A1E}"/>
              </a:ext>
            </a:extLst>
          </p:cNvPr>
          <p:cNvSpPr txBox="1"/>
          <p:nvPr/>
        </p:nvSpPr>
        <p:spPr>
          <a:xfrm>
            <a:off x="12701" y="2099092"/>
            <a:ext cx="4304698" cy="120032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PROJECT SCOPE AND APPROACH</a:t>
            </a:r>
          </a:p>
        </p:txBody>
      </p:sp>
      <p:sp>
        <p:nvSpPr>
          <p:cNvPr id="10" name="TextBox 9">
            <a:extLst>
              <a:ext uri="{FF2B5EF4-FFF2-40B4-BE49-F238E27FC236}">
                <a16:creationId xmlns:a16="http://schemas.microsoft.com/office/drawing/2014/main" id="{6C20AE87-2F32-EEC1-64ED-47558AFAE4B6}"/>
              </a:ext>
            </a:extLst>
          </p:cNvPr>
          <p:cNvSpPr txBox="1"/>
          <p:nvPr/>
        </p:nvSpPr>
        <p:spPr>
          <a:xfrm>
            <a:off x="95807" y="3671313"/>
            <a:ext cx="4304699" cy="280076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Detail of topics as following: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3.1 TO-BE SOLUTION &amp; IMPROVEMENT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prstClr val="white"/>
                </a:solidFill>
                <a:latin typeface="Arial" panose="020B0604020202020204" pitchFamily="34" charset="0"/>
              </a:rPr>
              <a:t>3.2  </a:t>
            </a:r>
          </a:p>
          <a:p>
            <a:pPr>
              <a:defRPr/>
            </a:pPr>
            <a:r>
              <a:rPr lang="en-US" sz="1600" dirty="0">
                <a:solidFill>
                  <a:prstClr val="white"/>
                </a:solidFill>
                <a:latin typeface="Arial" panose="020B0604020202020204" pitchFamily="34" charset="0"/>
              </a:rPr>
              <a:t>3.3  </a:t>
            </a:r>
          </a:p>
          <a:p>
            <a:pPr>
              <a:defRPr/>
            </a:pPr>
            <a:r>
              <a:rPr lang="en-US" sz="1600" dirty="0">
                <a:solidFill>
                  <a:prstClr val="white"/>
                </a:solidFill>
                <a:latin typeface="Arial" panose="020B0604020202020204" pitchFamily="34" charset="0"/>
              </a:rPr>
              <a:t>3.4  </a:t>
            </a:r>
          </a:p>
          <a:p>
            <a:pPr>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3.5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3.</a:t>
            </a:r>
            <a:r>
              <a:rPr lang="en-US" sz="1600" dirty="0">
                <a:solidFill>
                  <a:prstClr val="white"/>
                </a:solidFill>
                <a:latin typeface="Arial" panose="020B0604020202020204" pitchFamily="34" charset="0"/>
              </a:rPr>
              <a:t>6</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a:t>
            </a:r>
          </a:p>
          <a:p>
            <a:pPr lvl="0">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3.</a:t>
            </a:r>
            <a:r>
              <a:rPr lang="en-US" sz="1600" dirty="0">
                <a:solidFill>
                  <a:prstClr val="white"/>
                </a:solidFill>
                <a:latin typeface="Arial" panose="020B0604020202020204" pitchFamily="34" charset="0"/>
              </a:rPr>
              <a:t>7</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cxnSp>
        <p:nvCxnSpPr>
          <p:cNvPr id="11" name="Straight Connector 10">
            <a:extLst>
              <a:ext uri="{FF2B5EF4-FFF2-40B4-BE49-F238E27FC236}">
                <a16:creationId xmlns:a16="http://schemas.microsoft.com/office/drawing/2014/main" id="{18634FEA-A329-ABDC-9481-D34F27C39AD0}"/>
              </a:ext>
            </a:extLst>
          </p:cNvPr>
          <p:cNvCxnSpPr>
            <a:cxnSpLocks/>
          </p:cNvCxnSpPr>
          <p:nvPr/>
        </p:nvCxnSpPr>
        <p:spPr>
          <a:xfrm>
            <a:off x="3099355" y="2032526"/>
            <a:ext cx="1097280" cy="0"/>
          </a:xfrm>
          <a:prstGeom prst="line">
            <a:avLst/>
          </a:prstGeom>
          <a:ln w="28575">
            <a:solidFill>
              <a:srgbClr val="009E47"/>
            </a:solidFill>
          </a:ln>
        </p:spPr>
        <p:style>
          <a:lnRef idx="1">
            <a:schemeClr val="accent1"/>
          </a:lnRef>
          <a:fillRef idx="0">
            <a:schemeClr val="accent1"/>
          </a:fillRef>
          <a:effectRef idx="0">
            <a:schemeClr val="accent1"/>
          </a:effectRef>
          <a:fontRef idx="minor">
            <a:schemeClr val="tx1"/>
          </a:fontRef>
        </p:style>
      </p:cxnSp>
      <p:sp>
        <p:nvSpPr>
          <p:cNvPr id="4" name="Slide Number Placeholder 1">
            <a:extLst>
              <a:ext uri="{FF2B5EF4-FFF2-40B4-BE49-F238E27FC236}">
                <a16:creationId xmlns:a16="http://schemas.microsoft.com/office/drawing/2014/main" id="{584F4B04-1F65-DB63-CA88-F9A442149292}"/>
              </a:ext>
            </a:extLst>
          </p:cNvPr>
          <p:cNvSpPr txBox="1">
            <a:spLocks/>
          </p:cNvSpPr>
          <p:nvPr/>
        </p:nvSpPr>
        <p:spPr>
          <a:xfrm>
            <a:off x="10728900" y="6600237"/>
            <a:ext cx="1422400" cy="24341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46">
              <a:defRPr/>
            </a:pPr>
            <a:fld id="{5E5634F8-C5C6-4843-9A92-B93B76582613}" type="slidenum">
              <a:rPr lang="en-US" sz="1333" smtClean="0">
                <a:solidFill>
                  <a:prstClr val="black"/>
                </a:solidFill>
                <a:latin typeface="Poppins" panose="00000500000000000000" pitchFamily="2" charset="0"/>
                <a:cs typeface="Poppins" panose="00000500000000000000" pitchFamily="2" charset="0"/>
              </a:rPr>
              <a:pPr defTabSz="914446">
                <a:defRPr/>
              </a:pPr>
              <a:t>7</a:t>
            </a:fld>
            <a:endParaRPr lang="en-US" sz="1333" dirty="0">
              <a:solidFill>
                <a:prstClr val="black"/>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477445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Rectangle 146">
            <a:extLst>
              <a:ext uri="{FF2B5EF4-FFF2-40B4-BE49-F238E27FC236}">
                <a16:creationId xmlns:a16="http://schemas.microsoft.com/office/drawing/2014/main" id="{943706FC-3526-4C06-A9D9-79C39368B605}"/>
              </a:ext>
            </a:extLst>
          </p:cNvPr>
          <p:cNvSpPr>
            <a:spLocks noGrp="1"/>
          </p:cNvSpPr>
          <p:nvPr/>
        </p:nvSpPr>
        <p:spPr>
          <a:xfrm>
            <a:off x="0" y="0"/>
            <a:ext cx="12192000" cy="76200"/>
          </a:xfrm>
          <a:prstGeom prst="rect">
            <a:avLst/>
          </a:prstGeom>
          <a:solidFill>
            <a:srgbClr val="008F62"/>
          </a:solidFill>
          <a:ln w="0">
            <a:noFill/>
            <a:prstDash val="solid"/>
          </a:ln>
        </p:spPr>
        <p:txBody>
          <a:bodyPr/>
          <a:lstStyle/>
          <a:p>
            <a:endParaRPr lang="en-US"/>
          </a:p>
        </p:txBody>
      </p:sp>
      <p:sp>
        <p:nvSpPr>
          <p:cNvPr id="4" name="Rectangle 3">
            <a:extLst>
              <a:ext uri="{FF2B5EF4-FFF2-40B4-BE49-F238E27FC236}">
                <a16:creationId xmlns:a16="http://schemas.microsoft.com/office/drawing/2014/main" id="{43972838-99EE-4B4C-9732-0BBD12CD2D1D}"/>
              </a:ext>
            </a:extLst>
          </p:cNvPr>
          <p:cNvSpPr>
            <a:spLocks noGrp="1"/>
          </p:cNvSpPr>
          <p:nvPr/>
        </p:nvSpPr>
        <p:spPr>
          <a:xfrm>
            <a:off x="514350" y="981075"/>
            <a:ext cx="10287000" cy="257175"/>
          </a:xfrm>
          <a:prstGeom prst="rect">
            <a:avLst/>
          </a:prstGeom>
          <a:noFill/>
          <a:ln w="0">
            <a:noFill/>
            <a:prstDash val="solid"/>
          </a:ln>
        </p:spPr>
        <p:txBody>
          <a:bodyPr anchor="ctr"/>
          <a:lstStyle/>
          <a:p>
            <a:pPr algn="l">
              <a:defRPr sz="1050" b="0">
                <a:solidFill>
                  <a:srgbClr val="667B77"/>
                </a:solidFill>
              </a:defRPr>
            </a:pPr>
            <a:r>
              <a:rPr sz="1050" b="0" dirty="0" err="1">
                <a:solidFill>
                  <a:srgbClr val="667B77"/>
                </a:solidFill>
                <a:latin typeface="Kanit" panose="00000500000000000000" pitchFamily="2" charset="-34"/>
                <a:cs typeface="Kanit" panose="00000500000000000000" pitchFamily="2" charset="-34"/>
              </a:rPr>
              <a:t>เลือกใช้เครื่องมือให้เหมาะกับลักษณะงาน</a:t>
            </a:r>
            <a:r>
              <a:rPr sz="1050" b="0" dirty="0">
                <a:solidFill>
                  <a:srgbClr val="667B77"/>
                </a:solidFill>
                <a:latin typeface="Kanit" panose="00000500000000000000" pitchFamily="2" charset="-34"/>
                <a:cs typeface="Kanit" panose="00000500000000000000" pitchFamily="2" charset="-34"/>
              </a:rPr>
              <a:t> </a:t>
            </a:r>
            <a:r>
              <a:rPr sz="1050" b="0" dirty="0" err="1">
                <a:solidFill>
                  <a:srgbClr val="667B77"/>
                </a:solidFill>
                <a:latin typeface="Kanit" panose="00000500000000000000" pitchFamily="2" charset="-34"/>
                <a:cs typeface="Kanit" panose="00000500000000000000" pitchFamily="2" charset="-34"/>
              </a:rPr>
              <a:t>เพื่อทำงานซ้ำโดยอัตโนมัติ</a:t>
            </a:r>
            <a:r>
              <a:rPr sz="1050" b="0" dirty="0">
                <a:solidFill>
                  <a:srgbClr val="667B77"/>
                </a:solidFill>
                <a:latin typeface="Kanit" panose="00000500000000000000" pitchFamily="2" charset="-34"/>
                <a:cs typeface="Kanit" panose="00000500000000000000" pitchFamily="2" charset="-34"/>
              </a:rPr>
              <a:t> </a:t>
            </a:r>
            <a:r>
              <a:rPr sz="1050" b="0" dirty="0" err="1">
                <a:solidFill>
                  <a:srgbClr val="667B77"/>
                </a:solidFill>
                <a:latin typeface="Kanit" panose="00000500000000000000" pitchFamily="2" charset="-34"/>
                <a:cs typeface="Kanit" panose="00000500000000000000" pitchFamily="2" charset="-34"/>
              </a:rPr>
              <a:t>ตรวจสอบข้อมูล</a:t>
            </a:r>
            <a:r>
              <a:rPr sz="1050" b="0" dirty="0">
                <a:solidFill>
                  <a:srgbClr val="667B77"/>
                </a:solidFill>
                <a:latin typeface="Kanit" panose="00000500000000000000" pitchFamily="2" charset="-34"/>
                <a:cs typeface="Kanit" panose="00000500000000000000" pitchFamily="2" charset="-34"/>
              </a:rPr>
              <a:t> </a:t>
            </a:r>
            <a:r>
              <a:rPr sz="1050" b="0" dirty="0" err="1">
                <a:solidFill>
                  <a:srgbClr val="667B77"/>
                </a:solidFill>
                <a:latin typeface="Kanit" panose="00000500000000000000" pitchFamily="2" charset="-34"/>
                <a:cs typeface="Kanit" panose="00000500000000000000" pitchFamily="2" charset="-34"/>
              </a:rPr>
              <a:t>และเชื่อมโยงข้อมูลเพื่อการตัดสินใจ</a:t>
            </a:r>
            <a:endParaRPr sz="1050" b="0" dirty="0">
              <a:solidFill>
                <a:srgbClr val="667B77"/>
              </a:solidFill>
              <a:latin typeface="Kanit" panose="00000500000000000000" pitchFamily="2" charset="-34"/>
              <a:cs typeface="Kanit" panose="00000500000000000000" pitchFamily="2" charset="-34"/>
            </a:endParaRPr>
          </a:p>
        </p:txBody>
      </p:sp>
      <p:sp>
        <p:nvSpPr>
          <p:cNvPr id="7" name="Rectangle 6">
            <a:extLst>
              <a:ext uri="{FF2B5EF4-FFF2-40B4-BE49-F238E27FC236}">
                <a16:creationId xmlns:a16="http://schemas.microsoft.com/office/drawing/2014/main" id="{4C538C2D-54F4-4A63-9710-D101AED2E63A}"/>
              </a:ext>
            </a:extLst>
          </p:cNvPr>
          <p:cNvSpPr>
            <a:spLocks noGrp="1"/>
          </p:cNvSpPr>
          <p:nvPr/>
        </p:nvSpPr>
        <p:spPr>
          <a:xfrm>
            <a:off x="514350" y="1333500"/>
            <a:ext cx="400050" cy="409575"/>
          </a:xfrm>
          <a:prstGeom prst="rect">
            <a:avLst/>
          </a:prstGeom>
          <a:solidFill>
            <a:srgbClr val="173F37"/>
          </a:solidFill>
          <a:ln w="9525">
            <a:solidFill>
              <a:srgbClr val="FFFFFF"/>
            </a:solidFill>
            <a:prstDash val="solid"/>
          </a:ln>
        </p:spPr>
        <p:txBody>
          <a:bodyPr/>
          <a:lstStyle/>
          <a:p>
            <a:endParaRPr lang="en-US"/>
          </a:p>
        </p:txBody>
      </p:sp>
      <p:sp>
        <p:nvSpPr>
          <p:cNvPr id="8" name="Rectangle 7">
            <a:extLst>
              <a:ext uri="{FF2B5EF4-FFF2-40B4-BE49-F238E27FC236}">
                <a16:creationId xmlns:a16="http://schemas.microsoft.com/office/drawing/2014/main" id="{6294BD17-7A0C-42D9-BB61-A4FBCB7C63CE}"/>
              </a:ext>
            </a:extLst>
          </p:cNvPr>
          <p:cNvSpPr>
            <a:spLocks noGrp="1"/>
          </p:cNvSpPr>
          <p:nvPr/>
        </p:nvSpPr>
        <p:spPr>
          <a:xfrm>
            <a:off x="590550" y="1409700"/>
            <a:ext cx="247650" cy="257175"/>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a:t>
            </a:r>
          </a:p>
        </p:txBody>
      </p:sp>
      <p:sp>
        <p:nvSpPr>
          <p:cNvPr id="9" name="Rectangle 8">
            <a:extLst>
              <a:ext uri="{FF2B5EF4-FFF2-40B4-BE49-F238E27FC236}">
                <a16:creationId xmlns:a16="http://schemas.microsoft.com/office/drawing/2014/main" id="{7CF6B57D-31D9-42CC-B3F9-DC01B8C398FE}"/>
              </a:ext>
            </a:extLst>
          </p:cNvPr>
          <p:cNvSpPr>
            <a:spLocks noGrp="1"/>
          </p:cNvSpPr>
          <p:nvPr/>
        </p:nvSpPr>
        <p:spPr>
          <a:xfrm>
            <a:off x="914400" y="1333500"/>
            <a:ext cx="2857500" cy="409575"/>
          </a:xfrm>
          <a:prstGeom prst="rect">
            <a:avLst/>
          </a:prstGeom>
          <a:solidFill>
            <a:srgbClr val="173F37"/>
          </a:solidFill>
          <a:ln w="9525">
            <a:solidFill>
              <a:srgbClr val="FFFFFF"/>
            </a:solidFill>
            <a:prstDash val="solid"/>
          </a:ln>
        </p:spPr>
        <p:txBody>
          <a:bodyPr/>
          <a:lstStyle/>
          <a:p>
            <a:endParaRPr lang="en-US"/>
          </a:p>
        </p:txBody>
      </p:sp>
      <p:sp>
        <p:nvSpPr>
          <p:cNvPr id="11" name="Rectangle 10">
            <a:extLst>
              <a:ext uri="{FF2B5EF4-FFF2-40B4-BE49-F238E27FC236}">
                <a16:creationId xmlns:a16="http://schemas.microsoft.com/office/drawing/2014/main" id="{E5496E63-4003-4BAE-BAE4-F1B996FC905B}"/>
              </a:ext>
            </a:extLst>
          </p:cNvPr>
          <p:cNvSpPr>
            <a:spLocks noGrp="1"/>
          </p:cNvSpPr>
          <p:nvPr/>
        </p:nvSpPr>
        <p:spPr>
          <a:xfrm>
            <a:off x="3771900" y="1333500"/>
            <a:ext cx="2078567" cy="409575"/>
          </a:xfrm>
          <a:prstGeom prst="rect">
            <a:avLst/>
          </a:prstGeom>
          <a:solidFill>
            <a:srgbClr val="173F37"/>
          </a:solidFill>
          <a:ln w="9525">
            <a:solidFill>
              <a:srgbClr val="FFFFFF"/>
            </a:solidFill>
            <a:prstDash val="solid"/>
          </a:ln>
        </p:spPr>
        <p:txBody>
          <a:bodyPr/>
          <a:lstStyle/>
          <a:p>
            <a:endParaRPr lang="en-US"/>
          </a:p>
        </p:txBody>
      </p:sp>
      <p:sp>
        <p:nvSpPr>
          <p:cNvPr id="13" name="Rectangle 12">
            <a:extLst>
              <a:ext uri="{FF2B5EF4-FFF2-40B4-BE49-F238E27FC236}">
                <a16:creationId xmlns:a16="http://schemas.microsoft.com/office/drawing/2014/main" id="{D8B120CD-11AF-40F1-AE2C-ECAF564F09A5}"/>
              </a:ext>
            </a:extLst>
          </p:cNvPr>
          <p:cNvSpPr>
            <a:spLocks noGrp="1"/>
          </p:cNvSpPr>
          <p:nvPr/>
        </p:nvSpPr>
        <p:spPr>
          <a:xfrm>
            <a:off x="7560732" y="1333500"/>
            <a:ext cx="4116917" cy="409575"/>
          </a:xfrm>
          <a:prstGeom prst="rect">
            <a:avLst/>
          </a:prstGeom>
          <a:solidFill>
            <a:srgbClr val="173F37"/>
          </a:solidFill>
          <a:ln w="9525">
            <a:solidFill>
              <a:srgbClr val="FFFFFF"/>
            </a:solidFill>
            <a:prstDash val="solid"/>
          </a:ln>
        </p:spPr>
        <p:txBody>
          <a:bodyPr/>
          <a:lstStyle/>
          <a:p>
            <a:endParaRPr lang="en-US" sz="2000"/>
          </a:p>
        </p:txBody>
      </p:sp>
      <p:sp>
        <p:nvSpPr>
          <p:cNvPr id="14" name="Rectangle 13">
            <a:extLst>
              <a:ext uri="{FF2B5EF4-FFF2-40B4-BE49-F238E27FC236}">
                <a16:creationId xmlns:a16="http://schemas.microsoft.com/office/drawing/2014/main" id="{2023F5F0-4797-440D-B950-0419D189FEDE}"/>
              </a:ext>
            </a:extLst>
          </p:cNvPr>
          <p:cNvSpPr>
            <a:spLocks noGrp="1"/>
          </p:cNvSpPr>
          <p:nvPr/>
        </p:nvSpPr>
        <p:spPr>
          <a:xfrm>
            <a:off x="7634820" y="1409700"/>
            <a:ext cx="3966629" cy="285750"/>
          </a:xfrm>
          <a:prstGeom prst="rect">
            <a:avLst/>
          </a:prstGeom>
          <a:noFill/>
          <a:ln w="0">
            <a:noFill/>
            <a:prstDash val="solid"/>
          </a:ln>
        </p:spPr>
        <p:txBody>
          <a:bodyPr anchor="ctr"/>
          <a:lstStyle/>
          <a:p>
            <a:pPr algn="ctr">
              <a:defRPr sz="975" b="1">
                <a:solidFill>
                  <a:srgbClr val="FFFFFF"/>
                </a:solidFill>
              </a:defRPr>
            </a:pPr>
            <a:r>
              <a:rPr lang="en-US" sz="1100" b="1" dirty="0">
                <a:solidFill>
                  <a:srgbClr val="FFFFFF"/>
                </a:solidFill>
                <a:latin typeface="Kanit" panose="00000500000000000000" pitchFamily="2" charset="-34"/>
                <a:cs typeface="Kanit" panose="00000500000000000000" pitchFamily="2" charset="-34"/>
              </a:rPr>
              <a:t>WHY THIS TECHNOLOGY (</a:t>
            </a:r>
            <a:r>
              <a:rPr sz="1100" b="1" dirty="0" err="1">
                <a:solidFill>
                  <a:srgbClr val="FFFFFF"/>
                </a:solidFill>
                <a:latin typeface="Kanit" panose="00000500000000000000" pitchFamily="2" charset="-34"/>
                <a:cs typeface="Kanit" panose="00000500000000000000" pitchFamily="2" charset="-34"/>
              </a:rPr>
              <a:t>เหตุผลที่เลือกใช้เทคโนโลยี</a:t>
            </a:r>
            <a:r>
              <a:rPr lang="en-US" sz="1100" b="1" dirty="0">
                <a:solidFill>
                  <a:srgbClr val="FFFFFF"/>
                </a:solidFill>
                <a:latin typeface="Kanit" panose="00000500000000000000" pitchFamily="2" charset="-34"/>
                <a:cs typeface="Kanit" panose="00000500000000000000" pitchFamily="2" charset="-34"/>
              </a:rPr>
              <a:t>)</a:t>
            </a:r>
            <a:endParaRPr sz="1100" b="1" dirty="0">
              <a:solidFill>
                <a:srgbClr val="FFFFFF"/>
              </a:solidFill>
              <a:latin typeface="Kanit" panose="00000500000000000000" pitchFamily="2" charset="-34"/>
              <a:cs typeface="Kanit" panose="00000500000000000000" pitchFamily="2" charset="-34"/>
            </a:endParaRPr>
          </a:p>
        </p:txBody>
      </p:sp>
      <p:sp>
        <p:nvSpPr>
          <p:cNvPr id="15" name="Rectangle 14">
            <a:extLst>
              <a:ext uri="{FF2B5EF4-FFF2-40B4-BE49-F238E27FC236}">
                <a16:creationId xmlns:a16="http://schemas.microsoft.com/office/drawing/2014/main" id="{E96F2CFA-D749-410A-9ED2-6B8A668D65F7}"/>
              </a:ext>
            </a:extLst>
          </p:cNvPr>
          <p:cNvSpPr>
            <a:spLocks noGrp="1"/>
          </p:cNvSpPr>
          <p:nvPr/>
        </p:nvSpPr>
        <p:spPr>
          <a:xfrm>
            <a:off x="514350" y="1743075"/>
            <a:ext cx="400050"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6" name="Rectangle 15">
            <a:extLst>
              <a:ext uri="{FF2B5EF4-FFF2-40B4-BE49-F238E27FC236}">
                <a16:creationId xmlns:a16="http://schemas.microsoft.com/office/drawing/2014/main" id="{9067EA4E-968B-4139-85D6-6ECF21C82A57}"/>
              </a:ext>
            </a:extLst>
          </p:cNvPr>
          <p:cNvSpPr>
            <a:spLocks noGrp="1"/>
          </p:cNvSpPr>
          <p:nvPr/>
        </p:nvSpPr>
        <p:spPr>
          <a:xfrm>
            <a:off x="914400" y="1743075"/>
            <a:ext cx="2857500"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7" name="Rectangle 16">
            <a:extLst>
              <a:ext uri="{FF2B5EF4-FFF2-40B4-BE49-F238E27FC236}">
                <a16:creationId xmlns:a16="http://schemas.microsoft.com/office/drawing/2014/main" id="{93AB1E73-37C6-4FC4-AC50-5C22B18B7A2C}"/>
              </a:ext>
            </a:extLst>
          </p:cNvPr>
          <p:cNvSpPr>
            <a:spLocks noGrp="1"/>
          </p:cNvSpPr>
          <p:nvPr/>
        </p:nvSpPr>
        <p:spPr>
          <a:xfrm>
            <a:off x="3771900" y="1743075"/>
            <a:ext cx="2078567"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8" name="Rectangle 17">
            <a:extLst>
              <a:ext uri="{FF2B5EF4-FFF2-40B4-BE49-F238E27FC236}">
                <a16:creationId xmlns:a16="http://schemas.microsoft.com/office/drawing/2014/main" id="{D7C3344F-CED4-4AFA-A3BB-4C85352EEFD2}"/>
              </a:ext>
            </a:extLst>
          </p:cNvPr>
          <p:cNvSpPr>
            <a:spLocks noGrp="1"/>
          </p:cNvSpPr>
          <p:nvPr/>
        </p:nvSpPr>
        <p:spPr>
          <a:xfrm>
            <a:off x="7560732" y="1743075"/>
            <a:ext cx="4116917"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9" name="Oval 18">
            <a:extLst>
              <a:ext uri="{FF2B5EF4-FFF2-40B4-BE49-F238E27FC236}">
                <a16:creationId xmlns:a16="http://schemas.microsoft.com/office/drawing/2014/main" id="{9005DB87-3079-41E1-87A1-DFBA86BBD55D}"/>
              </a:ext>
            </a:extLst>
          </p:cNvPr>
          <p:cNvSpPr>
            <a:spLocks noGrp="1"/>
          </p:cNvSpPr>
          <p:nvPr/>
        </p:nvSpPr>
        <p:spPr>
          <a:xfrm>
            <a:off x="600075" y="1885950"/>
            <a:ext cx="228600" cy="228600"/>
          </a:xfrm>
          <a:prstGeom prst="ellipse">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0" name="Rectangle 19">
            <a:extLst>
              <a:ext uri="{FF2B5EF4-FFF2-40B4-BE49-F238E27FC236}">
                <a16:creationId xmlns:a16="http://schemas.microsoft.com/office/drawing/2014/main" id="{2A35C08D-3640-46CB-A3C2-68AAB02C54EB}"/>
              </a:ext>
            </a:extLst>
          </p:cNvPr>
          <p:cNvSpPr>
            <a:spLocks noGrp="1"/>
          </p:cNvSpPr>
          <p:nvPr/>
        </p:nvSpPr>
        <p:spPr>
          <a:xfrm>
            <a:off x="600075" y="1905000"/>
            <a:ext cx="228600" cy="180975"/>
          </a:xfrm>
          <a:prstGeom prst="rect">
            <a:avLst/>
          </a:prstGeom>
          <a:noFill/>
          <a:ln w="0">
            <a:noFill/>
            <a:prstDash val="solid"/>
          </a:ln>
        </p:spPr>
        <p:txBody>
          <a:bodyPr anchor="ctr"/>
          <a:lstStyle/>
          <a:p>
            <a:pPr algn="ctr">
              <a:defRPr sz="900" b="1">
                <a:solidFill>
                  <a:srgbClr val="008F62"/>
                </a:solidFill>
              </a:defRPr>
            </a:pPr>
            <a:r>
              <a:rPr sz="900" b="1">
                <a:solidFill>
                  <a:srgbClr val="008F62"/>
                </a:solidFill>
                <a:latin typeface="Kanit" panose="00000500000000000000" pitchFamily="2" charset="-34"/>
                <a:cs typeface="Kanit" panose="00000500000000000000" pitchFamily="2" charset="-34"/>
              </a:rPr>
              <a:t>1</a:t>
            </a:r>
          </a:p>
        </p:txBody>
      </p:sp>
      <p:sp>
        <p:nvSpPr>
          <p:cNvPr id="21" name="Rectangle 20">
            <a:extLst>
              <a:ext uri="{FF2B5EF4-FFF2-40B4-BE49-F238E27FC236}">
                <a16:creationId xmlns:a16="http://schemas.microsoft.com/office/drawing/2014/main" id="{FAC3008E-B84A-4AE7-92F7-3A30276064EF}"/>
              </a:ext>
            </a:extLst>
          </p:cNvPr>
          <p:cNvSpPr>
            <a:spLocks noGrp="1"/>
          </p:cNvSpPr>
          <p:nvPr/>
        </p:nvSpPr>
        <p:spPr>
          <a:xfrm>
            <a:off x="1028700" y="1800225"/>
            <a:ext cx="2628900" cy="219075"/>
          </a:xfrm>
          <a:prstGeom prst="rect">
            <a:avLst/>
          </a:prstGeom>
          <a:noFill/>
          <a:ln w="0">
            <a:noFill/>
            <a:prstDash val="solid"/>
          </a:ln>
        </p:spPr>
        <p:txBody>
          <a:bodyPr anchor="ctr"/>
          <a:lstStyle/>
          <a:p>
            <a:pPr algn="l">
              <a:defRPr sz="975" b="1">
                <a:solidFill>
                  <a:srgbClr val="173F37"/>
                </a:solidFill>
              </a:defRPr>
            </a:pPr>
            <a:r>
              <a:rPr sz="975" b="1">
                <a:solidFill>
                  <a:srgbClr val="173F37"/>
                </a:solidFill>
                <a:latin typeface="Kanit" panose="00000500000000000000" pitchFamily="2" charset="-34"/>
                <a:cs typeface="Kanit" panose="00000500000000000000" pitchFamily="2" charset="-34"/>
              </a:rPr>
              <a:t>FN – กระทบยอดเงินฝากธนาคาร</a:t>
            </a:r>
          </a:p>
        </p:txBody>
      </p:sp>
      <p:sp>
        <p:nvSpPr>
          <p:cNvPr id="22" name="Rectangle 21">
            <a:extLst>
              <a:ext uri="{FF2B5EF4-FFF2-40B4-BE49-F238E27FC236}">
                <a16:creationId xmlns:a16="http://schemas.microsoft.com/office/drawing/2014/main" id="{36209655-FC80-4FCE-AFA4-97F11873B2AE}"/>
              </a:ext>
            </a:extLst>
          </p:cNvPr>
          <p:cNvSpPr>
            <a:spLocks noGrp="1"/>
          </p:cNvSpPr>
          <p:nvPr/>
        </p:nvSpPr>
        <p:spPr>
          <a:xfrm>
            <a:off x="1028700" y="2019300"/>
            <a:ext cx="2628900" cy="190500"/>
          </a:xfrm>
          <a:prstGeom prst="rect">
            <a:avLst/>
          </a:prstGeom>
          <a:noFill/>
          <a:ln w="0">
            <a:noFill/>
            <a:prstDash val="solid"/>
          </a:ln>
        </p:spPr>
        <p:txBody>
          <a:bodyPr anchor="ctr"/>
          <a:lstStyle/>
          <a:p>
            <a:pPr algn="l">
              <a:defRPr sz="825" b="0">
                <a:solidFill>
                  <a:srgbClr val="667B77"/>
                </a:solidFill>
              </a:defRPr>
            </a:pPr>
            <a:r>
              <a:rPr sz="825" b="0">
                <a:solidFill>
                  <a:srgbClr val="667B77"/>
                </a:solidFill>
                <a:latin typeface="Kanit" panose="00000500000000000000" pitchFamily="2" charset="-34"/>
                <a:cs typeface="Kanit" panose="00000500000000000000" pitchFamily="2" charset="-34"/>
              </a:rPr>
              <a:t>ธนาคาร KBank และ KTB</a:t>
            </a:r>
          </a:p>
        </p:txBody>
      </p:sp>
      <p:sp>
        <p:nvSpPr>
          <p:cNvPr id="23" name="Rectangle: Rounded Corners 22">
            <a:extLst>
              <a:ext uri="{FF2B5EF4-FFF2-40B4-BE49-F238E27FC236}">
                <a16:creationId xmlns:a16="http://schemas.microsoft.com/office/drawing/2014/main" id="{107CF126-58AC-4DAA-B08E-D290CFD76BD4}"/>
              </a:ext>
            </a:extLst>
          </p:cNvPr>
          <p:cNvSpPr>
            <a:spLocks noGrp="1"/>
          </p:cNvSpPr>
          <p:nvPr/>
        </p:nvSpPr>
        <p:spPr>
          <a:xfrm>
            <a:off x="3886200" y="1895475"/>
            <a:ext cx="428625" cy="228600"/>
          </a:xfrm>
          <a:prstGeom prst="roundRect">
            <a:avLst>
              <a:gd name="adj" fmla="val 33333"/>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4" name="Rectangle 23">
            <a:extLst>
              <a:ext uri="{FF2B5EF4-FFF2-40B4-BE49-F238E27FC236}">
                <a16:creationId xmlns:a16="http://schemas.microsoft.com/office/drawing/2014/main" id="{686E5EE6-FF19-4B22-AA5E-E02711E0D371}"/>
              </a:ext>
            </a:extLst>
          </p:cNvPr>
          <p:cNvSpPr>
            <a:spLocks noGrp="1"/>
          </p:cNvSpPr>
          <p:nvPr/>
        </p:nvSpPr>
        <p:spPr>
          <a:xfrm>
            <a:off x="3886200" y="1914525"/>
            <a:ext cx="428625" cy="171450"/>
          </a:xfrm>
          <a:prstGeom prst="rect">
            <a:avLst/>
          </a:prstGeom>
          <a:noFill/>
          <a:ln w="0">
            <a:noFill/>
            <a:prstDash val="solid"/>
          </a:ln>
        </p:spPr>
        <p:txBody>
          <a:bodyPr anchor="ctr"/>
          <a:lstStyle/>
          <a:p>
            <a:pPr algn="ctr">
              <a:defRPr sz="825" b="1">
                <a:solidFill>
                  <a:srgbClr val="008F62"/>
                </a:solidFill>
              </a:defRPr>
            </a:pPr>
            <a:r>
              <a:rPr sz="825" b="1">
                <a:solidFill>
                  <a:srgbClr val="008F62"/>
                </a:solidFill>
                <a:latin typeface="Kanit" panose="00000500000000000000" pitchFamily="2" charset="-34"/>
                <a:cs typeface="Kanit" panose="00000500000000000000" pitchFamily="2" charset="-34"/>
              </a:rPr>
              <a:t>RPA</a:t>
            </a:r>
          </a:p>
        </p:txBody>
      </p:sp>
      <p:sp>
        <p:nvSpPr>
          <p:cNvPr id="28" name="Oval 27">
            <a:extLst>
              <a:ext uri="{FF2B5EF4-FFF2-40B4-BE49-F238E27FC236}">
                <a16:creationId xmlns:a16="http://schemas.microsoft.com/office/drawing/2014/main" id="{3D223DEF-1072-4A2E-A995-469F5229586A}"/>
              </a:ext>
            </a:extLst>
          </p:cNvPr>
          <p:cNvSpPr>
            <a:spLocks noGrp="1"/>
          </p:cNvSpPr>
          <p:nvPr/>
        </p:nvSpPr>
        <p:spPr>
          <a:xfrm>
            <a:off x="7634821" y="1905000"/>
            <a:ext cx="209550" cy="209550"/>
          </a:xfrm>
          <a:prstGeom prst="ellipse">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9" name="Rectangle 28">
            <a:extLst>
              <a:ext uri="{FF2B5EF4-FFF2-40B4-BE49-F238E27FC236}">
                <a16:creationId xmlns:a16="http://schemas.microsoft.com/office/drawing/2014/main" id="{6467B2D8-F6E8-4219-8668-70F928BAA6D5}"/>
              </a:ext>
            </a:extLst>
          </p:cNvPr>
          <p:cNvSpPr>
            <a:spLocks noGrp="1"/>
          </p:cNvSpPr>
          <p:nvPr/>
        </p:nvSpPr>
        <p:spPr>
          <a:xfrm>
            <a:off x="7634821" y="1914525"/>
            <a:ext cx="209550" cy="171450"/>
          </a:xfrm>
          <a:prstGeom prst="rect">
            <a:avLst/>
          </a:prstGeom>
          <a:noFill/>
          <a:ln w="0">
            <a:noFill/>
            <a:prstDash val="solid"/>
          </a:ln>
        </p:spPr>
        <p:txBody>
          <a:bodyPr anchor="ctr"/>
          <a:lstStyle/>
          <a:p>
            <a:pPr algn="ctr">
              <a:defRPr sz="900" b="1">
                <a:solidFill>
                  <a:srgbClr val="008F62"/>
                </a:solidFill>
              </a:defRPr>
            </a:pPr>
            <a:r>
              <a:rPr sz="900" b="1">
                <a:solidFill>
                  <a:srgbClr val="008F62"/>
                </a:solidFill>
                <a:latin typeface="Kanit" panose="00000500000000000000" pitchFamily="2" charset="-34"/>
                <a:cs typeface="Kanit" panose="00000500000000000000" pitchFamily="2" charset="-34"/>
              </a:rPr>
              <a:t>✓</a:t>
            </a:r>
          </a:p>
        </p:txBody>
      </p:sp>
      <p:sp>
        <p:nvSpPr>
          <p:cNvPr id="30" name="Rectangle 29">
            <a:extLst>
              <a:ext uri="{FF2B5EF4-FFF2-40B4-BE49-F238E27FC236}">
                <a16:creationId xmlns:a16="http://schemas.microsoft.com/office/drawing/2014/main" id="{6729354E-B757-4A22-AF1F-A0FD44CB1953}"/>
              </a:ext>
            </a:extLst>
          </p:cNvPr>
          <p:cNvSpPr>
            <a:spLocks noGrp="1"/>
          </p:cNvSpPr>
          <p:nvPr/>
        </p:nvSpPr>
        <p:spPr>
          <a:xfrm>
            <a:off x="7806266" y="1790700"/>
            <a:ext cx="3757083" cy="447675"/>
          </a:xfrm>
          <a:prstGeom prst="rect">
            <a:avLst/>
          </a:prstGeom>
          <a:noFill/>
          <a:ln w="0">
            <a:noFill/>
            <a:prstDash val="solid"/>
          </a:ln>
        </p:spPr>
        <p:txBody>
          <a:bodyPr anchor="ctr"/>
          <a:lstStyle/>
          <a:p>
            <a:pPr algn="l">
              <a:defRPr sz="900" b="0">
                <a:solidFill>
                  <a:srgbClr val="193B36"/>
                </a:solidFill>
              </a:defRPr>
            </a:pPr>
            <a:r>
              <a:rPr sz="1000" b="0" dirty="0">
                <a:solidFill>
                  <a:srgbClr val="193B36"/>
                </a:solidFill>
                <a:latin typeface="Kanit" panose="00000500000000000000" pitchFamily="2" charset="-34"/>
                <a:cs typeface="Kanit" panose="00000500000000000000" pitchFamily="2" charset="-34"/>
              </a:rPr>
              <a:t>RPA </a:t>
            </a:r>
            <a:r>
              <a:rPr sz="1000" b="0" dirty="0" err="1">
                <a:solidFill>
                  <a:srgbClr val="193B36"/>
                </a:solidFill>
                <a:latin typeface="Kanit" panose="00000500000000000000" pitchFamily="2" charset="-34"/>
                <a:cs typeface="Kanit" panose="00000500000000000000" pitchFamily="2" charset="-34"/>
              </a:rPr>
              <a:t>ดาวน์โหลดและนำเข้า</a:t>
            </a:r>
            <a:r>
              <a:rPr sz="1000" b="0" dirty="0">
                <a:solidFill>
                  <a:srgbClr val="193B36"/>
                </a:solidFill>
                <a:latin typeface="Kanit" panose="00000500000000000000" pitchFamily="2" charset="-34"/>
                <a:cs typeface="Kanit" panose="00000500000000000000" pitchFamily="2" charset="-34"/>
              </a:rPr>
              <a:t> Statement </a:t>
            </a:r>
            <a:r>
              <a:rPr sz="1000" b="0" dirty="0" err="1">
                <a:solidFill>
                  <a:srgbClr val="193B36"/>
                </a:solidFill>
                <a:latin typeface="Kanit" panose="00000500000000000000" pitchFamily="2" charset="-34"/>
                <a:cs typeface="Kanit" panose="00000500000000000000" pitchFamily="2" charset="-34"/>
              </a:rPr>
              <a:t>ซึ่งเป็นงานซ้ำได้อย่างสม่ำเสมอ</a:t>
            </a:r>
            <a:r>
              <a:rPr sz="1000" b="0" dirty="0">
                <a:solidFill>
                  <a:srgbClr val="193B36"/>
                </a:solidFill>
                <a:latin typeface="Kanit" panose="00000500000000000000" pitchFamily="2" charset="-34"/>
                <a:cs typeface="Kanit" panose="00000500000000000000" pitchFamily="2" charset="-34"/>
              </a:rPr>
              <a:t> </a:t>
            </a:r>
            <a:r>
              <a:rPr sz="1000" b="0" dirty="0" err="1">
                <a:solidFill>
                  <a:srgbClr val="193B36"/>
                </a:solidFill>
                <a:latin typeface="Kanit" panose="00000500000000000000" pitchFamily="2" charset="-34"/>
                <a:cs typeface="Kanit" panose="00000500000000000000" pitchFamily="2" charset="-34"/>
              </a:rPr>
              <a:t>ส่วน</a:t>
            </a:r>
            <a:r>
              <a:rPr sz="1000" b="0" dirty="0">
                <a:solidFill>
                  <a:srgbClr val="193B36"/>
                </a:solidFill>
                <a:latin typeface="Kanit" panose="00000500000000000000" pitchFamily="2" charset="-34"/>
                <a:cs typeface="Kanit" panose="00000500000000000000" pitchFamily="2" charset="-34"/>
              </a:rPr>
              <a:t> Copilot </a:t>
            </a:r>
            <a:r>
              <a:rPr sz="1000" b="0" dirty="0" err="1">
                <a:solidFill>
                  <a:srgbClr val="193B36"/>
                </a:solidFill>
                <a:latin typeface="Kanit" panose="00000500000000000000" pitchFamily="2" charset="-34"/>
                <a:cs typeface="Kanit" panose="00000500000000000000" pitchFamily="2" charset="-34"/>
              </a:rPr>
              <a:t>ช่วยวิเคราะห์ผลการจับคู่และรายการผิดปกติ</a:t>
            </a:r>
            <a:endParaRPr sz="1000" b="0" dirty="0">
              <a:solidFill>
                <a:srgbClr val="193B36"/>
              </a:solidFill>
              <a:latin typeface="Kanit" panose="00000500000000000000" pitchFamily="2" charset="-34"/>
              <a:cs typeface="Kanit" panose="00000500000000000000" pitchFamily="2" charset="-34"/>
            </a:endParaRPr>
          </a:p>
        </p:txBody>
      </p:sp>
      <p:sp>
        <p:nvSpPr>
          <p:cNvPr id="31" name="Rectangle 30">
            <a:extLst>
              <a:ext uri="{FF2B5EF4-FFF2-40B4-BE49-F238E27FC236}">
                <a16:creationId xmlns:a16="http://schemas.microsoft.com/office/drawing/2014/main" id="{6DB7A751-6952-4233-A0E9-831CE4A57CB2}"/>
              </a:ext>
            </a:extLst>
          </p:cNvPr>
          <p:cNvSpPr>
            <a:spLocks noGrp="1"/>
          </p:cNvSpPr>
          <p:nvPr/>
        </p:nvSpPr>
        <p:spPr>
          <a:xfrm>
            <a:off x="514350" y="2286000"/>
            <a:ext cx="400050"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32" name="Rectangle 31">
            <a:extLst>
              <a:ext uri="{FF2B5EF4-FFF2-40B4-BE49-F238E27FC236}">
                <a16:creationId xmlns:a16="http://schemas.microsoft.com/office/drawing/2014/main" id="{97878567-6538-4A4C-85B3-4BAB78B5BEFA}"/>
              </a:ext>
            </a:extLst>
          </p:cNvPr>
          <p:cNvSpPr>
            <a:spLocks noGrp="1"/>
          </p:cNvSpPr>
          <p:nvPr/>
        </p:nvSpPr>
        <p:spPr>
          <a:xfrm>
            <a:off x="914400" y="2286000"/>
            <a:ext cx="2857500"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33" name="Rectangle 32">
            <a:extLst>
              <a:ext uri="{FF2B5EF4-FFF2-40B4-BE49-F238E27FC236}">
                <a16:creationId xmlns:a16="http://schemas.microsoft.com/office/drawing/2014/main" id="{302E4B7E-92CC-46B0-9876-DE7C781ED9AE}"/>
              </a:ext>
            </a:extLst>
          </p:cNvPr>
          <p:cNvSpPr>
            <a:spLocks noGrp="1"/>
          </p:cNvSpPr>
          <p:nvPr/>
        </p:nvSpPr>
        <p:spPr>
          <a:xfrm>
            <a:off x="3771900" y="2286000"/>
            <a:ext cx="2078567"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34" name="Rectangle 33">
            <a:extLst>
              <a:ext uri="{FF2B5EF4-FFF2-40B4-BE49-F238E27FC236}">
                <a16:creationId xmlns:a16="http://schemas.microsoft.com/office/drawing/2014/main" id="{3BC0300A-FA02-4999-BA30-5214A88A54C4}"/>
              </a:ext>
            </a:extLst>
          </p:cNvPr>
          <p:cNvSpPr>
            <a:spLocks noGrp="1"/>
          </p:cNvSpPr>
          <p:nvPr/>
        </p:nvSpPr>
        <p:spPr>
          <a:xfrm>
            <a:off x="7560732" y="2286000"/>
            <a:ext cx="4116917"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35" name="Oval 34">
            <a:extLst>
              <a:ext uri="{FF2B5EF4-FFF2-40B4-BE49-F238E27FC236}">
                <a16:creationId xmlns:a16="http://schemas.microsoft.com/office/drawing/2014/main" id="{02BDD019-36D3-4F20-ABE8-E231713C6BE9}"/>
              </a:ext>
            </a:extLst>
          </p:cNvPr>
          <p:cNvSpPr>
            <a:spLocks noGrp="1"/>
          </p:cNvSpPr>
          <p:nvPr/>
        </p:nvSpPr>
        <p:spPr>
          <a:xfrm>
            <a:off x="600075" y="2428875"/>
            <a:ext cx="228600" cy="228600"/>
          </a:xfrm>
          <a:prstGeom prst="ellipse">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6" name="Rectangle 35">
            <a:extLst>
              <a:ext uri="{FF2B5EF4-FFF2-40B4-BE49-F238E27FC236}">
                <a16:creationId xmlns:a16="http://schemas.microsoft.com/office/drawing/2014/main" id="{ACE45B75-BD65-4BDE-A982-557F1BEF36AD}"/>
              </a:ext>
            </a:extLst>
          </p:cNvPr>
          <p:cNvSpPr>
            <a:spLocks noGrp="1"/>
          </p:cNvSpPr>
          <p:nvPr/>
        </p:nvSpPr>
        <p:spPr>
          <a:xfrm>
            <a:off x="600075" y="2447925"/>
            <a:ext cx="228600" cy="180975"/>
          </a:xfrm>
          <a:prstGeom prst="rect">
            <a:avLst/>
          </a:prstGeom>
          <a:noFill/>
          <a:ln w="0">
            <a:noFill/>
            <a:prstDash val="solid"/>
          </a:ln>
        </p:spPr>
        <p:txBody>
          <a:bodyPr anchor="ctr"/>
          <a:lstStyle/>
          <a:p>
            <a:pPr algn="ctr">
              <a:defRPr sz="900" b="1">
                <a:solidFill>
                  <a:srgbClr val="008F62"/>
                </a:solidFill>
              </a:defRPr>
            </a:pPr>
            <a:r>
              <a:rPr sz="900" b="1">
                <a:solidFill>
                  <a:srgbClr val="008F62"/>
                </a:solidFill>
                <a:latin typeface="Kanit" panose="00000500000000000000" pitchFamily="2" charset="-34"/>
                <a:cs typeface="Kanit" panose="00000500000000000000" pitchFamily="2" charset="-34"/>
              </a:rPr>
              <a:t>2</a:t>
            </a:r>
          </a:p>
        </p:txBody>
      </p:sp>
      <p:sp>
        <p:nvSpPr>
          <p:cNvPr id="37" name="Rectangle 36">
            <a:extLst>
              <a:ext uri="{FF2B5EF4-FFF2-40B4-BE49-F238E27FC236}">
                <a16:creationId xmlns:a16="http://schemas.microsoft.com/office/drawing/2014/main" id="{CD1A9B9E-79F3-4416-AF64-0BBA1FF17116}"/>
              </a:ext>
            </a:extLst>
          </p:cNvPr>
          <p:cNvSpPr>
            <a:spLocks noGrp="1"/>
          </p:cNvSpPr>
          <p:nvPr/>
        </p:nvSpPr>
        <p:spPr>
          <a:xfrm>
            <a:off x="1028700" y="2343150"/>
            <a:ext cx="2628900" cy="219075"/>
          </a:xfrm>
          <a:prstGeom prst="rect">
            <a:avLst/>
          </a:prstGeom>
          <a:noFill/>
          <a:ln w="0">
            <a:noFill/>
            <a:prstDash val="solid"/>
          </a:ln>
        </p:spPr>
        <p:txBody>
          <a:bodyPr anchor="ctr"/>
          <a:lstStyle/>
          <a:p>
            <a:pPr algn="l">
              <a:defRPr sz="975" b="1">
                <a:solidFill>
                  <a:srgbClr val="173F37"/>
                </a:solidFill>
              </a:defRPr>
            </a:pPr>
            <a:r>
              <a:rPr sz="975" b="1">
                <a:solidFill>
                  <a:srgbClr val="173F37"/>
                </a:solidFill>
                <a:latin typeface="Kanit" panose="00000500000000000000" pitchFamily="2" charset="-34"/>
                <a:cs typeface="Kanit" panose="00000500000000000000" pitchFamily="2" charset="-34"/>
              </a:rPr>
              <a:t>AP – รายการระหว่างบริษัท</a:t>
            </a:r>
          </a:p>
        </p:txBody>
      </p:sp>
      <p:sp>
        <p:nvSpPr>
          <p:cNvPr id="38" name="Rectangle 37">
            <a:extLst>
              <a:ext uri="{FF2B5EF4-FFF2-40B4-BE49-F238E27FC236}">
                <a16:creationId xmlns:a16="http://schemas.microsoft.com/office/drawing/2014/main" id="{C5A96CB3-43F0-493C-A3D9-5ADC5C6DEBB3}"/>
              </a:ext>
            </a:extLst>
          </p:cNvPr>
          <p:cNvSpPr>
            <a:spLocks noGrp="1"/>
          </p:cNvSpPr>
          <p:nvPr/>
        </p:nvSpPr>
        <p:spPr>
          <a:xfrm>
            <a:off x="1028700" y="2562225"/>
            <a:ext cx="2628900" cy="190500"/>
          </a:xfrm>
          <a:prstGeom prst="rect">
            <a:avLst/>
          </a:prstGeom>
          <a:noFill/>
          <a:ln w="0">
            <a:noFill/>
            <a:prstDash val="solid"/>
          </a:ln>
        </p:spPr>
        <p:txBody>
          <a:bodyPr anchor="ctr"/>
          <a:lstStyle/>
          <a:p>
            <a:pPr algn="l">
              <a:defRPr sz="825" b="0">
                <a:solidFill>
                  <a:srgbClr val="667B77"/>
                </a:solidFill>
              </a:defRPr>
            </a:pPr>
            <a:r>
              <a:rPr sz="825" b="0">
                <a:solidFill>
                  <a:srgbClr val="667B77"/>
                </a:solidFill>
                <a:latin typeface="Kanit" panose="00000500000000000000" pitchFamily="2" charset="-34"/>
                <a:cs typeface="Kanit" panose="00000500000000000000" pitchFamily="2" charset="-34"/>
              </a:rPr>
              <a:t>เปิดบิล AR → บันทึก AP</a:t>
            </a:r>
          </a:p>
        </p:txBody>
      </p:sp>
      <p:sp>
        <p:nvSpPr>
          <p:cNvPr id="39" name="Rectangle: Rounded Corners 38">
            <a:extLst>
              <a:ext uri="{FF2B5EF4-FFF2-40B4-BE49-F238E27FC236}">
                <a16:creationId xmlns:a16="http://schemas.microsoft.com/office/drawing/2014/main" id="{9934A375-BC5E-40AA-93C1-DF5452C563BE}"/>
              </a:ext>
            </a:extLst>
          </p:cNvPr>
          <p:cNvSpPr>
            <a:spLocks noGrp="1"/>
          </p:cNvSpPr>
          <p:nvPr/>
        </p:nvSpPr>
        <p:spPr>
          <a:xfrm>
            <a:off x="3886200" y="2438400"/>
            <a:ext cx="428625" cy="228600"/>
          </a:xfrm>
          <a:prstGeom prst="roundRect">
            <a:avLst>
              <a:gd name="adj" fmla="val 33333"/>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40" name="Rectangle 39">
            <a:extLst>
              <a:ext uri="{FF2B5EF4-FFF2-40B4-BE49-F238E27FC236}">
                <a16:creationId xmlns:a16="http://schemas.microsoft.com/office/drawing/2014/main" id="{64DA447E-BE05-436F-BC8B-D5E62878C69D}"/>
              </a:ext>
            </a:extLst>
          </p:cNvPr>
          <p:cNvSpPr>
            <a:spLocks noGrp="1"/>
          </p:cNvSpPr>
          <p:nvPr/>
        </p:nvSpPr>
        <p:spPr>
          <a:xfrm>
            <a:off x="3886200" y="2457450"/>
            <a:ext cx="428625" cy="171450"/>
          </a:xfrm>
          <a:prstGeom prst="rect">
            <a:avLst/>
          </a:prstGeom>
          <a:noFill/>
          <a:ln w="0">
            <a:noFill/>
            <a:prstDash val="solid"/>
          </a:ln>
        </p:spPr>
        <p:txBody>
          <a:bodyPr anchor="ctr"/>
          <a:lstStyle/>
          <a:p>
            <a:pPr algn="ctr">
              <a:defRPr sz="825" b="1">
                <a:solidFill>
                  <a:srgbClr val="008F62"/>
                </a:solidFill>
              </a:defRPr>
            </a:pPr>
            <a:r>
              <a:rPr sz="825" b="1" dirty="0">
                <a:solidFill>
                  <a:srgbClr val="008F62"/>
                </a:solidFill>
                <a:latin typeface="Kanit" panose="00000500000000000000" pitchFamily="2" charset="-34"/>
                <a:cs typeface="Kanit" panose="00000500000000000000" pitchFamily="2" charset="-34"/>
              </a:rPr>
              <a:t>RPA</a:t>
            </a:r>
          </a:p>
        </p:txBody>
      </p:sp>
      <p:sp>
        <p:nvSpPr>
          <p:cNvPr id="44" name="Oval 43">
            <a:extLst>
              <a:ext uri="{FF2B5EF4-FFF2-40B4-BE49-F238E27FC236}">
                <a16:creationId xmlns:a16="http://schemas.microsoft.com/office/drawing/2014/main" id="{F8397EEE-774F-4E64-9A60-524FE3913C49}"/>
              </a:ext>
            </a:extLst>
          </p:cNvPr>
          <p:cNvSpPr>
            <a:spLocks noGrp="1"/>
          </p:cNvSpPr>
          <p:nvPr/>
        </p:nvSpPr>
        <p:spPr>
          <a:xfrm>
            <a:off x="7634821" y="2447925"/>
            <a:ext cx="209550" cy="209550"/>
          </a:xfrm>
          <a:prstGeom prst="ellipse">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45" name="Rectangle 44">
            <a:extLst>
              <a:ext uri="{FF2B5EF4-FFF2-40B4-BE49-F238E27FC236}">
                <a16:creationId xmlns:a16="http://schemas.microsoft.com/office/drawing/2014/main" id="{790FE026-52AC-487A-8092-C5259682E855}"/>
              </a:ext>
            </a:extLst>
          </p:cNvPr>
          <p:cNvSpPr>
            <a:spLocks noGrp="1"/>
          </p:cNvSpPr>
          <p:nvPr/>
        </p:nvSpPr>
        <p:spPr>
          <a:xfrm>
            <a:off x="7634821" y="2457450"/>
            <a:ext cx="209550" cy="171450"/>
          </a:xfrm>
          <a:prstGeom prst="rect">
            <a:avLst/>
          </a:prstGeom>
          <a:noFill/>
          <a:ln w="0">
            <a:noFill/>
            <a:prstDash val="solid"/>
          </a:ln>
        </p:spPr>
        <p:txBody>
          <a:bodyPr anchor="ctr"/>
          <a:lstStyle/>
          <a:p>
            <a:pPr algn="ctr">
              <a:defRPr sz="900" b="1">
                <a:solidFill>
                  <a:srgbClr val="008F62"/>
                </a:solidFill>
              </a:defRPr>
            </a:pPr>
            <a:r>
              <a:rPr sz="900" b="1">
                <a:solidFill>
                  <a:srgbClr val="008F62"/>
                </a:solidFill>
                <a:latin typeface="Kanit" panose="00000500000000000000" pitchFamily="2" charset="-34"/>
                <a:cs typeface="Kanit" panose="00000500000000000000" pitchFamily="2" charset="-34"/>
              </a:rPr>
              <a:t>✓</a:t>
            </a:r>
          </a:p>
        </p:txBody>
      </p:sp>
      <p:sp>
        <p:nvSpPr>
          <p:cNvPr id="46" name="Rectangle 45">
            <a:extLst>
              <a:ext uri="{FF2B5EF4-FFF2-40B4-BE49-F238E27FC236}">
                <a16:creationId xmlns:a16="http://schemas.microsoft.com/office/drawing/2014/main" id="{88EC7244-DCB1-4BBC-A91D-6952AF63A361}"/>
              </a:ext>
            </a:extLst>
          </p:cNvPr>
          <p:cNvSpPr>
            <a:spLocks noGrp="1"/>
          </p:cNvSpPr>
          <p:nvPr/>
        </p:nvSpPr>
        <p:spPr>
          <a:xfrm>
            <a:off x="7806267" y="2333625"/>
            <a:ext cx="3795182" cy="447675"/>
          </a:xfrm>
          <a:prstGeom prst="rect">
            <a:avLst/>
          </a:prstGeom>
          <a:noFill/>
          <a:ln w="0">
            <a:noFill/>
            <a:prstDash val="solid"/>
          </a:ln>
        </p:spPr>
        <p:txBody>
          <a:bodyPr anchor="ctr"/>
          <a:lstStyle/>
          <a:p>
            <a:pPr algn="l">
              <a:defRPr sz="900" b="0">
                <a:solidFill>
                  <a:srgbClr val="193B36"/>
                </a:solidFill>
              </a:defRPr>
            </a:pPr>
            <a:r>
              <a:rPr lang="en-US" sz="1000" dirty="0">
                <a:solidFill>
                  <a:srgbClr val="193B36"/>
                </a:solidFill>
                <a:latin typeface="Kanit" panose="00000500000000000000" pitchFamily="2" charset="-34"/>
                <a:cs typeface="Kanit" panose="00000500000000000000" pitchFamily="2" charset="-34"/>
              </a:rPr>
              <a:t>BC </a:t>
            </a:r>
            <a:r>
              <a:rPr lang="th-TH" sz="1000" dirty="0">
                <a:solidFill>
                  <a:srgbClr val="193B36"/>
                </a:solidFill>
                <a:latin typeface="Kanit" panose="00000500000000000000" pitchFamily="2" charset="-34"/>
                <a:cs typeface="Kanit" panose="00000500000000000000" pitchFamily="2" charset="-34"/>
              </a:rPr>
              <a:t>มี </a:t>
            </a:r>
            <a:r>
              <a:rPr lang="en-US" sz="1000" dirty="0">
                <a:solidFill>
                  <a:srgbClr val="193B36"/>
                </a:solidFill>
                <a:latin typeface="Kanit" panose="00000500000000000000" pitchFamily="2" charset="-34"/>
                <a:cs typeface="Kanit" panose="00000500000000000000" pitchFamily="2" charset="-34"/>
              </a:rPr>
              <a:t>Standard Intercompany </a:t>
            </a:r>
            <a:r>
              <a:rPr sz="1000" b="0" dirty="0" err="1">
                <a:solidFill>
                  <a:srgbClr val="193B36"/>
                </a:solidFill>
                <a:latin typeface="Kanit" panose="00000500000000000000" pitchFamily="2" charset="-34"/>
                <a:cs typeface="Kanit" panose="00000500000000000000" pitchFamily="2" charset="-34"/>
              </a:rPr>
              <a:t>ผังบัญชีและกฎการจับคู่มีรูปแบบชัดเจน</a:t>
            </a:r>
            <a:r>
              <a:rPr sz="1000" b="0" dirty="0">
                <a:solidFill>
                  <a:srgbClr val="193B36"/>
                </a:solidFill>
                <a:latin typeface="Kanit" panose="00000500000000000000" pitchFamily="2" charset="-34"/>
                <a:cs typeface="Kanit" panose="00000500000000000000" pitchFamily="2" charset="-34"/>
              </a:rPr>
              <a:t> </a:t>
            </a:r>
            <a:r>
              <a:rPr sz="1000" b="0" dirty="0" err="1">
                <a:solidFill>
                  <a:srgbClr val="193B36"/>
                </a:solidFill>
                <a:latin typeface="Kanit" panose="00000500000000000000" pitchFamily="2" charset="-34"/>
                <a:cs typeface="Kanit" panose="00000500000000000000" pitchFamily="2" charset="-34"/>
              </a:rPr>
              <a:t>จึงสร้างรายการข้ามบริษัทอัตโนมัติ</a:t>
            </a:r>
            <a:r>
              <a:rPr sz="1000" b="0" dirty="0">
                <a:solidFill>
                  <a:srgbClr val="193B36"/>
                </a:solidFill>
                <a:latin typeface="Kanit" panose="00000500000000000000" pitchFamily="2" charset="-34"/>
                <a:cs typeface="Kanit" panose="00000500000000000000" pitchFamily="2" charset="-34"/>
              </a:rPr>
              <a:t> </a:t>
            </a:r>
            <a:r>
              <a:rPr sz="1000" b="0" dirty="0" err="1">
                <a:solidFill>
                  <a:srgbClr val="193B36"/>
                </a:solidFill>
                <a:latin typeface="Kanit" panose="00000500000000000000" pitchFamily="2" charset="-34"/>
                <a:cs typeface="Kanit" panose="00000500000000000000" pitchFamily="2" charset="-34"/>
              </a:rPr>
              <a:t>ลดการคีย์ซ้ำและความคลาดเคลื่อน</a:t>
            </a:r>
            <a:endParaRPr sz="1000" b="0" dirty="0">
              <a:solidFill>
                <a:srgbClr val="193B36"/>
              </a:solidFill>
              <a:latin typeface="Kanit" panose="00000500000000000000" pitchFamily="2" charset="-34"/>
              <a:cs typeface="Kanit" panose="00000500000000000000" pitchFamily="2" charset="-34"/>
            </a:endParaRPr>
          </a:p>
        </p:txBody>
      </p:sp>
      <p:sp>
        <p:nvSpPr>
          <p:cNvPr id="47" name="Rectangle 46">
            <a:extLst>
              <a:ext uri="{FF2B5EF4-FFF2-40B4-BE49-F238E27FC236}">
                <a16:creationId xmlns:a16="http://schemas.microsoft.com/office/drawing/2014/main" id="{F59D6509-9EF8-4172-9399-B6EC53D2341C}"/>
              </a:ext>
            </a:extLst>
          </p:cNvPr>
          <p:cNvSpPr>
            <a:spLocks noGrp="1"/>
          </p:cNvSpPr>
          <p:nvPr/>
        </p:nvSpPr>
        <p:spPr>
          <a:xfrm>
            <a:off x="514350" y="2828925"/>
            <a:ext cx="400050"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48" name="Rectangle 47">
            <a:extLst>
              <a:ext uri="{FF2B5EF4-FFF2-40B4-BE49-F238E27FC236}">
                <a16:creationId xmlns:a16="http://schemas.microsoft.com/office/drawing/2014/main" id="{3E281C33-A7ED-41CE-9A47-C40565B5217E}"/>
              </a:ext>
            </a:extLst>
          </p:cNvPr>
          <p:cNvSpPr>
            <a:spLocks noGrp="1"/>
          </p:cNvSpPr>
          <p:nvPr/>
        </p:nvSpPr>
        <p:spPr>
          <a:xfrm>
            <a:off x="914400" y="2828925"/>
            <a:ext cx="2857500"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49" name="Rectangle 48">
            <a:extLst>
              <a:ext uri="{FF2B5EF4-FFF2-40B4-BE49-F238E27FC236}">
                <a16:creationId xmlns:a16="http://schemas.microsoft.com/office/drawing/2014/main" id="{30C67173-A979-478E-84ED-92B36C181E21}"/>
              </a:ext>
            </a:extLst>
          </p:cNvPr>
          <p:cNvSpPr>
            <a:spLocks noGrp="1"/>
          </p:cNvSpPr>
          <p:nvPr/>
        </p:nvSpPr>
        <p:spPr>
          <a:xfrm>
            <a:off x="3771900" y="2828925"/>
            <a:ext cx="2078567"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50" name="Rectangle 49">
            <a:extLst>
              <a:ext uri="{FF2B5EF4-FFF2-40B4-BE49-F238E27FC236}">
                <a16:creationId xmlns:a16="http://schemas.microsoft.com/office/drawing/2014/main" id="{E0D0DF00-4F0B-4D36-8F13-45DB2BA727B9}"/>
              </a:ext>
            </a:extLst>
          </p:cNvPr>
          <p:cNvSpPr>
            <a:spLocks noGrp="1"/>
          </p:cNvSpPr>
          <p:nvPr/>
        </p:nvSpPr>
        <p:spPr>
          <a:xfrm>
            <a:off x="7560732" y="2828925"/>
            <a:ext cx="4116917"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51" name="Oval 50">
            <a:extLst>
              <a:ext uri="{FF2B5EF4-FFF2-40B4-BE49-F238E27FC236}">
                <a16:creationId xmlns:a16="http://schemas.microsoft.com/office/drawing/2014/main" id="{8060C7DB-3119-492F-BEF8-4BC7C46B8D72}"/>
              </a:ext>
            </a:extLst>
          </p:cNvPr>
          <p:cNvSpPr>
            <a:spLocks noGrp="1"/>
          </p:cNvSpPr>
          <p:nvPr/>
        </p:nvSpPr>
        <p:spPr>
          <a:xfrm>
            <a:off x="600075" y="2971800"/>
            <a:ext cx="228600" cy="228600"/>
          </a:xfrm>
          <a:prstGeom prst="ellipse">
            <a:avLst/>
          </a:prstGeom>
          <a:solidFill>
            <a:srgbClr val="EAF2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2" name="Rectangle 51">
            <a:extLst>
              <a:ext uri="{FF2B5EF4-FFF2-40B4-BE49-F238E27FC236}">
                <a16:creationId xmlns:a16="http://schemas.microsoft.com/office/drawing/2014/main" id="{E8C6DD4F-5B21-488F-A307-3C029DBB7411}"/>
              </a:ext>
            </a:extLst>
          </p:cNvPr>
          <p:cNvSpPr>
            <a:spLocks noGrp="1"/>
          </p:cNvSpPr>
          <p:nvPr/>
        </p:nvSpPr>
        <p:spPr>
          <a:xfrm>
            <a:off x="600075" y="2990850"/>
            <a:ext cx="228600" cy="180975"/>
          </a:xfrm>
          <a:prstGeom prst="rect">
            <a:avLst/>
          </a:prstGeom>
          <a:noFill/>
          <a:ln w="0">
            <a:noFill/>
            <a:prstDash val="solid"/>
          </a:ln>
        </p:spPr>
        <p:txBody>
          <a:bodyPr anchor="ctr"/>
          <a:lstStyle/>
          <a:p>
            <a:pPr algn="ctr">
              <a:defRPr sz="900" b="1">
                <a:solidFill>
                  <a:srgbClr val="13758A"/>
                </a:solidFill>
              </a:defRPr>
            </a:pPr>
            <a:r>
              <a:rPr sz="900" b="1">
                <a:solidFill>
                  <a:srgbClr val="13758A"/>
                </a:solidFill>
                <a:latin typeface="Kanit" panose="00000500000000000000" pitchFamily="2" charset="-34"/>
                <a:cs typeface="Kanit" panose="00000500000000000000" pitchFamily="2" charset="-34"/>
              </a:rPr>
              <a:t>3</a:t>
            </a:r>
          </a:p>
        </p:txBody>
      </p:sp>
      <p:sp>
        <p:nvSpPr>
          <p:cNvPr id="53" name="Rectangle 52">
            <a:extLst>
              <a:ext uri="{FF2B5EF4-FFF2-40B4-BE49-F238E27FC236}">
                <a16:creationId xmlns:a16="http://schemas.microsoft.com/office/drawing/2014/main" id="{B319AD7F-6478-4CF1-A1EA-082F78C71128}"/>
              </a:ext>
            </a:extLst>
          </p:cNvPr>
          <p:cNvSpPr>
            <a:spLocks noGrp="1"/>
          </p:cNvSpPr>
          <p:nvPr/>
        </p:nvSpPr>
        <p:spPr>
          <a:xfrm>
            <a:off x="1028700" y="2886075"/>
            <a:ext cx="2628900" cy="219075"/>
          </a:xfrm>
          <a:prstGeom prst="rect">
            <a:avLst/>
          </a:prstGeom>
          <a:noFill/>
          <a:ln w="0">
            <a:noFill/>
            <a:prstDash val="solid"/>
          </a:ln>
        </p:spPr>
        <p:txBody>
          <a:bodyPr anchor="ctr"/>
          <a:lstStyle/>
          <a:p>
            <a:pPr algn="l">
              <a:defRPr sz="975" b="1">
                <a:solidFill>
                  <a:srgbClr val="173F37"/>
                </a:solidFill>
              </a:defRPr>
            </a:pPr>
            <a:r>
              <a:rPr sz="975" b="1">
                <a:solidFill>
                  <a:srgbClr val="173F37"/>
                </a:solidFill>
                <a:latin typeface="Kanit" panose="00000500000000000000" pitchFamily="2" charset="-34"/>
                <a:cs typeface="Kanit" panose="00000500000000000000" pitchFamily="2" charset="-34"/>
              </a:rPr>
              <a:t>AP – ประมวลผลใบแจ้งหนี้</a:t>
            </a:r>
          </a:p>
        </p:txBody>
      </p:sp>
      <p:sp>
        <p:nvSpPr>
          <p:cNvPr id="54" name="Rectangle 53">
            <a:extLst>
              <a:ext uri="{FF2B5EF4-FFF2-40B4-BE49-F238E27FC236}">
                <a16:creationId xmlns:a16="http://schemas.microsoft.com/office/drawing/2014/main" id="{C186F13B-AFF4-403D-8F1F-6C1027910C33}"/>
              </a:ext>
            </a:extLst>
          </p:cNvPr>
          <p:cNvSpPr>
            <a:spLocks noGrp="1"/>
          </p:cNvSpPr>
          <p:nvPr/>
        </p:nvSpPr>
        <p:spPr>
          <a:xfrm>
            <a:off x="1028700" y="3105150"/>
            <a:ext cx="2628900" cy="190500"/>
          </a:xfrm>
          <a:prstGeom prst="rect">
            <a:avLst/>
          </a:prstGeom>
          <a:noFill/>
          <a:ln w="0">
            <a:noFill/>
            <a:prstDash val="solid"/>
          </a:ln>
        </p:spPr>
        <p:txBody>
          <a:bodyPr anchor="ctr"/>
          <a:lstStyle/>
          <a:p>
            <a:pPr algn="l">
              <a:defRPr sz="825" b="0">
                <a:solidFill>
                  <a:srgbClr val="667B77"/>
                </a:solidFill>
              </a:defRPr>
            </a:pPr>
            <a:r>
              <a:rPr sz="825" b="0">
                <a:solidFill>
                  <a:srgbClr val="667B77"/>
                </a:solidFill>
                <a:latin typeface="Kanit" panose="00000500000000000000" pitchFamily="2" charset="-34"/>
                <a:cs typeface="Kanit" panose="00000500000000000000" pitchFamily="2" charset="-34"/>
              </a:rPr>
              <a:t>Invoice → Dynamics 365</a:t>
            </a:r>
          </a:p>
        </p:txBody>
      </p:sp>
      <p:sp>
        <p:nvSpPr>
          <p:cNvPr id="55" name="Rectangle: Rounded Corners 54">
            <a:extLst>
              <a:ext uri="{FF2B5EF4-FFF2-40B4-BE49-F238E27FC236}">
                <a16:creationId xmlns:a16="http://schemas.microsoft.com/office/drawing/2014/main" id="{AB7075DC-0E8E-487B-ACF6-14498D0D0D2B}"/>
              </a:ext>
            </a:extLst>
          </p:cNvPr>
          <p:cNvSpPr>
            <a:spLocks noGrp="1"/>
          </p:cNvSpPr>
          <p:nvPr/>
        </p:nvSpPr>
        <p:spPr>
          <a:xfrm>
            <a:off x="3886200" y="2981325"/>
            <a:ext cx="428625" cy="228600"/>
          </a:xfrm>
          <a:prstGeom prst="roundRect">
            <a:avLst>
              <a:gd name="adj" fmla="val 33333"/>
            </a:avLst>
          </a:prstGeom>
          <a:solidFill>
            <a:srgbClr val="FFFFCC"/>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6" name="Rectangle 55">
            <a:extLst>
              <a:ext uri="{FF2B5EF4-FFF2-40B4-BE49-F238E27FC236}">
                <a16:creationId xmlns:a16="http://schemas.microsoft.com/office/drawing/2014/main" id="{E127DF67-AF07-40E3-AE79-82244EFBA4FE}"/>
              </a:ext>
            </a:extLst>
          </p:cNvPr>
          <p:cNvSpPr>
            <a:spLocks noGrp="1"/>
          </p:cNvSpPr>
          <p:nvPr/>
        </p:nvSpPr>
        <p:spPr>
          <a:xfrm>
            <a:off x="3886200" y="3000375"/>
            <a:ext cx="428625" cy="171450"/>
          </a:xfrm>
          <a:prstGeom prst="rect">
            <a:avLst/>
          </a:prstGeom>
          <a:noFill/>
          <a:ln w="0">
            <a:noFill/>
            <a:prstDash val="solid"/>
          </a:ln>
        </p:spPr>
        <p:txBody>
          <a:bodyPr anchor="ctr"/>
          <a:lstStyle/>
          <a:p>
            <a:pPr algn="ctr">
              <a:defRPr sz="825" b="1">
                <a:solidFill>
                  <a:srgbClr val="13758A"/>
                </a:solidFill>
              </a:defRPr>
            </a:pPr>
            <a:r>
              <a:rPr sz="825" b="1" dirty="0">
                <a:solidFill>
                  <a:schemeClr val="accent2"/>
                </a:solidFill>
                <a:latin typeface="Kanit" panose="00000500000000000000" pitchFamily="2" charset="-34"/>
                <a:cs typeface="Kanit" panose="00000500000000000000" pitchFamily="2" charset="-34"/>
              </a:rPr>
              <a:t>OCR</a:t>
            </a:r>
          </a:p>
        </p:txBody>
      </p:sp>
      <p:sp>
        <p:nvSpPr>
          <p:cNvPr id="60" name="Oval 59">
            <a:extLst>
              <a:ext uri="{FF2B5EF4-FFF2-40B4-BE49-F238E27FC236}">
                <a16:creationId xmlns:a16="http://schemas.microsoft.com/office/drawing/2014/main" id="{5B71B58F-E11B-4C8A-8213-9FA17F94C2B8}"/>
              </a:ext>
            </a:extLst>
          </p:cNvPr>
          <p:cNvSpPr>
            <a:spLocks noGrp="1"/>
          </p:cNvSpPr>
          <p:nvPr/>
        </p:nvSpPr>
        <p:spPr>
          <a:xfrm>
            <a:off x="7634821" y="2990850"/>
            <a:ext cx="209550" cy="209550"/>
          </a:xfrm>
          <a:prstGeom prst="ellipse">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61" name="Rectangle 60">
            <a:extLst>
              <a:ext uri="{FF2B5EF4-FFF2-40B4-BE49-F238E27FC236}">
                <a16:creationId xmlns:a16="http://schemas.microsoft.com/office/drawing/2014/main" id="{394CC1FF-6A26-4F17-A2B0-D57F9A12F5AA}"/>
              </a:ext>
            </a:extLst>
          </p:cNvPr>
          <p:cNvSpPr>
            <a:spLocks noGrp="1"/>
          </p:cNvSpPr>
          <p:nvPr/>
        </p:nvSpPr>
        <p:spPr>
          <a:xfrm>
            <a:off x="7634821" y="3000375"/>
            <a:ext cx="209550" cy="171450"/>
          </a:xfrm>
          <a:prstGeom prst="rect">
            <a:avLst/>
          </a:prstGeom>
          <a:noFill/>
          <a:ln w="0">
            <a:noFill/>
            <a:prstDash val="solid"/>
          </a:ln>
        </p:spPr>
        <p:txBody>
          <a:bodyPr anchor="ctr"/>
          <a:lstStyle/>
          <a:p>
            <a:pPr algn="ctr">
              <a:defRPr sz="900" b="1">
                <a:solidFill>
                  <a:srgbClr val="008F62"/>
                </a:solidFill>
              </a:defRPr>
            </a:pPr>
            <a:r>
              <a:rPr sz="900" b="1">
                <a:solidFill>
                  <a:srgbClr val="008F62"/>
                </a:solidFill>
                <a:latin typeface="Kanit" panose="00000500000000000000" pitchFamily="2" charset="-34"/>
                <a:cs typeface="Kanit" panose="00000500000000000000" pitchFamily="2" charset="-34"/>
              </a:rPr>
              <a:t>✓</a:t>
            </a:r>
          </a:p>
        </p:txBody>
      </p:sp>
      <p:sp>
        <p:nvSpPr>
          <p:cNvPr id="62" name="Rectangle 61">
            <a:extLst>
              <a:ext uri="{FF2B5EF4-FFF2-40B4-BE49-F238E27FC236}">
                <a16:creationId xmlns:a16="http://schemas.microsoft.com/office/drawing/2014/main" id="{EC2A7942-AECD-433C-834A-DDC3F87EA6ED}"/>
              </a:ext>
            </a:extLst>
          </p:cNvPr>
          <p:cNvSpPr>
            <a:spLocks noGrp="1"/>
          </p:cNvSpPr>
          <p:nvPr/>
        </p:nvSpPr>
        <p:spPr>
          <a:xfrm>
            <a:off x="7806267" y="2876550"/>
            <a:ext cx="3757083" cy="447675"/>
          </a:xfrm>
          <a:prstGeom prst="rect">
            <a:avLst/>
          </a:prstGeom>
          <a:noFill/>
          <a:ln w="0">
            <a:noFill/>
            <a:prstDash val="solid"/>
          </a:ln>
        </p:spPr>
        <p:txBody>
          <a:bodyPr anchor="ctr"/>
          <a:lstStyle/>
          <a:p>
            <a:pPr algn="l">
              <a:defRPr sz="900" b="0">
                <a:solidFill>
                  <a:srgbClr val="193B36"/>
                </a:solidFill>
              </a:defRPr>
            </a:pPr>
            <a:r>
              <a:rPr sz="1000" b="0" dirty="0">
                <a:solidFill>
                  <a:srgbClr val="193B36"/>
                </a:solidFill>
                <a:latin typeface="Kanit" panose="00000500000000000000" pitchFamily="2" charset="-34"/>
                <a:cs typeface="Kanit" panose="00000500000000000000" pitchFamily="2" charset="-34"/>
              </a:rPr>
              <a:t>OCR </a:t>
            </a:r>
            <a:r>
              <a:rPr sz="1000" b="0" dirty="0" err="1">
                <a:solidFill>
                  <a:srgbClr val="193B36"/>
                </a:solidFill>
                <a:latin typeface="Kanit" panose="00000500000000000000" pitchFamily="2" charset="-34"/>
                <a:cs typeface="Kanit" panose="00000500000000000000" pitchFamily="2" charset="-34"/>
              </a:rPr>
              <a:t>อ่านใบแจ้งหนี้ที่มีหลายรูปแบบ</a:t>
            </a:r>
            <a:r>
              <a:rPr sz="1000" b="0" dirty="0">
                <a:solidFill>
                  <a:srgbClr val="193B36"/>
                </a:solidFill>
                <a:latin typeface="Kanit" panose="00000500000000000000" pitchFamily="2" charset="-34"/>
                <a:cs typeface="Kanit" panose="00000500000000000000" pitchFamily="2" charset="-34"/>
              </a:rPr>
              <a:t> AI </a:t>
            </a:r>
            <a:r>
              <a:rPr sz="1000" b="0" dirty="0" err="1">
                <a:solidFill>
                  <a:srgbClr val="193B36"/>
                </a:solidFill>
                <a:latin typeface="Kanit" panose="00000500000000000000" pitchFamily="2" charset="-34"/>
                <a:cs typeface="Kanit" panose="00000500000000000000" pitchFamily="2" charset="-34"/>
              </a:rPr>
              <a:t>ตรวจสอบข้อมูล</a:t>
            </a:r>
            <a:r>
              <a:rPr sz="1000" b="0" dirty="0">
                <a:solidFill>
                  <a:srgbClr val="193B36"/>
                </a:solidFill>
                <a:latin typeface="Kanit" panose="00000500000000000000" pitchFamily="2" charset="-34"/>
                <a:cs typeface="Kanit" panose="00000500000000000000" pitchFamily="2" charset="-34"/>
              </a:rPr>
              <a:t> </a:t>
            </a:r>
            <a:r>
              <a:rPr sz="1000" b="0" dirty="0" err="1">
                <a:solidFill>
                  <a:srgbClr val="193B36"/>
                </a:solidFill>
                <a:latin typeface="Kanit" panose="00000500000000000000" pitchFamily="2" charset="-34"/>
                <a:cs typeface="Kanit" panose="00000500000000000000" pitchFamily="2" charset="-34"/>
              </a:rPr>
              <a:t>และ</a:t>
            </a:r>
            <a:r>
              <a:rPr sz="1000" b="0" dirty="0">
                <a:solidFill>
                  <a:srgbClr val="193B36"/>
                </a:solidFill>
                <a:latin typeface="Kanit" panose="00000500000000000000" pitchFamily="2" charset="-34"/>
                <a:cs typeface="Kanit" panose="00000500000000000000" pitchFamily="2" charset="-34"/>
              </a:rPr>
              <a:t> RPA </a:t>
            </a:r>
            <a:r>
              <a:rPr sz="1000" b="0" dirty="0" err="1">
                <a:solidFill>
                  <a:srgbClr val="193B36"/>
                </a:solidFill>
                <a:latin typeface="Kanit" panose="00000500000000000000" pitchFamily="2" charset="-34"/>
                <a:cs typeface="Kanit" panose="00000500000000000000" pitchFamily="2" charset="-34"/>
              </a:rPr>
              <a:t>บันทึกรายการที่ผ่านการอนุมัติเข้าสู่</a:t>
            </a:r>
            <a:r>
              <a:rPr sz="1000" b="0" dirty="0">
                <a:solidFill>
                  <a:srgbClr val="193B36"/>
                </a:solidFill>
                <a:latin typeface="Kanit" panose="00000500000000000000" pitchFamily="2" charset="-34"/>
                <a:cs typeface="Kanit" panose="00000500000000000000" pitchFamily="2" charset="-34"/>
              </a:rPr>
              <a:t> Dynamics 365</a:t>
            </a:r>
          </a:p>
        </p:txBody>
      </p:sp>
      <p:sp>
        <p:nvSpPr>
          <p:cNvPr id="63" name="Rectangle 62">
            <a:extLst>
              <a:ext uri="{FF2B5EF4-FFF2-40B4-BE49-F238E27FC236}">
                <a16:creationId xmlns:a16="http://schemas.microsoft.com/office/drawing/2014/main" id="{ADB8CDE3-9A2B-49AB-93E8-8459835EC9D8}"/>
              </a:ext>
            </a:extLst>
          </p:cNvPr>
          <p:cNvSpPr>
            <a:spLocks noGrp="1"/>
          </p:cNvSpPr>
          <p:nvPr/>
        </p:nvSpPr>
        <p:spPr>
          <a:xfrm>
            <a:off x="514350" y="3371850"/>
            <a:ext cx="400050"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64" name="Rectangle 63">
            <a:extLst>
              <a:ext uri="{FF2B5EF4-FFF2-40B4-BE49-F238E27FC236}">
                <a16:creationId xmlns:a16="http://schemas.microsoft.com/office/drawing/2014/main" id="{ADEBD648-1613-45AB-BE1F-C1955B1561F8}"/>
              </a:ext>
            </a:extLst>
          </p:cNvPr>
          <p:cNvSpPr>
            <a:spLocks noGrp="1"/>
          </p:cNvSpPr>
          <p:nvPr/>
        </p:nvSpPr>
        <p:spPr>
          <a:xfrm>
            <a:off x="914400" y="3371850"/>
            <a:ext cx="2857500"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65" name="Rectangle 64">
            <a:extLst>
              <a:ext uri="{FF2B5EF4-FFF2-40B4-BE49-F238E27FC236}">
                <a16:creationId xmlns:a16="http://schemas.microsoft.com/office/drawing/2014/main" id="{5AA696ED-B2E1-4DF0-B4AE-89746D4D6D0D}"/>
              </a:ext>
            </a:extLst>
          </p:cNvPr>
          <p:cNvSpPr>
            <a:spLocks noGrp="1"/>
          </p:cNvSpPr>
          <p:nvPr/>
        </p:nvSpPr>
        <p:spPr>
          <a:xfrm>
            <a:off x="3771900" y="3371850"/>
            <a:ext cx="2078567"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66" name="Rectangle 65">
            <a:extLst>
              <a:ext uri="{FF2B5EF4-FFF2-40B4-BE49-F238E27FC236}">
                <a16:creationId xmlns:a16="http://schemas.microsoft.com/office/drawing/2014/main" id="{80BC8A6D-1B8E-44C9-9922-945C6FA73FAF}"/>
              </a:ext>
            </a:extLst>
          </p:cNvPr>
          <p:cNvSpPr>
            <a:spLocks noGrp="1"/>
          </p:cNvSpPr>
          <p:nvPr/>
        </p:nvSpPr>
        <p:spPr>
          <a:xfrm>
            <a:off x="7560732" y="3371850"/>
            <a:ext cx="4116917"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67" name="Oval 66">
            <a:extLst>
              <a:ext uri="{FF2B5EF4-FFF2-40B4-BE49-F238E27FC236}">
                <a16:creationId xmlns:a16="http://schemas.microsoft.com/office/drawing/2014/main" id="{A6123719-8E88-43AC-8424-E85809A16171}"/>
              </a:ext>
            </a:extLst>
          </p:cNvPr>
          <p:cNvSpPr>
            <a:spLocks noGrp="1"/>
          </p:cNvSpPr>
          <p:nvPr/>
        </p:nvSpPr>
        <p:spPr>
          <a:xfrm>
            <a:off x="600075" y="3514725"/>
            <a:ext cx="228600" cy="228600"/>
          </a:xfrm>
          <a:prstGeom prst="ellipse">
            <a:avLst/>
          </a:prstGeom>
          <a:solidFill>
            <a:srgbClr val="EAF2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68" name="Rectangle 67">
            <a:extLst>
              <a:ext uri="{FF2B5EF4-FFF2-40B4-BE49-F238E27FC236}">
                <a16:creationId xmlns:a16="http://schemas.microsoft.com/office/drawing/2014/main" id="{0E21A044-EC35-4F29-82D8-0C95CCC0E10F}"/>
              </a:ext>
            </a:extLst>
          </p:cNvPr>
          <p:cNvSpPr>
            <a:spLocks noGrp="1"/>
          </p:cNvSpPr>
          <p:nvPr/>
        </p:nvSpPr>
        <p:spPr>
          <a:xfrm>
            <a:off x="600075" y="3533775"/>
            <a:ext cx="228600" cy="180975"/>
          </a:xfrm>
          <a:prstGeom prst="rect">
            <a:avLst/>
          </a:prstGeom>
          <a:noFill/>
          <a:ln w="0">
            <a:noFill/>
            <a:prstDash val="solid"/>
          </a:ln>
        </p:spPr>
        <p:txBody>
          <a:bodyPr anchor="ctr"/>
          <a:lstStyle/>
          <a:p>
            <a:pPr algn="ctr">
              <a:defRPr sz="900" b="1">
                <a:solidFill>
                  <a:srgbClr val="13758A"/>
                </a:solidFill>
              </a:defRPr>
            </a:pPr>
            <a:r>
              <a:rPr sz="900" b="1">
                <a:solidFill>
                  <a:srgbClr val="13758A"/>
                </a:solidFill>
                <a:latin typeface="Kanit" panose="00000500000000000000" pitchFamily="2" charset="-34"/>
                <a:cs typeface="Kanit" panose="00000500000000000000" pitchFamily="2" charset="-34"/>
              </a:rPr>
              <a:t>4</a:t>
            </a:r>
          </a:p>
        </p:txBody>
      </p:sp>
      <p:sp>
        <p:nvSpPr>
          <p:cNvPr id="69" name="Rectangle 68">
            <a:extLst>
              <a:ext uri="{FF2B5EF4-FFF2-40B4-BE49-F238E27FC236}">
                <a16:creationId xmlns:a16="http://schemas.microsoft.com/office/drawing/2014/main" id="{ACDB3311-84EB-443F-83F5-5A126A30E04E}"/>
              </a:ext>
            </a:extLst>
          </p:cNvPr>
          <p:cNvSpPr>
            <a:spLocks noGrp="1"/>
          </p:cNvSpPr>
          <p:nvPr/>
        </p:nvSpPr>
        <p:spPr>
          <a:xfrm>
            <a:off x="1028700" y="3429000"/>
            <a:ext cx="2628900" cy="219075"/>
          </a:xfrm>
          <a:prstGeom prst="rect">
            <a:avLst/>
          </a:prstGeom>
          <a:noFill/>
          <a:ln w="0">
            <a:noFill/>
            <a:prstDash val="solid"/>
          </a:ln>
        </p:spPr>
        <p:txBody>
          <a:bodyPr anchor="ctr"/>
          <a:lstStyle/>
          <a:p>
            <a:pPr algn="l">
              <a:defRPr sz="975" b="1">
                <a:solidFill>
                  <a:srgbClr val="173F37"/>
                </a:solidFill>
              </a:defRPr>
            </a:pPr>
            <a:r>
              <a:rPr sz="975" b="1">
                <a:solidFill>
                  <a:srgbClr val="173F37"/>
                </a:solidFill>
                <a:latin typeface="Kanit" panose="00000500000000000000" pitchFamily="2" charset="-34"/>
                <a:cs typeface="Kanit" panose="00000500000000000000" pitchFamily="2" charset="-34"/>
              </a:rPr>
              <a:t>AP – ตรวจสอบเงินสดย่อย</a:t>
            </a:r>
          </a:p>
        </p:txBody>
      </p:sp>
      <p:sp>
        <p:nvSpPr>
          <p:cNvPr id="70" name="Rectangle 69">
            <a:extLst>
              <a:ext uri="{FF2B5EF4-FFF2-40B4-BE49-F238E27FC236}">
                <a16:creationId xmlns:a16="http://schemas.microsoft.com/office/drawing/2014/main" id="{77030E73-8797-4D2A-BCC8-DBB88743A49D}"/>
              </a:ext>
            </a:extLst>
          </p:cNvPr>
          <p:cNvSpPr>
            <a:spLocks noGrp="1"/>
          </p:cNvSpPr>
          <p:nvPr/>
        </p:nvSpPr>
        <p:spPr>
          <a:xfrm>
            <a:off x="1028700" y="3648075"/>
            <a:ext cx="2628900" cy="190500"/>
          </a:xfrm>
          <a:prstGeom prst="rect">
            <a:avLst/>
          </a:prstGeom>
          <a:noFill/>
          <a:ln w="0">
            <a:noFill/>
            <a:prstDash val="solid"/>
          </a:ln>
        </p:spPr>
        <p:txBody>
          <a:bodyPr anchor="ctr"/>
          <a:lstStyle/>
          <a:p>
            <a:pPr algn="l">
              <a:defRPr sz="825" b="0">
                <a:solidFill>
                  <a:srgbClr val="667B77"/>
                </a:solidFill>
              </a:defRPr>
            </a:pPr>
            <a:r>
              <a:rPr sz="825" b="0">
                <a:solidFill>
                  <a:srgbClr val="667B77"/>
                </a:solidFill>
                <a:latin typeface="Kanit" panose="00000500000000000000" pitchFamily="2" charset="-34"/>
                <a:cs typeface="Kanit" panose="00000500000000000000" pitchFamily="2" charset="-34"/>
              </a:rPr>
              <a:t>ควบคุมเอกสารและนโยบาย</a:t>
            </a:r>
          </a:p>
        </p:txBody>
      </p:sp>
      <p:sp>
        <p:nvSpPr>
          <p:cNvPr id="76" name="Oval 75">
            <a:extLst>
              <a:ext uri="{FF2B5EF4-FFF2-40B4-BE49-F238E27FC236}">
                <a16:creationId xmlns:a16="http://schemas.microsoft.com/office/drawing/2014/main" id="{146785FB-BE74-49B3-A02E-9BE837A9D004}"/>
              </a:ext>
            </a:extLst>
          </p:cNvPr>
          <p:cNvSpPr>
            <a:spLocks noGrp="1"/>
          </p:cNvSpPr>
          <p:nvPr/>
        </p:nvSpPr>
        <p:spPr>
          <a:xfrm>
            <a:off x="7634821" y="3533775"/>
            <a:ext cx="209550" cy="209550"/>
          </a:xfrm>
          <a:prstGeom prst="ellipse">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77" name="Rectangle 76">
            <a:extLst>
              <a:ext uri="{FF2B5EF4-FFF2-40B4-BE49-F238E27FC236}">
                <a16:creationId xmlns:a16="http://schemas.microsoft.com/office/drawing/2014/main" id="{E1B4156C-F99F-4A3E-AC8D-F4A9F9AC61D3}"/>
              </a:ext>
            </a:extLst>
          </p:cNvPr>
          <p:cNvSpPr>
            <a:spLocks noGrp="1"/>
          </p:cNvSpPr>
          <p:nvPr/>
        </p:nvSpPr>
        <p:spPr>
          <a:xfrm>
            <a:off x="7634821" y="3543300"/>
            <a:ext cx="209550" cy="171450"/>
          </a:xfrm>
          <a:prstGeom prst="rect">
            <a:avLst/>
          </a:prstGeom>
          <a:noFill/>
          <a:ln w="0">
            <a:noFill/>
            <a:prstDash val="solid"/>
          </a:ln>
        </p:spPr>
        <p:txBody>
          <a:bodyPr anchor="ctr"/>
          <a:lstStyle/>
          <a:p>
            <a:pPr algn="ctr">
              <a:defRPr sz="900" b="1">
                <a:solidFill>
                  <a:srgbClr val="008F62"/>
                </a:solidFill>
              </a:defRPr>
            </a:pPr>
            <a:r>
              <a:rPr sz="900" b="1">
                <a:solidFill>
                  <a:srgbClr val="008F62"/>
                </a:solidFill>
                <a:latin typeface="Kanit" panose="00000500000000000000" pitchFamily="2" charset="-34"/>
                <a:cs typeface="Kanit" panose="00000500000000000000" pitchFamily="2" charset="-34"/>
              </a:rPr>
              <a:t>✓</a:t>
            </a:r>
          </a:p>
        </p:txBody>
      </p:sp>
      <p:sp>
        <p:nvSpPr>
          <p:cNvPr id="78" name="Rectangle 77">
            <a:extLst>
              <a:ext uri="{FF2B5EF4-FFF2-40B4-BE49-F238E27FC236}">
                <a16:creationId xmlns:a16="http://schemas.microsoft.com/office/drawing/2014/main" id="{8E07F8E5-690E-46E6-8C6F-C44190DD5603}"/>
              </a:ext>
            </a:extLst>
          </p:cNvPr>
          <p:cNvSpPr>
            <a:spLocks noGrp="1"/>
          </p:cNvSpPr>
          <p:nvPr/>
        </p:nvSpPr>
        <p:spPr>
          <a:xfrm>
            <a:off x="7806267" y="3419475"/>
            <a:ext cx="3757083" cy="447675"/>
          </a:xfrm>
          <a:prstGeom prst="rect">
            <a:avLst/>
          </a:prstGeom>
          <a:noFill/>
          <a:ln w="0">
            <a:noFill/>
            <a:prstDash val="solid"/>
          </a:ln>
        </p:spPr>
        <p:txBody>
          <a:bodyPr anchor="ctr"/>
          <a:lstStyle/>
          <a:p>
            <a:pPr algn="l">
              <a:defRPr sz="900" b="0">
                <a:solidFill>
                  <a:srgbClr val="193B36"/>
                </a:solidFill>
              </a:defRPr>
            </a:pPr>
            <a:r>
              <a:rPr sz="1000" b="0" dirty="0" err="1">
                <a:solidFill>
                  <a:srgbClr val="193B36"/>
                </a:solidFill>
                <a:latin typeface="Kanit" panose="00000500000000000000" pitchFamily="2" charset="-34"/>
                <a:cs typeface="Kanit" panose="00000500000000000000" pitchFamily="2" charset="-34"/>
              </a:rPr>
              <a:t>ต้องอ่านเอกสารและตรวจสอบภาษี</a:t>
            </a:r>
            <a:r>
              <a:rPr sz="1000" b="0" dirty="0">
                <a:solidFill>
                  <a:srgbClr val="193B36"/>
                </a:solidFill>
                <a:latin typeface="Kanit" panose="00000500000000000000" pitchFamily="2" charset="-34"/>
                <a:cs typeface="Kanit" panose="00000500000000000000" pitchFamily="2" charset="-34"/>
              </a:rPr>
              <a:t> </a:t>
            </a:r>
            <a:r>
              <a:rPr sz="1000" b="0" dirty="0" err="1">
                <a:solidFill>
                  <a:srgbClr val="193B36"/>
                </a:solidFill>
                <a:latin typeface="Kanit" panose="00000500000000000000" pitchFamily="2" charset="-34"/>
                <a:cs typeface="Kanit" panose="00000500000000000000" pitchFamily="2" charset="-34"/>
              </a:rPr>
              <a:t>นโยบาย</a:t>
            </a:r>
            <a:r>
              <a:rPr sz="1000" b="0" dirty="0">
                <a:solidFill>
                  <a:srgbClr val="193B36"/>
                </a:solidFill>
                <a:latin typeface="Kanit" panose="00000500000000000000" pitchFamily="2" charset="-34"/>
                <a:cs typeface="Kanit" panose="00000500000000000000" pitchFamily="2" charset="-34"/>
              </a:rPr>
              <a:t> </a:t>
            </a:r>
            <a:r>
              <a:rPr sz="1000" b="0" dirty="0" err="1">
                <a:solidFill>
                  <a:srgbClr val="193B36"/>
                </a:solidFill>
                <a:latin typeface="Kanit" panose="00000500000000000000" pitchFamily="2" charset="-34"/>
                <a:cs typeface="Kanit" panose="00000500000000000000" pitchFamily="2" charset="-34"/>
              </a:rPr>
              <a:t>และการอนุมัติหลายเงื่อนไข</a:t>
            </a:r>
            <a:r>
              <a:rPr sz="1000" b="0" dirty="0">
                <a:solidFill>
                  <a:srgbClr val="193B36"/>
                </a:solidFill>
                <a:latin typeface="Kanit" panose="00000500000000000000" pitchFamily="2" charset="-34"/>
                <a:cs typeface="Kanit" panose="00000500000000000000" pitchFamily="2" charset="-34"/>
              </a:rPr>
              <a:t> </a:t>
            </a:r>
            <a:r>
              <a:rPr sz="1000" b="0" dirty="0" err="1">
                <a:solidFill>
                  <a:srgbClr val="193B36"/>
                </a:solidFill>
                <a:latin typeface="Kanit" panose="00000500000000000000" pitchFamily="2" charset="-34"/>
                <a:cs typeface="Kanit" panose="00000500000000000000" pitchFamily="2" charset="-34"/>
              </a:rPr>
              <a:t>โดยส่งให้ผู้ใช้งานตรวจเฉพาะรายการผิดปกติ</a:t>
            </a:r>
            <a:endParaRPr sz="1000" b="0" dirty="0">
              <a:solidFill>
                <a:srgbClr val="193B36"/>
              </a:solidFill>
              <a:latin typeface="Kanit" panose="00000500000000000000" pitchFamily="2" charset="-34"/>
              <a:cs typeface="Kanit" panose="00000500000000000000" pitchFamily="2" charset="-34"/>
            </a:endParaRPr>
          </a:p>
        </p:txBody>
      </p:sp>
      <p:sp>
        <p:nvSpPr>
          <p:cNvPr id="79" name="Rectangle 78">
            <a:extLst>
              <a:ext uri="{FF2B5EF4-FFF2-40B4-BE49-F238E27FC236}">
                <a16:creationId xmlns:a16="http://schemas.microsoft.com/office/drawing/2014/main" id="{F092587A-CCF4-42E8-83A7-2F12C8BBC064}"/>
              </a:ext>
            </a:extLst>
          </p:cNvPr>
          <p:cNvSpPr>
            <a:spLocks noGrp="1"/>
          </p:cNvSpPr>
          <p:nvPr/>
        </p:nvSpPr>
        <p:spPr>
          <a:xfrm>
            <a:off x="514350" y="3914775"/>
            <a:ext cx="400050"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80" name="Rectangle 79">
            <a:extLst>
              <a:ext uri="{FF2B5EF4-FFF2-40B4-BE49-F238E27FC236}">
                <a16:creationId xmlns:a16="http://schemas.microsoft.com/office/drawing/2014/main" id="{387EE5F7-F5DE-4EFA-940C-50931BEC8E87}"/>
              </a:ext>
            </a:extLst>
          </p:cNvPr>
          <p:cNvSpPr>
            <a:spLocks noGrp="1"/>
          </p:cNvSpPr>
          <p:nvPr/>
        </p:nvSpPr>
        <p:spPr>
          <a:xfrm>
            <a:off x="914400" y="3914775"/>
            <a:ext cx="2857500"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81" name="Rectangle 80">
            <a:extLst>
              <a:ext uri="{FF2B5EF4-FFF2-40B4-BE49-F238E27FC236}">
                <a16:creationId xmlns:a16="http://schemas.microsoft.com/office/drawing/2014/main" id="{78170157-12F9-4C71-89A3-E23059EFA58A}"/>
              </a:ext>
            </a:extLst>
          </p:cNvPr>
          <p:cNvSpPr>
            <a:spLocks noGrp="1"/>
          </p:cNvSpPr>
          <p:nvPr/>
        </p:nvSpPr>
        <p:spPr>
          <a:xfrm>
            <a:off x="3771900" y="3914775"/>
            <a:ext cx="2078567"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82" name="Rectangle 81">
            <a:extLst>
              <a:ext uri="{FF2B5EF4-FFF2-40B4-BE49-F238E27FC236}">
                <a16:creationId xmlns:a16="http://schemas.microsoft.com/office/drawing/2014/main" id="{9125F5D3-F656-436C-B037-71FA2B8FBC4E}"/>
              </a:ext>
            </a:extLst>
          </p:cNvPr>
          <p:cNvSpPr>
            <a:spLocks noGrp="1"/>
          </p:cNvSpPr>
          <p:nvPr/>
        </p:nvSpPr>
        <p:spPr>
          <a:xfrm>
            <a:off x="7560732" y="3914775"/>
            <a:ext cx="4116917"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83" name="Oval 82">
            <a:extLst>
              <a:ext uri="{FF2B5EF4-FFF2-40B4-BE49-F238E27FC236}">
                <a16:creationId xmlns:a16="http://schemas.microsoft.com/office/drawing/2014/main" id="{7F00433A-37F5-4940-8058-CCCE27F8DBAA}"/>
              </a:ext>
            </a:extLst>
          </p:cNvPr>
          <p:cNvSpPr>
            <a:spLocks noGrp="1"/>
          </p:cNvSpPr>
          <p:nvPr/>
        </p:nvSpPr>
        <p:spPr>
          <a:xfrm>
            <a:off x="600075" y="4057650"/>
            <a:ext cx="228600" cy="228600"/>
          </a:xfrm>
          <a:prstGeom prst="ellipse">
            <a:avLst/>
          </a:prstGeom>
          <a:solidFill>
            <a:srgbClr val="EEF0F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84" name="Rectangle 83">
            <a:extLst>
              <a:ext uri="{FF2B5EF4-FFF2-40B4-BE49-F238E27FC236}">
                <a16:creationId xmlns:a16="http://schemas.microsoft.com/office/drawing/2014/main" id="{52DFA7BB-46A6-4E3F-B501-3B393755CB32}"/>
              </a:ext>
            </a:extLst>
          </p:cNvPr>
          <p:cNvSpPr>
            <a:spLocks noGrp="1"/>
          </p:cNvSpPr>
          <p:nvPr/>
        </p:nvSpPr>
        <p:spPr>
          <a:xfrm>
            <a:off x="600075" y="4076700"/>
            <a:ext cx="228600" cy="180975"/>
          </a:xfrm>
          <a:prstGeom prst="rect">
            <a:avLst/>
          </a:prstGeom>
          <a:noFill/>
          <a:ln w="0">
            <a:noFill/>
            <a:prstDash val="solid"/>
          </a:ln>
        </p:spPr>
        <p:txBody>
          <a:bodyPr anchor="ctr"/>
          <a:lstStyle/>
          <a:p>
            <a:pPr algn="ctr">
              <a:defRPr sz="900" b="1">
                <a:solidFill>
                  <a:srgbClr val="5369B6"/>
                </a:solidFill>
              </a:defRPr>
            </a:pPr>
            <a:r>
              <a:rPr sz="900" b="1">
                <a:solidFill>
                  <a:srgbClr val="5369B6"/>
                </a:solidFill>
                <a:latin typeface="Kanit" panose="00000500000000000000" pitchFamily="2" charset="-34"/>
                <a:cs typeface="Kanit" panose="00000500000000000000" pitchFamily="2" charset="-34"/>
              </a:rPr>
              <a:t>5</a:t>
            </a:r>
          </a:p>
        </p:txBody>
      </p:sp>
      <p:sp>
        <p:nvSpPr>
          <p:cNvPr id="85" name="Rectangle 84">
            <a:extLst>
              <a:ext uri="{FF2B5EF4-FFF2-40B4-BE49-F238E27FC236}">
                <a16:creationId xmlns:a16="http://schemas.microsoft.com/office/drawing/2014/main" id="{777E453D-5840-4697-A24D-BBC623D5286D}"/>
              </a:ext>
            </a:extLst>
          </p:cNvPr>
          <p:cNvSpPr>
            <a:spLocks noGrp="1"/>
          </p:cNvSpPr>
          <p:nvPr/>
        </p:nvSpPr>
        <p:spPr>
          <a:xfrm>
            <a:off x="1028700" y="3971925"/>
            <a:ext cx="2628900" cy="219075"/>
          </a:xfrm>
          <a:prstGeom prst="rect">
            <a:avLst/>
          </a:prstGeom>
          <a:noFill/>
          <a:ln w="0">
            <a:noFill/>
            <a:prstDash val="solid"/>
          </a:ln>
        </p:spPr>
        <p:txBody>
          <a:bodyPr anchor="ctr"/>
          <a:lstStyle/>
          <a:p>
            <a:pPr algn="l">
              <a:defRPr sz="975" b="1">
                <a:solidFill>
                  <a:srgbClr val="173F37"/>
                </a:solidFill>
              </a:defRPr>
            </a:pPr>
            <a:r>
              <a:rPr sz="975" b="1">
                <a:solidFill>
                  <a:srgbClr val="173F37"/>
                </a:solidFill>
                <a:latin typeface="Kanit" panose="00000500000000000000" pitchFamily="2" charset="-34"/>
                <a:cs typeface="Kanit" panose="00000500000000000000" pitchFamily="2" charset="-34"/>
              </a:rPr>
              <a:t>AR – เปิดใบกำกับภาษีอัตโนมัติ</a:t>
            </a:r>
          </a:p>
        </p:txBody>
      </p:sp>
      <p:sp>
        <p:nvSpPr>
          <p:cNvPr id="86" name="Rectangle 85">
            <a:extLst>
              <a:ext uri="{FF2B5EF4-FFF2-40B4-BE49-F238E27FC236}">
                <a16:creationId xmlns:a16="http://schemas.microsoft.com/office/drawing/2014/main" id="{A0F722EC-FF66-4D27-A9C6-7F94B1E65838}"/>
              </a:ext>
            </a:extLst>
          </p:cNvPr>
          <p:cNvSpPr>
            <a:spLocks noGrp="1"/>
          </p:cNvSpPr>
          <p:nvPr/>
        </p:nvSpPr>
        <p:spPr>
          <a:xfrm>
            <a:off x="1028700" y="4191000"/>
            <a:ext cx="2628900" cy="190500"/>
          </a:xfrm>
          <a:prstGeom prst="rect">
            <a:avLst/>
          </a:prstGeom>
          <a:noFill/>
          <a:ln w="0">
            <a:noFill/>
            <a:prstDash val="solid"/>
          </a:ln>
        </p:spPr>
        <p:txBody>
          <a:bodyPr anchor="ctr"/>
          <a:lstStyle/>
          <a:p>
            <a:pPr algn="l">
              <a:defRPr sz="825" b="0">
                <a:solidFill>
                  <a:srgbClr val="667B77"/>
                </a:solidFill>
              </a:defRPr>
            </a:pPr>
            <a:r>
              <a:rPr sz="825" b="0">
                <a:solidFill>
                  <a:srgbClr val="667B77"/>
                </a:solidFill>
                <a:latin typeface="Kanit" panose="00000500000000000000" pitchFamily="2" charset="-34"/>
                <a:cs typeface="Kanit" panose="00000500000000000000" pitchFamily="2" charset="-34"/>
              </a:rPr>
              <a:t>สร้างเอกสารตามเงื่อนไข</a:t>
            </a:r>
          </a:p>
        </p:txBody>
      </p:sp>
      <p:sp>
        <p:nvSpPr>
          <p:cNvPr id="92" name="Oval 91">
            <a:extLst>
              <a:ext uri="{FF2B5EF4-FFF2-40B4-BE49-F238E27FC236}">
                <a16:creationId xmlns:a16="http://schemas.microsoft.com/office/drawing/2014/main" id="{4821B6E0-B154-45CE-A436-5B2B64528973}"/>
              </a:ext>
            </a:extLst>
          </p:cNvPr>
          <p:cNvSpPr>
            <a:spLocks noGrp="1"/>
          </p:cNvSpPr>
          <p:nvPr/>
        </p:nvSpPr>
        <p:spPr>
          <a:xfrm>
            <a:off x="7634821" y="4076700"/>
            <a:ext cx="209550" cy="209550"/>
          </a:xfrm>
          <a:prstGeom prst="ellipse">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93" name="Rectangle 92">
            <a:extLst>
              <a:ext uri="{FF2B5EF4-FFF2-40B4-BE49-F238E27FC236}">
                <a16:creationId xmlns:a16="http://schemas.microsoft.com/office/drawing/2014/main" id="{C335821A-32ED-4DCF-8EFE-DCBE289106AE}"/>
              </a:ext>
            </a:extLst>
          </p:cNvPr>
          <p:cNvSpPr>
            <a:spLocks noGrp="1"/>
          </p:cNvSpPr>
          <p:nvPr/>
        </p:nvSpPr>
        <p:spPr>
          <a:xfrm>
            <a:off x="7634821" y="4086225"/>
            <a:ext cx="209550" cy="171450"/>
          </a:xfrm>
          <a:prstGeom prst="rect">
            <a:avLst/>
          </a:prstGeom>
          <a:noFill/>
          <a:ln w="0">
            <a:noFill/>
            <a:prstDash val="solid"/>
          </a:ln>
        </p:spPr>
        <p:txBody>
          <a:bodyPr anchor="ctr"/>
          <a:lstStyle/>
          <a:p>
            <a:pPr algn="ctr">
              <a:defRPr sz="900" b="1">
                <a:solidFill>
                  <a:srgbClr val="008F62"/>
                </a:solidFill>
              </a:defRPr>
            </a:pPr>
            <a:r>
              <a:rPr sz="900" b="1">
                <a:solidFill>
                  <a:srgbClr val="008F62"/>
                </a:solidFill>
                <a:latin typeface="Kanit" panose="00000500000000000000" pitchFamily="2" charset="-34"/>
                <a:cs typeface="Kanit" panose="00000500000000000000" pitchFamily="2" charset="-34"/>
              </a:rPr>
              <a:t>✓</a:t>
            </a:r>
          </a:p>
        </p:txBody>
      </p:sp>
      <p:sp>
        <p:nvSpPr>
          <p:cNvPr id="94" name="Rectangle 93">
            <a:extLst>
              <a:ext uri="{FF2B5EF4-FFF2-40B4-BE49-F238E27FC236}">
                <a16:creationId xmlns:a16="http://schemas.microsoft.com/office/drawing/2014/main" id="{4BB4DA93-18AB-48B6-9D57-81203393B98F}"/>
              </a:ext>
            </a:extLst>
          </p:cNvPr>
          <p:cNvSpPr>
            <a:spLocks noGrp="1"/>
          </p:cNvSpPr>
          <p:nvPr/>
        </p:nvSpPr>
        <p:spPr>
          <a:xfrm>
            <a:off x="7873999" y="3890962"/>
            <a:ext cx="3689350" cy="447675"/>
          </a:xfrm>
          <a:prstGeom prst="rect">
            <a:avLst/>
          </a:prstGeom>
          <a:noFill/>
          <a:ln w="0">
            <a:noFill/>
            <a:prstDash val="solid"/>
          </a:ln>
        </p:spPr>
        <p:txBody>
          <a:bodyPr anchor="ctr"/>
          <a:lstStyle/>
          <a:p>
            <a:pPr algn="l">
              <a:defRPr sz="900" b="0">
                <a:solidFill>
                  <a:srgbClr val="193B36"/>
                </a:solidFill>
              </a:defRPr>
            </a:pPr>
            <a:r>
              <a:rPr sz="1000" b="0" dirty="0">
                <a:solidFill>
                  <a:srgbClr val="193B36"/>
                </a:solidFill>
                <a:latin typeface="Kanit" panose="00000500000000000000" pitchFamily="2" charset="-34"/>
                <a:cs typeface="Kanit" panose="00000500000000000000" pitchFamily="2" charset="-34"/>
              </a:rPr>
              <a:t>ERP </a:t>
            </a:r>
            <a:r>
              <a:rPr sz="1000" b="0" dirty="0" err="1">
                <a:solidFill>
                  <a:srgbClr val="193B36"/>
                </a:solidFill>
                <a:latin typeface="Kanit" panose="00000500000000000000" pitchFamily="2" charset="-34"/>
                <a:cs typeface="Kanit" panose="00000500000000000000" pitchFamily="2" charset="-34"/>
              </a:rPr>
              <a:t>จัดเก็บเงื่อนไขลูกค้าและข้อมูลน้ำหนัก</a:t>
            </a:r>
            <a:r>
              <a:rPr sz="1000" b="0" dirty="0">
                <a:solidFill>
                  <a:srgbClr val="193B36"/>
                </a:solidFill>
                <a:latin typeface="Kanit" panose="00000500000000000000" pitchFamily="2" charset="-34"/>
                <a:cs typeface="Kanit" panose="00000500000000000000" pitchFamily="2" charset="-34"/>
              </a:rPr>
              <a:t> </a:t>
            </a:r>
            <a:r>
              <a:rPr sz="1000" b="0" dirty="0" err="1">
                <a:solidFill>
                  <a:srgbClr val="193B36"/>
                </a:solidFill>
                <a:latin typeface="Kanit" panose="00000500000000000000" pitchFamily="2" charset="-34"/>
                <a:cs typeface="Kanit" panose="00000500000000000000" pitchFamily="2" charset="-34"/>
              </a:rPr>
              <a:t>ส่วน</a:t>
            </a:r>
            <a:r>
              <a:rPr sz="1000" b="0" dirty="0">
                <a:solidFill>
                  <a:srgbClr val="193B36"/>
                </a:solidFill>
                <a:latin typeface="Kanit" panose="00000500000000000000" pitchFamily="2" charset="-34"/>
                <a:cs typeface="Kanit" panose="00000500000000000000" pitchFamily="2" charset="-34"/>
              </a:rPr>
              <a:t> RPA </a:t>
            </a:r>
            <a:r>
              <a:rPr sz="1000" b="0" dirty="0" err="1">
                <a:solidFill>
                  <a:srgbClr val="193B36"/>
                </a:solidFill>
                <a:latin typeface="Kanit" panose="00000500000000000000" pitchFamily="2" charset="-34"/>
                <a:cs typeface="Kanit" panose="00000500000000000000" pitchFamily="2" charset="-34"/>
              </a:rPr>
              <a:t>นำข้อมูลที่ผ่านการตรวจสอบมาสร้างใบกำกับภาษีอัตโนมัติ</a:t>
            </a:r>
            <a:endParaRPr sz="1000" b="0" dirty="0">
              <a:solidFill>
                <a:srgbClr val="193B36"/>
              </a:solidFill>
              <a:latin typeface="Kanit" panose="00000500000000000000" pitchFamily="2" charset="-34"/>
              <a:cs typeface="Kanit" panose="00000500000000000000" pitchFamily="2" charset="-34"/>
            </a:endParaRPr>
          </a:p>
        </p:txBody>
      </p:sp>
      <p:sp>
        <p:nvSpPr>
          <p:cNvPr id="95" name="Rectangle 94">
            <a:extLst>
              <a:ext uri="{FF2B5EF4-FFF2-40B4-BE49-F238E27FC236}">
                <a16:creationId xmlns:a16="http://schemas.microsoft.com/office/drawing/2014/main" id="{6C38F6D8-EB4D-4D45-B7FD-E076EF56ED4A}"/>
              </a:ext>
            </a:extLst>
          </p:cNvPr>
          <p:cNvSpPr>
            <a:spLocks noGrp="1"/>
          </p:cNvSpPr>
          <p:nvPr/>
        </p:nvSpPr>
        <p:spPr>
          <a:xfrm>
            <a:off x="514350" y="4457700"/>
            <a:ext cx="400050"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96" name="Rectangle 95">
            <a:extLst>
              <a:ext uri="{FF2B5EF4-FFF2-40B4-BE49-F238E27FC236}">
                <a16:creationId xmlns:a16="http://schemas.microsoft.com/office/drawing/2014/main" id="{1507948F-F488-40D8-B85A-CD5245BB8BCB}"/>
              </a:ext>
            </a:extLst>
          </p:cNvPr>
          <p:cNvSpPr>
            <a:spLocks noGrp="1"/>
          </p:cNvSpPr>
          <p:nvPr/>
        </p:nvSpPr>
        <p:spPr>
          <a:xfrm>
            <a:off x="914400" y="4457700"/>
            <a:ext cx="2857500"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97" name="Rectangle 96">
            <a:extLst>
              <a:ext uri="{FF2B5EF4-FFF2-40B4-BE49-F238E27FC236}">
                <a16:creationId xmlns:a16="http://schemas.microsoft.com/office/drawing/2014/main" id="{25C25710-C98F-4908-BE9B-5CAFC87F91E2}"/>
              </a:ext>
            </a:extLst>
          </p:cNvPr>
          <p:cNvSpPr>
            <a:spLocks noGrp="1"/>
          </p:cNvSpPr>
          <p:nvPr/>
        </p:nvSpPr>
        <p:spPr>
          <a:xfrm>
            <a:off x="3771900" y="4457700"/>
            <a:ext cx="2078567"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98" name="Rectangle 97">
            <a:extLst>
              <a:ext uri="{FF2B5EF4-FFF2-40B4-BE49-F238E27FC236}">
                <a16:creationId xmlns:a16="http://schemas.microsoft.com/office/drawing/2014/main" id="{1D344D24-90FF-4FFB-A425-883E4E5018F8}"/>
              </a:ext>
            </a:extLst>
          </p:cNvPr>
          <p:cNvSpPr>
            <a:spLocks noGrp="1"/>
          </p:cNvSpPr>
          <p:nvPr/>
        </p:nvSpPr>
        <p:spPr>
          <a:xfrm>
            <a:off x="7560732" y="4457700"/>
            <a:ext cx="4116917"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99" name="Oval 98">
            <a:extLst>
              <a:ext uri="{FF2B5EF4-FFF2-40B4-BE49-F238E27FC236}">
                <a16:creationId xmlns:a16="http://schemas.microsoft.com/office/drawing/2014/main" id="{B014A3D1-3335-40DF-8306-D32F1CBC6A88}"/>
              </a:ext>
            </a:extLst>
          </p:cNvPr>
          <p:cNvSpPr>
            <a:spLocks noGrp="1"/>
          </p:cNvSpPr>
          <p:nvPr/>
        </p:nvSpPr>
        <p:spPr>
          <a:xfrm>
            <a:off x="600075" y="4600575"/>
            <a:ext cx="228600" cy="228600"/>
          </a:xfrm>
          <a:prstGeom prst="ellipse">
            <a:avLst/>
          </a:prstGeom>
          <a:solidFill>
            <a:srgbClr val="EEF0F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00" name="Rectangle 99">
            <a:extLst>
              <a:ext uri="{FF2B5EF4-FFF2-40B4-BE49-F238E27FC236}">
                <a16:creationId xmlns:a16="http://schemas.microsoft.com/office/drawing/2014/main" id="{4AB1D189-8D99-4F2E-B828-0316B11A5565}"/>
              </a:ext>
            </a:extLst>
          </p:cNvPr>
          <p:cNvSpPr>
            <a:spLocks noGrp="1"/>
          </p:cNvSpPr>
          <p:nvPr/>
        </p:nvSpPr>
        <p:spPr>
          <a:xfrm>
            <a:off x="600075" y="4619625"/>
            <a:ext cx="228600" cy="180975"/>
          </a:xfrm>
          <a:prstGeom prst="rect">
            <a:avLst/>
          </a:prstGeom>
          <a:noFill/>
          <a:ln w="0">
            <a:noFill/>
            <a:prstDash val="solid"/>
          </a:ln>
        </p:spPr>
        <p:txBody>
          <a:bodyPr anchor="ctr"/>
          <a:lstStyle/>
          <a:p>
            <a:pPr algn="ctr">
              <a:defRPr sz="900" b="1">
                <a:solidFill>
                  <a:srgbClr val="5369B6"/>
                </a:solidFill>
              </a:defRPr>
            </a:pPr>
            <a:r>
              <a:rPr sz="900" b="1">
                <a:solidFill>
                  <a:srgbClr val="5369B6"/>
                </a:solidFill>
                <a:latin typeface="Kanit" panose="00000500000000000000" pitchFamily="2" charset="-34"/>
                <a:cs typeface="Kanit" panose="00000500000000000000" pitchFamily="2" charset="-34"/>
              </a:rPr>
              <a:t>6</a:t>
            </a:r>
          </a:p>
        </p:txBody>
      </p:sp>
      <p:sp>
        <p:nvSpPr>
          <p:cNvPr id="101" name="Rectangle 100">
            <a:extLst>
              <a:ext uri="{FF2B5EF4-FFF2-40B4-BE49-F238E27FC236}">
                <a16:creationId xmlns:a16="http://schemas.microsoft.com/office/drawing/2014/main" id="{C0DF73EA-6740-40BE-92FA-FFA15C708021}"/>
              </a:ext>
            </a:extLst>
          </p:cNvPr>
          <p:cNvSpPr>
            <a:spLocks noGrp="1"/>
          </p:cNvSpPr>
          <p:nvPr/>
        </p:nvSpPr>
        <p:spPr>
          <a:xfrm>
            <a:off x="1028700" y="4514850"/>
            <a:ext cx="2628900" cy="219075"/>
          </a:xfrm>
          <a:prstGeom prst="rect">
            <a:avLst/>
          </a:prstGeom>
          <a:noFill/>
          <a:ln w="0">
            <a:noFill/>
            <a:prstDash val="solid"/>
          </a:ln>
        </p:spPr>
        <p:txBody>
          <a:bodyPr anchor="ctr"/>
          <a:lstStyle/>
          <a:p>
            <a:pPr algn="l">
              <a:defRPr sz="975" b="1">
                <a:solidFill>
                  <a:srgbClr val="173F37"/>
                </a:solidFill>
              </a:defRPr>
            </a:pPr>
            <a:r>
              <a:rPr sz="975" b="1">
                <a:solidFill>
                  <a:srgbClr val="173F37"/>
                </a:solidFill>
                <a:latin typeface="Kanit" panose="00000500000000000000" pitchFamily="2" charset="-34"/>
                <a:cs typeface="Kanit" panose="00000500000000000000" pitchFamily="2" charset="-34"/>
              </a:rPr>
              <a:t>AR – แจ้งเตือนวางบิลและรับเช็ค</a:t>
            </a:r>
          </a:p>
        </p:txBody>
      </p:sp>
      <p:sp>
        <p:nvSpPr>
          <p:cNvPr id="102" name="Rectangle 101">
            <a:extLst>
              <a:ext uri="{FF2B5EF4-FFF2-40B4-BE49-F238E27FC236}">
                <a16:creationId xmlns:a16="http://schemas.microsoft.com/office/drawing/2014/main" id="{23715995-CA9D-4244-BCE9-ACAD69F57269}"/>
              </a:ext>
            </a:extLst>
          </p:cNvPr>
          <p:cNvSpPr>
            <a:spLocks noGrp="1"/>
          </p:cNvSpPr>
          <p:nvPr/>
        </p:nvSpPr>
        <p:spPr>
          <a:xfrm>
            <a:off x="1028700" y="4733925"/>
            <a:ext cx="2628900" cy="190500"/>
          </a:xfrm>
          <a:prstGeom prst="rect">
            <a:avLst/>
          </a:prstGeom>
          <a:noFill/>
          <a:ln w="0">
            <a:noFill/>
            <a:prstDash val="solid"/>
          </a:ln>
        </p:spPr>
        <p:txBody>
          <a:bodyPr anchor="ctr"/>
          <a:lstStyle/>
          <a:p>
            <a:pPr algn="l">
              <a:defRPr sz="825" b="0">
                <a:solidFill>
                  <a:srgbClr val="667B77"/>
                </a:solidFill>
              </a:defRPr>
            </a:pPr>
            <a:r>
              <a:rPr sz="825" b="0">
                <a:solidFill>
                  <a:srgbClr val="667B77"/>
                </a:solidFill>
                <a:latin typeface="Kanit" panose="00000500000000000000" pitchFamily="2" charset="-34"/>
                <a:cs typeface="Kanit" panose="00000500000000000000" pitchFamily="2" charset="-34"/>
              </a:rPr>
              <a:t>แจ้งเตือนตามวันครบกำหนด</a:t>
            </a:r>
          </a:p>
        </p:txBody>
      </p:sp>
      <p:sp>
        <p:nvSpPr>
          <p:cNvPr id="108" name="Oval 107">
            <a:extLst>
              <a:ext uri="{FF2B5EF4-FFF2-40B4-BE49-F238E27FC236}">
                <a16:creationId xmlns:a16="http://schemas.microsoft.com/office/drawing/2014/main" id="{0DDF277D-615F-4504-BE1C-2E25E95A31FD}"/>
              </a:ext>
            </a:extLst>
          </p:cNvPr>
          <p:cNvSpPr>
            <a:spLocks noGrp="1"/>
          </p:cNvSpPr>
          <p:nvPr/>
        </p:nvSpPr>
        <p:spPr>
          <a:xfrm>
            <a:off x="7634821" y="4619625"/>
            <a:ext cx="209550" cy="209550"/>
          </a:xfrm>
          <a:prstGeom prst="ellipse">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09" name="Rectangle 108">
            <a:extLst>
              <a:ext uri="{FF2B5EF4-FFF2-40B4-BE49-F238E27FC236}">
                <a16:creationId xmlns:a16="http://schemas.microsoft.com/office/drawing/2014/main" id="{9665E215-2FAD-4C73-8A1D-D4C4FE404BF2}"/>
              </a:ext>
            </a:extLst>
          </p:cNvPr>
          <p:cNvSpPr>
            <a:spLocks noGrp="1"/>
          </p:cNvSpPr>
          <p:nvPr/>
        </p:nvSpPr>
        <p:spPr>
          <a:xfrm>
            <a:off x="7634821" y="4629150"/>
            <a:ext cx="209550" cy="171450"/>
          </a:xfrm>
          <a:prstGeom prst="rect">
            <a:avLst/>
          </a:prstGeom>
          <a:noFill/>
          <a:ln w="0">
            <a:noFill/>
            <a:prstDash val="solid"/>
          </a:ln>
        </p:spPr>
        <p:txBody>
          <a:bodyPr anchor="ctr"/>
          <a:lstStyle/>
          <a:p>
            <a:pPr algn="ctr">
              <a:defRPr sz="900" b="1">
                <a:solidFill>
                  <a:srgbClr val="008F62"/>
                </a:solidFill>
              </a:defRPr>
            </a:pPr>
            <a:r>
              <a:rPr sz="900" b="1">
                <a:solidFill>
                  <a:srgbClr val="008F62"/>
                </a:solidFill>
                <a:latin typeface="Kanit" panose="00000500000000000000" pitchFamily="2" charset="-34"/>
                <a:cs typeface="Kanit" panose="00000500000000000000" pitchFamily="2" charset="-34"/>
              </a:rPr>
              <a:t>✓</a:t>
            </a:r>
          </a:p>
        </p:txBody>
      </p:sp>
      <p:sp>
        <p:nvSpPr>
          <p:cNvPr id="110" name="Rectangle 109">
            <a:extLst>
              <a:ext uri="{FF2B5EF4-FFF2-40B4-BE49-F238E27FC236}">
                <a16:creationId xmlns:a16="http://schemas.microsoft.com/office/drawing/2014/main" id="{2A4296E3-C19F-45AB-A046-DD5EE433B8FA}"/>
              </a:ext>
            </a:extLst>
          </p:cNvPr>
          <p:cNvSpPr>
            <a:spLocks noGrp="1"/>
          </p:cNvSpPr>
          <p:nvPr/>
        </p:nvSpPr>
        <p:spPr>
          <a:xfrm>
            <a:off x="7874001" y="4505325"/>
            <a:ext cx="3689350" cy="447675"/>
          </a:xfrm>
          <a:prstGeom prst="rect">
            <a:avLst/>
          </a:prstGeom>
          <a:noFill/>
          <a:ln w="0">
            <a:noFill/>
            <a:prstDash val="solid"/>
          </a:ln>
        </p:spPr>
        <p:txBody>
          <a:bodyPr anchor="ctr"/>
          <a:lstStyle/>
          <a:p>
            <a:pPr algn="l">
              <a:defRPr sz="900" b="0">
                <a:solidFill>
                  <a:srgbClr val="193B36"/>
                </a:solidFill>
              </a:defRPr>
            </a:pPr>
            <a:r>
              <a:rPr sz="1000" b="0" dirty="0" err="1">
                <a:solidFill>
                  <a:srgbClr val="193B36"/>
                </a:solidFill>
                <a:latin typeface="Kanit" panose="00000500000000000000" pitchFamily="2" charset="-34"/>
                <a:cs typeface="Kanit" panose="00000500000000000000" pitchFamily="2" charset="-34"/>
              </a:rPr>
              <a:t>วันครบกำหนดและผู้รับผิดชอบมีข้อมูลชัดเจน</a:t>
            </a:r>
            <a:r>
              <a:rPr sz="1000" b="0" dirty="0">
                <a:solidFill>
                  <a:srgbClr val="193B36"/>
                </a:solidFill>
                <a:latin typeface="Kanit" panose="00000500000000000000" pitchFamily="2" charset="-34"/>
                <a:cs typeface="Kanit" panose="00000500000000000000" pitchFamily="2" charset="-34"/>
              </a:rPr>
              <a:t> </a:t>
            </a:r>
            <a:r>
              <a:rPr sz="1000" b="0" dirty="0" err="1">
                <a:solidFill>
                  <a:srgbClr val="193B36"/>
                </a:solidFill>
                <a:latin typeface="Kanit" panose="00000500000000000000" pitchFamily="2" charset="-34"/>
                <a:cs typeface="Kanit" panose="00000500000000000000" pitchFamily="2" charset="-34"/>
              </a:rPr>
              <a:t>จึงส่งอีเมล</a:t>
            </a:r>
            <a:r>
              <a:rPr sz="1000" b="0" dirty="0">
                <a:solidFill>
                  <a:srgbClr val="193B36"/>
                </a:solidFill>
                <a:latin typeface="Kanit" panose="00000500000000000000" pitchFamily="2" charset="-34"/>
                <a:cs typeface="Kanit" panose="00000500000000000000" pitchFamily="2" charset="-34"/>
              </a:rPr>
              <a:t> </a:t>
            </a:r>
            <a:r>
              <a:rPr sz="1000" b="0" dirty="0" err="1">
                <a:solidFill>
                  <a:srgbClr val="193B36"/>
                </a:solidFill>
                <a:latin typeface="Kanit" panose="00000500000000000000" pitchFamily="2" charset="-34"/>
                <a:cs typeface="Kanit" panose="00000500000000000000" pitchFamily="2" charset="-34"/>
              </a:rPr>
              <a:t>แจ้งเตือนล่วงหน้า</a:t>
            </a:r>
            <a:r>
              <a:rPr sz="1000" b="0" dirty="0">
                <a:solidFill>
                  <a:srgbClr val="193B36"/>
                </a:solidFill>
                <a:latin typeface="Kanit" panose="00000500000000000000" pitchFamily="2" charset="-34"/>
                <a:cs typeface="Kanit" panose="00000500000000000000" pitchFamily="2" charset="-34"/>
              </a:rPr>
              <a:t> </a:t>
            </a:r>
            <a:r>
              <a:rPr sz="1000" b="0" dirty="0" err="1">
                <a:solidFill>
                  <a:srgbClr val="193B36"/>
                </a:solidFill>
                <a:latin typeface="Kanit" panose="00000500000000000000" pitchFamily="2" charset="-34"/>
                <a:cs typeface="Kanit" panose="00000500000000000000" pitchFamily="2" charset="-34"/>
              </a:rPr>
              <a:t>ติดตาม</a:t>
            </a:r>
            <a:r>
              <a:rPr sz="1000" b="0" dirty="0">
                <a:solidFill>
                  <a:srgbClr val="193B36"/>
                </a:solidFill>
                <a:latin typeface="Kanit" panose="00000500000000000000" pitchFamily="2" charset="-34"/>
                <a:cs typeface="Kanit" panose="00000500000000000000" pitchFamily="2" charset="-34"/>
              </a:rPr>
              <a:t> </a:t>
            </a:r>
            <a:r>
              <a:rPr sz="1000" b="0" dirty="0" err="1">
                <a:solidFill>
                  <a:srgbClr val="193B36"/>
                </a:solidFill>
                <a:latin typeface="Kanit" panose="00000500000000000000" pitchFamily="2" charset="-34"/>
                <a:cs typeface="Kanit" panose="00000500000000000000" pitchFamily="2" charset="-34"/>
              </a:rPr>
              <a:t>และยกระดับปัญหาได้อัตโนมัติ</a:t>
            </a:r>
            <a:endParaRPr sz="1000" b="0" dirty="0">
              <a:solidFill>
                <a:srgbClr val="193B36"/>
              </a:solidFill>
              <a:latin typeface="Kanit" panose="00000500000000000000" pitchFamily="2" charset="-34"/>
              <a:cs typeface="Kanit" panose="00000500000000000000" pitchFamily="2" charset="-34"/>
            </a:endParaRPr>
          </a:p>
        </p:txBody>
      </p:sp>
      <p:sp>
        <p:nvSpPr>
          <p:cNvPr id="111" name="Rectangle 110">
            <a:extLst>
              <a:ext uri="{FF2B5EF4-FFF2-40B4-BE49-F238E27FC236}">
                <a16:creationId xmlns:a16="http://schemas.microsoft.com/office/drawing/2014/main" id="{E5759E34-E1DB-4FCE-A01F-DEDAF2D64744}"/>
              </a:ext>
            </a:extLst>
          </p:cNvPr>
          <p:cNvSpPr>
            <a:spLocks noGrp="1"/>
          </p:cNvSpPr>
          <p:nvPr/>
        </p:nvSpPr>
        <p:spPr>
          <a:xfrm>
            <a:off x="514350" y="5000625"/>
            <a:ext cx="400050"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2" name="Rectangle 111">
            <a:extLst>
              <a:ext uri="{FF2B5EF4-FFF2-40B4-BE49-F238E27FC236}">
                <a16:creationId xmlns:a16="http://schemas.microsoft.com/office/drawing/2014/main" id="{9AFAF09B-1743-4077-819B-18B2E553C706}"/>
              </a:ext>
            </a:extLst>
          </p:cNvPr>
          <p:cNvSpPr>
            <a:spLocks noGrp="1"/>
          </p:cNvSpPr>
          <p:nvPr/>
        </p:nvSpPr>
        <p:spPr>
          <a:xfrm>
            <a:off x="914400" y="5000625"/>
            <a:ext cx="2857500"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3" name="Rectangle 112">
            <a:extLst>
              <a:ext uri="{FF2B5EF4-FFF2-40B4-BE49-F238E27FC236}">
                <a16:creationId xmlns:a16="http://schemas.microsoft.com/office/drawing/2014/main" id="{8ADC6106-1AA4-480C-B058-E93A9EB35147}"/>
              </a:ext>
            </a:extLst>
          </p:cNvPr>
          <p:cNvSpPr>
            <a:spLocks noGrp="1"/>
          </p:cNvSpPr>
          <p:nvPr/>
        </p:nvSpPr>
        <p:spPr>
          <a:xfrm>
            <a:off x="3771900" y="5000625"/>
            <a:ext cx="2078567"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4" name="Rectangle 113">
            <a:extLst>
              <a:ext uri="{FF2B5EF4-FFF2-40B4-BE49-F238E27FC236}">
                <a16:creationId xmlns:a16="http://schemas.microsoft.com/office/drawing/2014/main" id="{315FE9FD-3DDA-40D7-B3E9-6BF2A8C1548D}"/>
              </a:ext>
            </a:extLst>
          </p:cNvPr>
          <p:cNvSpPr>
            <a:spLocks noGrp="1"/>
          </p:cNvSpPr>
          <p:nvPr/>
        </p:nvSpPr>
        <p:spPr>
          <a:xfrm>
            <a:off x="7560732" y="5000625"/>
            <a:ext cx="4116917"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5" name="Oval 114">
            <a:extLst>
              <a:ext uri="{FF2B5EF4-FFF2-40B4-BE49-F238E27FC236}">
                <a16:creationId xmlns:a16="http://schemas.microsoft.com/office/drawing/2014/main" id="{9CD31A9D-6188-4EF9-86A0-E14191D493F7}"/>
              </a:ext>
            </a:extLst>
          </p:cNvPr>
          <p:cNvSpPr>
            <a:spLocks noGrp="1"/>
          </p:cNvSpPr>
          <p:nvPr/>
        </p:nvSpPr>
        <p:spPr>
          <a:xfrm>
            <a:off x="600075" y="5143500"/>
            <a:ext cx="228600" cy="228600"/>
          </a:xfrm>
          <a:prstGeom prst="ellipse">
            <a:avLst/>
          </a:prstGeom>
          <a:solidFill>
            <a:srgbClr val="FFF3E1"/>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16" name="Rectangle 115">
            <a:extLst>
              <a:ext uri="{FF2B5EF4-FFF2-40B4-BE49-F238E27FC236}">
                <a16:creationId xmlns:a16="http://schemas.microsoft.com/office/drawing/2014/main" id="{8DA949EC-05AE-472A-B17F-6356E0DAB0B6}"/>
              </a:ext>
            </a:extLst>
          </p:cNvPr>
          <p:cNvSpPr>
            <a:spLocks noGrp="1"/>
          </p:cNvSpPr>
          <p:nvPr/>
        </p:nvSpPr>
        <p:spPr>
          <a:xfrm>
            <a:off x="600075" y="5162550"/>
            <a:ext cx="228600" cy="180975"/>
          </a:xfrm>
          <a:prstGeom prst="rect">
            <a:avLst/>
          </a:prstGeom>
          <a:noFill/>
          <a:ln w="0">
            <a:noFill/>
            <a:prstDash val="solid"/>
          </a:ln>
        </p:spPr>
        <p:txBody>
          <a:bodyPr anchor="ctr"/>
          <a:lstStyle/>
          <a:p>
            <a:pPr algn="ctr">
              <a:defRPr sz="900" b="1">
                <a:solidFill>
                  <a:srgbClr val="D88928"/>
                </a:solidFill>
              </a:defRPr>
            </a:pPr>
            <a:r>
              <a:rPr sz="900" b="1">
                <a:solidFill>
                  <a:srgbClr val="D88928"/>
                </a:solidFill>
                <a:latin typeface="Kanit" panose="00000500000000000000" pitchFamily="2" charset="-34"/>
                <a:cs typeface="Kanit" panose="00000500000000000000" pitchFamily="2" charset="-34"/>
              </a:rPr>
              <a:t>7</a:t>
            </a:r>
          </a:p>
        </p:txBody>
      </p:sp>
      <p:sp>
        <p:nvSpPr>
          <p:cNvPr id="117" name="Rectangle 116">
            <a:extLst>
              <a:ext uri="{FF2B5EF4-FFF2-40B4-BE49-F238E27FC236}">
                <a16:creationId xmlns:a16="http://schemas.microsoft.com/office/drawing/2014/main" id="{F2F73C69-67F8-4D15-B808-159D4C1F75A9}"/>
              </a:ext>
            </a:extLst>
          </p:cNvPr>
          <p:cNvSpPr>
            <a:spLocks noGrp="1"/>
          </p:cNvSpPr>
          <p:nvPr/>
        </p:nvSpPr>
        <p:spPr>
          <a:xfrm>
            <a:off x="1028700" y="5057775"/>
            <a:ext cx="2628900" cy="219075"/>
          </a:xfrm>
          <a:prstGeom prst="rect">
            <a:avLst/>
          </a:prstGeom>
          <a:noFill/>
          <a:ln w="0">
            <a:noFill/>
            <a:prstDash val="solid"/>
          </a:ln>
        </p:spPr>
        <p:txBody>
          <a:bodyPr anchor="ctr"/>
          <a:lstStyle/>
          <a:p>
            <a:pPr algn="l">
              <a:defRPr sz="975" b="1">
                <a:solidFill>
                  <a:srgbClr val="173F37"/>
                </a:solidFill>
              </a:defRPr>
            </a:pPr>
            <a:r>
              <a:rPr sz="975" b="1">
                <a:solidFill>
                  <a:srgbClr val="173F37"/>
                </a:solidFill>
                <a:latin typeface="Kanit" panose="00000500000000000000" pitchFamily="2" charset="-34"/>
                <a:cs typeface="Kanit" panose="00000500000000000000" pitchFamily="2" charset="-34"/>
              </a:rPr>
              <a:t>GL – สร้างทะเบียน PR และ FA</a:t>
            </a:r>
          </a:p>
        </p:txBody>
      </p:sp>
      <p:sp>
        <p:nvSpPr>
          <p:cNvPr id="118" name="Rectangle 117">
            <a:extLst>
              <a:ext uri="{FF2B5EF4-FFF2-40B4-BE49-F238E27FC236}">
                <a16:creationId xmlns:a16="http://schemas.microsoft.com/office/drawing/2014/main" id="{B1835F4C-6E86-4489-9E96-2FD3DA56001E}"/>
              </a:ext>
            </a:extLst>
          </p:cNvPr>
          <p:cNvSpPr>
            <a:spLocks noGrp="1"/>
          </p:cNvSpPr>
          <p:nvPr/>
        </p:nvSpPr>
        <p:spPr>
          <a:xfrm>
            <a:off x="1028700" y="5276850"/>
            <a:ext cx="2628900" cy="190500"/>
          </a:xfrm>
          <a:prstGeom prst="rect">
            <a:avLst/>
          </a:prstGeom>
          <a:noFill/>
          <a:ln w="0">
            <a:noFill/>
            <a:prstDash val="solid"/>
          </a:ln>
        </p:spPr>
        <p:txBody>
          <a:bodyPr anchor="ctr"/>
          <a:lstStyle/>
          <a:p>
            <a:pPr algn="l">
              <a:defRPr sz="825" b="0">
                <a:solidFill>
                  <a:srgbClr val="667B77"/>
                </a:solidFill>
              </a:defRPr>
            </a:pPr>
            <a:r>
              <a:rPr sz="825" b="0">
                <a:solidFill>
                  <a:srgbClr val="667B77"/>
                </a:solidFill>
                <a:latin typeface="Kanit" panose="00000500000000000000" pitchFamily="2" charset="-34"/>
                <a:cs typeface="Kanit" panose="00000500000000000000" pitchFamily="2" charset="-34"/>
              </a:rPr>
              <a:t>จัดทำทะเบียนทรัพย์สิน</a:t>
            </a:r>
          </a:p>
        </p:txBody>
      </p:sp>
      <p:sp>
        <p:nvSpPr>
          <p:cNvPr id="119" name="Rectangle: Rounded Corners 118">
            <a:extLst>
              <a:ext uri="{FF2B5EF4-FFF2-40B4-BE49-F238E27FC236}">
                <a16:creationId xmlns:a16="http://schemas.microsoft.com/office/drawing/2014/main" id="{4C04D657-D03D-49CD-ADB1-3C22155FB4CC}"/>
              </a:ext>
            </a:extLst>
          </p:cNvPr>
          <p:cNvSpPr>
            <a:spLocks noGrp="1"/>
          </p:cNvSpPr>
          <p:nvPr/>
        </p:nvSpPr>
        <p:spPr>
          <a:xfrm>
            <a:off x="4451350" y="5159375"/>
            <a:ext cx="428625" cy="228600"/>
          </a:xfrm>
          <a:prstGeom prst="roundRect">
            <a:avLst>
              <a:gd name="adj" fmla="val 33333"/>
            </a:avLst>
          </a:prstGeom>
          <a:solidFill>
            <a:srgbClr val="FFE7F0"/>
          </a:solidFill>
          <a:ln w="0">
            <a:noFill/>
            <a:prstDash val="solid"/>
          </a:ln>
        </p:spPr>
        <p:txBody>
          <a:bodyPr/>
          <a:lstStyle/>
          <a:p>
            <a:endParaRPr lang="en-US">
              <a:solidFill>
                <a:srgbClr val="FF0000"/>
              </a:solidFill>
              <a:latin typeface="Kanit" panose="00000500000000000000" pitchFamily="2" charset="-34"/>
              <a:cs typeface="Kanit" panose="00000500000000000000" pitchFamily="2" charset="-34"/>
            </a:endParaRPr>
          </a:p>
        </p:txBody>
      </p:sp>
      <p:sp>
        <p:nvSpPr>
          <p:cNvPr id="120" name="Rectangle 119">
            <a:extLst>
              <a:ext uri="{FF2B5EF4-FFF2-40B4-BE49-F238E27FC236}">
                <a16:creationId xmlns:a16="http://schemas.microsoft.com/office/drawing/2014/main" id="{CF07ED1D-3142-4292-947A-062834D05773}"/>
              </a:ext>
            </a:extLst>
          </p:cNvPr>
          <p:cNvSpPr>
            <a:spLocks noGrp="1"/>
          </p:cNvSpPr>
          <p:nvPr/>
        </p:nvSpPr>
        <p:spPr>
          <a:xfrm>
            <a:off x="4451350" y="5178425"/>
            <a:ext cx="428625" cy="171450"/>
          </a:xfrm>
          <a:prstGeom prst="rect">
            <a:avLst/>
          </a:prstGeom>
          <a:noFill/>
          <a:ln w="0">
            <a:noFill/>
            <a:prstDash val="solid"/>
          </a:ln>
        </p:spPr>
        <p:txBody>
          <a:bodyPr anchor="ctr"/>
          <a:lstStyle/>
          <a:p>
            <a:pPr algn="ctr">
              <a:defRPr sz="825" b="1">
                <a:solidFill>
                  <a:srgbClr val="D88928"/>
                </a:solidFill>
              </a:defRPr>
            </a:pPr>
            <a:r>
              <a:rPr sz="825" b="1" dirty="0">
                <a:solidFill>
                  <a:srgbClr val="FF0000"/>
                </a:solidFill>
                <a:latin typeface="Kanit" panose="00000500000000000000" pitchFamily="2" charset="-34"/>
                <a:cs typeface="Kanit" panose="00000500000000000000" pitchFamily="2" charset="-34"/>
              </a:rPr>
              <a:t>AI</a:t>
            </a:r>
          </a:p>
        </p:txBody>
      </p:sp>
      <p:sp>
        <p:nvSpPr>
          <p:cNvPr id="124" name="Oval 123">
            <a:extLst>
              <a:ext uri="{FF2B5EF4-FFF2-40B4-BE49-F238E27FC236}">
                <a16:creationId xmlns:a16="http://schemas.microsoft.com/office/drawing/2014/main" id="{CB1E98A4-C13B-4382-A48F-F752D9EADF4C}"/>
              </a:ext>
            </a:extLst>
          </p:cNvPr>
          <p:cNvSpPr>
            <a:spLocks noGrp="1"/>
          </p:cNvSpPr>
          <p:nvPr/>
        </p:nvSpPr>
        <p:spPr>
          <a:xfrm>
            <a:off x="7634821" y="5162550"/>
            <a:ext cx="209550" cy="209550"/>
          </a:xfrm>
          <a:prstGeom prst="ellipse">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25" name="Rectangle 124">
            <a:extLst>
              <a:ext uri="{FF2B5EF4-FFF2-40B4-BE49-F238E27FC236}">
                <a16:creationId xmlns:a16="http://schemas.microsoft.com/office/drawing/2014/main" id="{3E12F383-A8D0-4712-A281-376FF11ED5A4}"/>
              </a:ext>
            </a:extLst>
          </p:cNvPr>
          <p:cNvSpPr>
            <a:spLocks noGrp="1"/>
          </p:cNvSpPr>
          <p:nvPr/>
        </p:nvSpPr>
        <p:spPr>
          <a:xfrm>
            <a:off x="7634821" y="5172075"/>
            <a:ext cx="209550" cy="171450"/>
          </a:xfrm>
          <a:prstGeom prst="rect">
            <a:avLst/>
          </a:prstGeom>
          <a:noFill/>
          <a:ln w="0">
            <a:noFill/>
            <a:prstDash val="solid"/>
          </a:ln>
        </p:spPr>
        <p:txBody>
          <a:bodyPr anchor="ctr"/>
          <a:lstStyle/>
          <a:p>
            <a:pPr algn="ctr">
              <a:defRPr sz="900" b="1">
                <a:solidFill>
                  <a:srgbClr val="008F62"/>
                </a:solidFill>
              </a:defRPr>
            </a:pPr>
            <a:r>
              <a:rPr sz="900" b="1">
                <a:solidFill>
                  <a:srgbClr val="008F62"/>
                </a:solidFill>
                <a:latin typeface="Kanit" panose="00000500000000000000" pitchFamily="2" charset="-34"/>
                <a:cs typeface="Kanit" panose="00000500000000000000" pitchFamily="2" charset="-34"/>
              </a:rPr>
              <a:t>✓</a:t>
            </a:r>
          </a:p>
        </p:txBody>
      </p:sp>
      <p:sp>
        <p:nvSpPr>
          <p:cNvPr id="126" name="Rectangle 125">
            <a:extLst>
              <a:ext uri="{FF2B5EF4-FFF2-40B4-BE49-F238E27FC236}">
                <a16:creationId xmlns:a16="http://schemas.microsoft.com/office/drawing/2014/main" id="{0A72433C-17EF-44B1-8B8E-6B30940A1D0A}"/>
              </a:ext>
            </a:extLst>
          </p:cNvPr>
          <p:cNvSpPr>
            <a:spLocks noGrp="1"/>
          </p:cNvSpPr>
          <p:nvPr/>
        </p:nvSpPr>
        <p:spPr>
          <a:xfrm>
            <a:off x="7874000" y="5048250"/>
            <a:ext cx="3689350" cy="447675"/>
          </a:xfrm>
          <a:prstGeom prst="rect">
            <a:avLst/>
          </a:prstGeom>
          <a:noFill/>
          <a:ln w="0">
            <a:noFill/>
            <a:prstDash val="solid"/>
          </a:ln>
        </p:spPr>
        <p:txBody>
          <a:bodyPr anchor="ctr"/>
          <a:lstStyle/>
          <a:p>
            <a:pPr algn="l">
              <a:defRPr sz="900" b="0">
                <a:solidFill>
                  <a:srgbClr val="193B36"/>
                </a:solidFill>
              </a:defRPr>
            </a:pPr>
            <a:r>
              <a:rPr sz="1000" b="0" dirty="0">
                <a:solidFill>
                  <a:srgbClr val="193B36"/>
                </a:solidFill>
                <a:latin typeface="Kanit" panose="00000500000000000000" pitchFamily="2" charset="-34"/>
                <a:cs typeface="Kanit" panose="00000500000000000000" pitchFamily="2" charset="-34"/>
              </a:rPr>
              <a:t>AI </a:t>
            </a:r>
            <a:r>
              <a:rPr sz="1000" b="0" dirty="0" err="1">
                <a:solidFill>
                  <a:srgbClr val="193B36"/>
                </a:solidFill>
                <a:latin typeface="Kanit" panose="00000500000000000000" pitchFamily="2" charset="-34"/>
                <a:cs typeface="Kanit" panose="00000500000000000000" pitchFamily="2" charset="-34"/>
              </a:rPr>
              <a:t>วิเคราะห์และจัดประเภทข้อมูลจากรูปภาพหรือ</a:t>
            </a:r>
            <a:r>
              <a:rPr sz="1000" b="0" dirty="0">
                <a:solidFill>
                  <a:srgbClr val="193B36"/>
                </a:solidFill>
                <a:latin typeface="Kanit" panose="00000500000000000000" pitchFamily="2" charset="-34"/>
                <a:cs typeface="Kanit" panose="00000500000000000000" pitchFamily="2" charset="-34"/>
              </a:rPr>
              <a:t> Excel </a:t>
            </a:r>
            <a:r>
              <a:rPr sz="1000" b="0" dirty="0" err="1">
                <a:solidFill>
                  <a:srgbClr val="193B36"/>
                </a:solidFill>
                <a:latin typeface="Kanit" panose="00000500000000000000" pitchFamily="2" charset="-34"/>
                <a:cs typeface="Kanit" panose="00000500000000000000" pitchFamily="2" charset="-34"/>
              </a:rPr>
              <a:t>ส่วน</a:t>
            </a:r>
            <a:r>
              <a:rPr sz="1000" b="0" dirty="0">
                <a:solidFill>
                  <a:srgbClr val="193B36"/>
                </a:solidFill>
                <a:latin typeface="Kanit" panose="00000500000000000000" pitchFamily="2" charset="-34"/>
                <a:cs typeface="Kanit" panose="00000500000000000000" pitchFamily="2" charset="-34"/>
              </a:rPr>
              <a:t> RPA </a:t>
            </a:r>
            <a:r>
              <a:rPr sz="1000" b="0" dirty="0" err="1">
                <a:solidFill>
                  <a:srgbClr val="193B36"/>
                </a:solidFill>
                <a:latin typeface="Kanit" panose="00000500000000000000" pitchFamily="2" charset="-34"/>
                <a:cs typeface="Kanit" panose="00000500000000000000" pitchFamily="2" charset="-34"/>
              </a:rPr>
              <a:t>สร้าง</a:t>
            </a:r>
            <a:r>
              <a:rPr sz="1000" b="0" dirty="0">
                <a:solidFill>
                  <a:srgbClr val="193B36"/>
                </a:solidFill>
                <a:latin typeface="Kanit" panose="00000500000000000000" pitchFamily="2" charset="-34"/>
                <a:cs typeface="Kanit" panose="00000500000000000000" pitchFamily="2" charset="-34"/>
              </a:rPr>
              <a:t> Card </a:t>
            </a:r>
            <a:r>
              <a:rPr sz="1000" b="0" dirty="0" err="1">
                <a:solidFill>
                  <a:srgbClr val="193B36"/>
                </a:solidFill>
                <a:latin typeface="Kanit" panose="00000500000000000000" pitchFamily="2" charset="-34"/>
                <a:cs typeface="Kanit" panose="00000500000000000000" pitchFamily="2" charset="-34"/>
              </a:rPr>
              <a:t>ในระบบ</a:t>
            </a:r>
            <a:r>
              <a:rPr sz="1000" b="0" dirty="0">
                <a:solidFill>
                  <a:srgbClr val="193B36"/>
                </a:solidFill>
                <a:latin typeface="Kanit" panose="00000500000000000000" pitchFamily="2" charset="-34"/>
                <a:cs typeface="Kanit" panose="00000500000000000000" pitchFamily="2" charset="-34"/>
              </a:rPr>
              <a:t> 365 </a:t>
            </a:r>
            <a:r>
              <a:rPr sz="1000" b="0" dirty="0" err="1">
                <a:solidFill>
                  <a:srgbClr val="193B36"/>
                </a:solidFill>
                <a:latin typeface="Kanit" panose="00000500000000000000" pitchFamily="2" charset="-34"/>
                <a:cs typeface="Kanit" panose="00000500000000000000" pitchFamily="2" charset="-34"/>
              </a:rPr>
              <a:t>หลังผู้ใช้งานยืนยันความถูกต้อง</a:t>
            </a:r>
            <a:endParaRPr sz="1000" b="0" dirty="0">
              <a:solidFill>
                <a:srgbClr val="193B36"/>
              </a:solidFill>
              <a:latin typeface="Kanit" panose="00000500000000000000" pitchFamily="2" charset="-34"/>
              <a:cs typeface="Kanit" panose="00000500000000000000" pitchFamily="2" charset="-34"/>
            </a:endParaRPr>
          </a:p>
        </p:txBody>
      </p:sp>
      <p:sp>
        <p:nvSpPr>
          <p:cNvPr id="127" name="Rectangle 126">
            <a:extLst>
              <a:ext uri="{FF2B5EF4-FFF2-40B4-BE49-F238E27FC236}">
                <a16:creationId xmlns:a16="http://schemas.microsoft.com/office/drawing/2014/main" id="{3DF7366F-F88C-464F-A6F7-B63F2FFAB30B}"/>
              </a:ext>
            </a:extLst>
          </p:cNvPr>
          <p:cNvSpPr>
            <a:spLocks noGrp="1"/>
          </p:cNvSpPr>
          <p:nvPr/>
        </p:nvSpPr>
        <p:spPr>
          <a:xfrm>
            <a:off x="514350" y="5543550"/>
            <a:ext cx="400050"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28" name="Rectangle 127">
            <a:extLst>
              <a:ext uri="{FF2B5EF4-FFF2-40B4-BE49-F238E27FC236}">
                <a16:creationId xmlns:a16="http://schemas.microsoft.com/office/drawing/2014/main" id="{E03583EC-4004-44B3-AFB2-7F2C9F1A8F06}"/>
              </a:ext>
            </a:extLst>
          </p:cNvPr>
          <p:cNvSpPr>
            <a:spLocks noGrp="1"/>
          </p:cNvSpPr>
          <p:nvPr/>
        </p:nvSpPr>
        <p:spPr>
          <a:xfrm>
            <a:off x="914400" y="5543550"/>
            <a:ext cx="2857500"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29" name="Rectangle 128">
            <a:extLst>
              <a:ext uri="{FF2B5EF4-FFF2-40B4-BE49-F238E27FC236}">
                <a16:creationId xmlns:a16="http://schemas.microsoft.com/office/drawing/2014/main" id="{C0E38C9E-CD10-44E3-8FA7-C39A9878354E}"/>
              </a:ext>
            </a:extLst>
          </p:cNvPr>
          <p:cNvSpPr>
            <a:spLocks noGrp="1"/>
          </p:cNvSpPr>
          <p:nvPr/>
        </p:nvSpPr>
        <p:spPr>
          <a:xfrm>
            <a:off x="3771900" y="5543550"/>
            <a:ext cx="2078567"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0" name="Rectangle 129">
            <a:extLst>
              <a:ext uri="{FF2B5EF4-FFF2-40B4-BE49-F238E27FC236}">
                <a16:creationId xmlns:a16="http://schemas.microsoft.com/office/drawing/2014/main" id="{87165F92-0A69-48F4-A149-C0ABF3AD61E8}"/>
              </a:ext>
            </a:extLst>
          </p:cNvPr>
          <p:cNvSpPr>
            <a:spLocks noGrp="1"/>
          </p:cNvSpPr>
          <p:nvPr/>
        </p:nvSpPr>
        <p:spPr>
          <a:xfrm>
            <a:off x="7560732" y="5543550"/>
            <a:ext cx="4116917"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1" name="Oval 130">
            <a:extLst>
              <a:ext uri="{FF2B5EF4-FFF2-40B4-BE49-F238E27FC236}">
                <a16:creationId xmlns:a16="http://schemas.microsoft.com/office/drawing/2014/main" id="{A3FE1A03-65B0-40C5-9999-B782CF6291D4}"/>
              </a:ext>
            </a:extLst>
          </p:cNvPr>
          <p:cNvSpPr>
            <a:spLocks noGrp="1"/>
          </p:cNvSpPr>
          <p:nvPr/>
        </p:nvSpPr>
        <p:spPr>
          <a:xfrm>
            <a:off x="600075" y="5686425"/>
            <a:ext cx="228600" cy="228600"/>
          </a:xfrm>
          <a:prstGeom prst="ellipse">
            <a:avLst/>
          </a:prstGeom>
          <a:solidFill>
            <a:srgbClr val="FFF3E1"/>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32" name="Rectangle 131">
            <a:extLst>
              <a:ext uri="{FF2B5EF4-FFF2-40B4-BE49-F238E27FC236}">
                <a16:creationId xmlns:a16="http://schemas.microsoft.com/office/drawing/2014/main" id="{A9BA205E-8868-4166-BF6C-F7F16D64076A}"/>
              </a:ext>
            </a:extLst>
          </p:cNvPr>
          <p:cNvSpPr>
            <a:spLocks noGrp="1"/>
          </p:cNvSpPr>
          <p:nvPr/>
        </p:nvSpPr>
        <p:spPr>
          <a:xfrm>
            <a:off x="600075" y="5705475"/>
            <a:ext cx="228600" cy="180975"/>
          </a:xfrm>
          <a:prstGeom prst="rect">
            <a:avLst/>
          </a:prstGeom>
          <a:noFill/>
          <a:ln w="0">
            <a:noFill/>
            <a:prstDash val="solid"/>
          </a:ln>
        </p:spPr>
        <p:txBody>
          <a:bodyPr anchor="ctr"/>
          <a:lstStyle/>
          <a:p>
            <a:pPr algn="ctr">
              <a:defRPr sz="900" b="1">
                <a:solidFill>
                  <a:srgbClr val="D88928"/>
                </a:solidFill>
              </a:defRPr>
            </a:pPr>
            <a:r>
              <a:rPr sz="900" b="1">
                <a:solidFill>
                  <a:srgbClr val="D88928"/>
                </a:solidFill>
                <a:latin typeface="Kanit" panose="00000500000000000000" pitchFamily="2" charset="-34"/>
                <a:cs typeface="Kanit" panose="00000500000000000000" pitchFamily="2" charset="-34"/>
              </a:rPr>
              <a:t>8</a:t>
            </a:r>
          </a:p>
        </p:txBody>
      </p:sp>
      <p:sp>
        <p:nvSpPr>
          <p:cNvPr id="133" name="Rectangle 132">
            <a:extLst>
              <a:ext uri="{FF2B5EF4-FFF2-40B4-BE49-F238E27FC236}">
                <a16:creationId xmlns:a16="http://schemas.microsoft.com/office/drawing/2014/main" id="{1FADFC71-3A41-480C-9E57-79538B2C2C36}"/>
              </a:ext>
            </a:extLst>
          </p:cNvPr>
          <p:cNvSpPr>
            <a:spLocks noGrp="1"/>
          </p:cNvSpPr>
          <p:nvPr/>
        </p:nvSpPr>
        <p:spPr>
          <a:xfrm>
            <a:off x="1028700" y="5600700"/>
            <a:ext cx="2628900" cy="219075"/>
          </a:xfrm>
          <a:prstGeom prst="rect">
            <a:avLst/>
          </a:prstGeom>
          <a:noFill/>
          <a:ln w="0">
            <a:noFill/>
            <a:prstDash val="solid"/>
          </a:ln>
        </p:spPr>
        <p:txBody>
          <a:bodyPr anchor="ctr"/>
          <a:lstStyle/>
          <a:p>
            <a:pPr algn="l">
              <a:defRPr sz="975" b="1">
                <a:solidFill>
                  <a:srgbClr val="173F37"/>
                </a:solidFill>
              </a:defRPr>
            </a:pPr>
            <a:r>
              <a:rPr sz="975" b="1" dirty="0">
                <a:solidFill>
                  <a:srgbClr val="173F37"/>
                </a:solidFill>
                <a:latin typeface="Kanit" panose="00000500000000000000" pitchFamily="2" charset="-34"/>
                <a:cs typeface="Kanit" panose="00000500000000000000" pitchFamily="2" charset="-34"/>
              </a:rPr>
              <a:t>GL –</a:t>
            </a:r>
            <a:r>
              <a:rPr lang="en-US" sz="975" b="1" dirty="0">
                <a:solidFill>
                  <a:srgbClr val="173F37"/>
                </a:solidFill>
                <a:latin typeface="Kanit" panose="00000500000000000000" pitchFamily="2" charset="-34"/>
                <a:cs typeface="Kanit" panose="00000500000000000000" pitchFamily="2" charset="-34"/>
              </a:rPr>
              <a:t> </a:t>
            </a:r>
            <a:r>
              <a:rPr lang="th-TH" sz="975" b="1" dirty="0">
                <a:solidFill>
                  <a:srgbClr val="173F37"/>
                </a:solidFill>
                <a:latin typeface="Kanit" panose="00000500000000000000" pitchFamily="2" charset="-34"/>
                <a:cs typeface="Kanit" panose="00000500000000000000" pitchFamily="2" charset="-34"/>
              </a:rPr>
              <a:t>ดึงและรวมงบทดลองสู่งบการเงิน</a:t>
            </a:r>
            <a:endParaRPr sz="975" b="1" dirty="0">
              <a:solidFill>
                <a:srgbClr val="173F37"/>
              </a:solidFill>
              <a:latin typeface="Kanit" panose="00000500000000000000" pitchFamily="2" charset="-34"/>
              <a:cs typeface="Kanit" panose="00000500000000000000" pitchFamily="2" charset="-34"/>
            </a:endParaRPr>
          </a:p>
        </p:txBody>
      </p:sp>
      <p:sp>
        <p:nvSpPr>
          <p:cNvPr id="134" name="Rectangle 133">
            <a:extLst>
              <a:ext uri="{FF2B5EF4-FFF2-40B4-BE49-F238E27FC236}">
                <a16:creationId xmlns:a16="http://schemas.microsoft.com/office/drawing/2014/main" id="{F17E653E-63D2-4183-90EC-CE5F32EC85AE}"/>
              </a:ext>
            </a:extLst>
          </p:cNvPr>
          <p:cNvSpPr>
            <a:spLocks noGrp="1"/>
          </p:cNvSpPr>
          <p:nvPr/>
        </p:nvSpPr>
        <p:spPr>
          <a:xfrm>
            <a:off x="1028700" y="5819775"/>
            <a:ext cx="2628900" cy="190500"/>
          </a:xfrm>
          <a:prstGeom prst="rect">
            <a:avLst/>
          </a:prstGeom>
          <a:noFill/>
          <a:ln w="0">
            <a:noFill/>
            <a:prstDash val="solid"/>
          </a:ln>
        </p:spPr>
        <p:txBody>
          <a:bodyPr anchor="ctr"/>
          <a:lstStyle/>
          <a:p>
            <a:pPr algn="l">
              <a:defRPr sz="825" b="0">
                <a:solidFill>
                  <a:srgbClr val="667B77"/>
                </a:solidFill>
              </a:defRPr>
            </a:pPr>
            <a:r>
              <a:rPr sz="825" b="0">
                <a:solidFill>
                  <a:srgbClr val="667B77"/>
                </a:solidFill>
                <a:latin typeface="Kanit" panose="00000500000000000000" pitchFamily="2" charset="-34"/>
                <a:cs typeface="Kanit" panose="00000500000000000000" pitchFamily="2" charset="-34"/>
              </a:rPr>
              <a:t>TB → FS และรายงานผู้บริหาร</a:t>
            </a:r>
          </a:p>
        </p:txBody>
      </p:sp>
      <p:sp>
        <p:nvSpPr>
          <p:cNvPr id="135" name="Rectangle: Rounded Corners 134">
            <a:extLst>
              <a:ext uri="{FF2B5EF4-FFF2-40B4-BE49-F238E27FC236}">
                <a16:creationId xmlns:a16="http://schemas.microsoft.com/office/drawing/2014/main" id="{3C59C7AA-AEFD-474E-8641-6FD923421833}"/>
              </a:ext>
            </a:extLst>
          </p:cNvPr>
          <p:cNvSpPr>
            <a:spLocks noGrp="1"/>
          </p:cNvSpPr>
          <p:nvPr/>
        </p:nvSpPr>
        <p:spPr>
          <a:xfrm>
            <a:off x="3886200" y="5695950"/>
            <a:ext cx="428625" cy="228600"/>
          </a:xfrm>
          <a:prstGeom prst="roundRect">
            <a:avLst>
              <a:gd name="adj" fmla="val 33333"/>
            </a:avLst>
          </a:prstGeom>
          <a:solidFill>
            <a:srgbClr val="FDE2FE"/>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36" name="Rectangle 135">
            <a:extLst>
              <a:ext uri="{FF2B5EF4-FFF2-40B4-BE49-F238E27FC236}">
                <a16:creationId xmlns:a16="http://schemas.microsoft.com/office/drawing/2014/main" id="{16F59F12-0AE6-4B77-8503-E241D794294A}"/>
              </a:ext>
            </a:extLst>
          </p:cNvPr>
          <p:cNvSpPr>
            <a:spLocks noGrp="1"/>
          </p:cNvSpPr>
          <p:nvPr/>
        </p:nvSpPr>
        <p:spPr>
          <a:xfrm>
            <a:off x="3886200" y="5715000"/>
            <a:ext cx="428625" cy="171450"/>
          </a:xfrm>
          <a:prstGeom prst="rect">
            <a:avLst/>
          </a:prstGeom>
          <a:noFill/>
          <a:ln w="0">
            <a:noFill/>
            <a:prstDash val="solid"/>
          </a:ln>
        </p:spPr>
        <p:txBody>
          <a:bodyPr anchor="ctr"/>
          <a:lstStyle/>
          <a:p>
            <a:pPr algn="ctr">
              <a:defRPr sz="825" b="1">
                <a:solidFill>
                  <a:srgbClr val="D88928"/>
                </a:solidFill>
              </a:defRPr>
            </a:pPr>
            <a:r>
              <a:rPr sz="825" b="1" dirty="0">
                <a:solidFill>
                  <a:srgbClr val="7030A0"/>
                </a:solidFill>
                <a:latin typeface="Kanit" panose="00000500000000000000" pitchFamily="2" charset="-34"/>
                <a:cs typeface="Kanit" panose="00000500000000000000" pitchFamily="2" charset="-34"/>
              </a:rPr>
              <a:t>PQ</a:t>
            </a:r>
          </a:p>
        </p:txBody>
      </p:sp>
      <p:sp>
        <p:nvSpPr>
          <p:cNvPr id="137" name="Rectangle: Rounded Corners 136">
            <a:extLst>
              <a:ext uri="{FF2B5EF4-FFF2-40B4-BE49-F238E27FC236}">
                <a16:creationId xmlns:a16="http://schemas.microsoft.com/office/drawing/2014/main" id="{20CAB74D-8A9D-42CA-B9E0-90EACF48FDB0}"/>
              </a:ext>
            </a:extLst>
          </p:cNvPr>
          <p:cNvSpPr>
            <a:spLocks noGrp="1"/>
          </p:cNvSpPr>
          <p:nvPr/>
        </p:nvSpPr>
        <p:spPr>
          <a:xfrm>
            <a:off x="4371975" y="5695950"/>
            <a:ext cx="466725" cy="228600"/>
          </a:xfrm>
          <a:prstGeom prst="roundRect">
            <a:avLst>
              <a:gd name="adj" fmla="val 33333"/>
            </a:avLst>
          </a:prstGeom>
          <a:solidFill>
            <a:srgbClr val="EAF2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38" name="Rectangle 137">
            <a:extLst>
              <a:ext uri="{FF2B5EF4-FFF2-40B4-BE49-F238E27FC236}">
                <a16:creationId xmlns:a16="http://schemas.microsoft.com/office/drawing/2014/main" id="{C88F7F38-7978-44E3-BDBC-4DEBFE121026}"/>
              </a:ext>
            </a:extLst>
          </p:cNvPr>
          <p:cNvSpPr>
            <a:spLocks noGrp="1"/>
          </p:cNvSpPr>
          <p:nvPr/>
        </p:nvSpPr>
        <p:spPr>
          <a:xfrm>
            <a:off x="4371975" y="5715000"/>
            <a:ext cx="466725" cy="171450"/>
          </a:xfrm>
          <a:prstGeom prst="rect">
            <a:avLst/>
          </a:prstGeom>
          <a:noFill/>
          <a:ln w="0">
            <a:noFill/>
            <a:prstDash val="solid"/>
          </a:ln>
        </p:spPr>
        <p:txBody>
          <a:bodyPr anchor="ctr"/>
          <a:lstStyle/>
          <a:p>
            <a:pPr algn="ctr">
              <a:defRPr sz="825" b="1">
                <a:solidFill>
                  <a:srgbClr val="102C46"/>
                </a:solidFill>
              </a:defRPr>
            </a:pPr>
            <a:r>
              <a:rPr sz="825" b="1">
                <a:solidFill>
                  <a:srgbClr val="102C46"/>
                </a:solidFill>
                <a:latin typeface="Kanit" panose="00000500000000000000" pitchFamily="2" charset="-34"/>
                <a:cs typeface="Kanit" panose="00000500000000000000" pitchFamily="2" charset="-34"/>
              </a:rPr>
              <a:t>BI</a:t>
            </a:r>
          </a:p>
        </p:txBody>
      </p:sp>
      <p:sp>
        <p:nvSpPr>
          <p:cNvPr id="140" name="Oval 139">
            <a:extLst>
              <a:ext uri="{FF2B5EF4-FFF2-40B4-BE49-F238E27FC236}">
                <a16:creationId xmlns:a16="http://schemas.microsoft.com/office/drawing/2014/main" id="{0C8CF9E5-EDA3-4D3C-876A-672E46F9B596}"/>
              </a:ext>
            </a:extLst>
          </p:cNvPr>
          <p:cNvSpPr>
            <a:spLocks noGrp="1"/>
          </p:cNvSpPr>
          <p:nvPr/>
        </p:nvSpPr>
        <p:spPr>
          <a:xfrm>
            <a:off x="7634821" y="5705475"/>
            <a:ext cx="209550" cy="209550"/>
          </a:xfrm>
          <a:prstGeom prst="ellipse">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41" name="Rectangle 140">
            <a:extLst>
              <a:ext uri="{FF2B5EF4-FFF2-40B4-BE49-F238E27FC236}">
                <a16:creationId xmlns:a16="http://schemas.microsoft.com/office/drawing/2014/main" id="{C823E3CB-B0E7-48C0-97A7-413D1CAB4595}"/>
              </a:ext>
            </a:extLst>
          </p:cNvPr>
          <p:cNvSpPr>
            <a:spLocks noGrp="1"/>
          </p:cNvSpPr>
          <p:nvPr/>
        </p:nvSpPr>
        <p:spPr>
          <a:xfrm>
            <a:off x="7634821" y="5715000"/>
            <a:ext cx="209550" cy="171450"/>
          </a:xfrm>
          <a:prstGeom prst="rect">
            <a:avLst/>
          </a:prstGeom>
          <a:noFill/>
          <a:ln w="0">
            <a:noFill/>
            <a:prstDash val="solid"/>
          </a:ln>
        </p:spPr>
        <p:txBody>
          <a:bodyPr anchor="ctr"/>
          <a:lstStyle/>
          <a:p>
            <a:pPr algn="ctr">
              <a:defRPr sz="900" b="1">
                <a:solidFill>
                  <a:srgbClr val="008F62"/>
                </a:solidFill>
              </a:defRPr>
            </a:pPr>
            <a:r>
              <a:rPr sz="900" b="1">
                <a:solidFill>
                  <a:srgbClr val="008F62"/>
                </a:solidFill>
                <a:latin typeface="Kanit" panose="00000500000000000000" pitchFamily="2" charset="-34"/>
                <a:cs typeface="Kanit" panose="00000500000000000000" pitchFamily="2" charset="-34"/>
              </a:rPr>
              <a:t>✓</a:t>
            </a:r>
          </a:p>
        </p:txBody>
      </p:sp>
      <p:sp>
        <p:nvSpPr>
          <p:cNvPr id="142" name="Rectangle 141">
            <a:extLst>
              <a:ext uri="{FF2B5EF4-FFF2-40B4-BE49-F238E27FC236}">
                <a16:creationId xmlns:a16="http://schemas.microsoft.com/office/drawing/2014/main" id="{63EA32EB-2B25-4DB9-8BB8-010F65DF7962}"/>
              </a:ext>
            </a:extLst>
          </p:cNvPr>
          <p:cNvSpPr>
            <a:spLocks noGrp="1"/>
          </p:cNvSpPr>
          <p:nvPr/>
        </p:nvSpPr>
        <p:spPr>
          <a:xfrm>
            <a:off x="7874000" y="5591175"/>
            <a:ext cx="3689350" cy="447675"/>
          </a:xfrm>
          <a:prstGeom prst="rect">
            <a:avLst/>
          </a:prstGeom>
          <a:noFill/>
          <a:ln w="0">
            <a:noFill/>
            <a:prstDash val="solid"/>
          </a:ln>
        </p:spPr>
        <p:txBody>
          <a:bodyPr anchor="ctr"/>
          <a:lstStyle/>
          <a:p>
            <a:pPr algn="l">
              <a:defRPr sz="900" b="0">
                <a:solidFill>
                  <a:srgbClr val="193B36"/>
                </a:solidFill>
              </a:defRPr>
            </a:pPr>
            <a:r>
              <a:rPr sz="1000" b="0" dirty="0">
                <a:solidFill>
                  <a:srgbClr val="193B36"/>
                </a:solidFill>
                <a:latin typeface="Kanit" panose="00000500000000000000" pitchFamily="2" charset="-34"/>
                <a:cs typeface="Kanit" panose="00000500000000000000" pitchFamily="2" charset="-34"/>
              </a:rPr>
              <a:t>Power Query </a:t>
            </a:r>
            <a:r>
              <a:rPr sz="1000" b="0" dirty="0" err="1">
                <a:solidFill>
                  <a:srgbClr val="193B36"/>
                </a:solidFill>
                <a:latin typeface="Kanit" panose="00000500000000000000" pitchFamily="2" charset="-34"/>
                <a:cs typeface="Kanit" panose="00000500000000000000" pitchFamily="2" charset="-34"/>
              </a:rPr>
              <a:t>ดึงและจัดมาตรฐาน</a:t>
            </a:r>
            <a:r>
              <a:rPr sz="1000" b="0" dirty="0">
                <a:solidFill>
                  <a:srgbClr val="193B36"/>
                </a:solidFill>
                <a:latin typeface="Kanit" panose="00000500000000000000" pitchFamily="2" charset="-34"/>
                <a:cs typeface="Kanit" panose="00000500000000000000" pitchFamily="2" charset="-34"/>
              </a:rPr>
              <a:t> TB </a:t>
            </a:r>
            <a:r>
              <a:rPr sz="1000" b="0" dirty="0" err="1">
                <a:solidFill>
                  <a:srgbClr val="193B36"/>
                </a:solidFill>
                <a:latin typeface="Kanit" panose="00000500000000000000" pitchFamily="2" charset="-34"/>
                <a:cs typeface="Kanit" panose="00000500000000000000" pitchFamily="2" charset="-34"/>
              </a:rPr>
              <a:t>หลายบริษัท</a:t>
            </a:r>
            <a:r>
              <a:rPr sz="1000" b="0" dirty="0">
                <a:solidFill>
                  <a:srgbClr val="193B36"/>
                </a:solidFill>
                <a:latin typeface="Kanit" panose="00000500000000000000" pitchFamily="2" charset="-34"/>
                <a:cs typeface="Kanit" panose="00000500000000000000" pitchFamily="2" charset="-34"/>
              </a:rPr>
              <a:t> </a:t>
            </a:r>
            <a:r>
              <a:rPr sz="1000" b="0" dirty="0" err="1">
                <a:solidFill>
                  <a:srgbClr val="193B36"/>
                </a:solidFill>
                <a:latin typeface="Kanit" panose="00000500000000000000" pitchFamily="2" charset="-34"/>
                <a:cs typeface="Kanit" panose="00000500000000000000" pitchFamily="2" charset="-34"/>
              </a:rPr>
              <a:t>ส่วน</a:t>
            </a:r>
            <a:r>
              <a:rPr sz="1000" b="0" dirty="0">
                <a:solidFill>
                  <a:srgbClr val="193B36"/>
                </a:solidFill>
                <a:latin typeface="Kanit" panose="00000500000000000000" pitchFamily="2" charset="-34"/>
                <a:cs typeface="Kanit" panose="00000500000000000000" pitchFamily="2" charset="-34"/>
              </a:rPr>
              <a:t> Power BI </a:t>
            </a:r>
            <a:r>
              <a:rPr sz="1000" b="0" dirty="0" err="1">
                <a:solidFill>
                  <a:srgbClr val="193B36"/>
                </a:solidFill>
                <a:latin typeface="Kanit" panose="00000500000000000000" pitchFamily="2" charset="-34"/>
                <a:cs typeface="Kanit" panose="00000500000000000000" pitchFamily="2" charset="-34"/>
              </a:rPr>
              <a:t>นำเสนอข้อมูลในรูปแบบเดียวกันเพื่อการตัดสินใจของผู้บริหาร</a:t>
            </a:r>
            <a:endParaRPr sz="1000" b="0" dirty="0">
              <a:solidFill>
                <a:srgbClr val="193B36"/>
              </a:solidFill>
              <a:latin typeface="Kanit" panose="00000500000000000000" pitchFamily="2" charset="-34"/>
              <a:cs typeface="Kanit" panose="00000500000000000000" pitchFamily="2" charset="-34"/>
            </a:endParaRPr>
          </a:p>
        </p:txBody>
      </p:sp>
      <p:sp>
        <p:nvSpPr>
          <p:cNvPr id="143" name="Rectangle: Rounded Corners 142">
            <a:extLst>
              <a:ext uri="{FF2B5EF4-FFF2-40B4-BE49-F238E27FC236}">
                <a16:creationId xmlns:a16="http://schemas.microsoft.com/office/drawing/2014/main" id="{FB83A903-BBF7-4638-B4DB-BA2ADAD0A1DF}"/>
              </a:ext>
            </a:extLst>
          </p:cNvPr>
          <p:cNvSpPr>
            <a:spLocks noGrp="1"/>
          </p:cNvSpPr>
          <p:nvPr/>
        </p:nvSpPr>
        <p:spPr>
          <a:xfrm>
            <a:off x="514350" y="6191250"/>
            <a:ext cx="11163300" cy="361950"/>
          </a:xfrm>
          <a:prstGeom prst="roundRect">
            <a:avLst>
              <a:gd name="adj" fmla="val 21053"/>
            </a:avLst>
          </a:prstGeom>
          <a:solidFill>
            <a:srgbClr val="173F37"/>
          </a:solidFill>
          <a:ln w="0">
            <a:noFill/>
            <a:prstDash val="solid"/>
          </a:ln>
        </p:spPr>
        <p:txBody>
          <a:bodyPr/>
          <a:lstStyle/>
          <a:p>
            <a:endParaRPr lang="en-US"/>
          </a:p>
        </p:txBody>
      </p:sp>
      <p:sp>
        <p:nvSpPr>
          <p:cNvPr id="144" name="Rectangle 143">
            <a:extLst>
              <a:ext uri="{FF2B5EF4-FFF2-40B4-BE49-F238E27FC236}">
                <a16:creationId xmlns:a16="http://schemas.microsoft.com/office/drawing/2014/main" id="{A3B0F830-9A02-48A4-8A93-D35ACC9A3425}"/>
              </a:ext>
            </a:extLst>
          </p:cNvPr>
          <p:cNvSpPr>
            <a:spLocks noGrp="1"/>
          </p:cNvSpPr>
          <p:nvPr/>
        </p:nvSpPr>
        <p:spPr>
          <a:xfrm>
            <a:off x="685800" y="6267450"/>
            <a:ext cx="1524000" cy="190500"/>
          </a:xfrm>
          <a:prstGeom prst="rect">
            <a:avLst/>
          </a:prstGeom>
          <a:noFill/>
          <a:ln w="0">
            <a:noFill/>
            <a:prstDash val="solid"/>
          </a:ln>
        </p:spPr>
        <p:txBody>
          <a:bodyPr anchor="ctr"/>
          <a:lstStyle/>
          <a:p>
            <a:pPr algn="l">
              <a:defRPr sz="900" b="1">
                <a:solidFill>
                  <a:srgbClr val="81D8B8"/>
                </a:solidFill>
              </a:defRPr>
            </a:pPr>
            <a:r>
              <a:rPr sz="1000" b="1">
                <a:solidFill>
                  <a:srgbClr val="81D8B8"/>
                </a:solidFill>
                <a:latin typeface="Kanit" panose="00000500000000000000" pitchFamily="2" charset="-34"/>
                <a:cs typeface="Kanit" panose="00000500000000000000" pitchFamily="2" charset="-34"/>
              </a:rPr>
              <a:t>หลักการออกแบบ</a:t>
            </a:r>
          </a:p>
        </p:txBody>
      </p:sp>
      <p:sp>
        <p:nvSpPr>
          <p:cNvPr id="145" name="Rectangle 144">
            <a:extLst>
              <a:ext uri="{FF2B5EF4-FFF2-40B4-BE49-F238E27FC236}">
                <a16:creationId xmlns:a16="http://schemas.microsoft.com/office/drawing/2014/main" id="{43A68279-D664-4170-B723-26DEC911A42C}"/>
              </a:ext>
            </a:extLst>
          </p:cNvPr>
          <p:cNvSpPr>
            <a:spLocks noGrp="1"/>
          </p:cNvSpPr>
          <p:nvPr/>
        </p:nvSpPr>
        <p:spPr>
          <a:xfrm>
            <a:off x="2133600" y="6229350"/>
            <a:ext cx="9239250" cy="257175"/>
          </a:xfrm>
          <a:prstGeom prst="rect">
            <a:avLst/>
          </a:prstGeom>
          <a:noFill/>
          <a:ln w="0">
            <a:noFill/>
            <a:prstDash val="solid"/>
          </a:ln>
        </p:spPr>
        <p:txBody>
          <a:bodyPr anchor="ctr"/>
          <a:lstStyle/>
          <a:p>
            <a:pPr algn="ctr">
              <a:defRPr sz="1050" b="1">
                <a:solidFill>
                  <a:srgbClr val="FFFFFF"/>
                </a:solidFill>
              </a:defRPr>
            </a:pPr>
            <a:r>
              <a:rPr sz="1100" b="1">
                <a:solidFill>
                  <a:srgbClr val="FFFFFF"/>
                </a:solidFill>
                <a:latin typeface="Kanit" panose="00000500000000000000" pitchFamily="2" charset="-34"/>
                <a:cs typeface="Kanit" panose="00000500000000000000" pitchFamily="2" charset="-34"/>
              </a:rPr>
              <a:t>ทำงานประจำอัตโนมัติ  •  ตรวจสอบด้วย AI / Rules  •  ให้ผู้ใช้งานดูเฉพาะข้อยกเว้น  •  บันทึกผลลง ERP / D365</a:t>
            </a:r>
          </a:p>
        </p:txBody>
      </p:sp>
      <p:sp>
        <p:nvSpPr>
          <p:cNvPr id="149" name="eyebrow">
            <a:extLst>
              <a:ext uri="{FF2B5EF4-FFF2-40B4-BE49-F238E27FC236}">
                <a16:creationId xmlns:a16="http://schemas.microsoft.com/office/drawing/2014/main" id="{BE534BEE-F60D-5842-E523-5A7E04757173}"/>
              </a:ext>
            </a:extLst>
          </p:cNvPr>
          <p:cNvSpPr>
            <a:spLocks noGrp="1"/>
          </p:cNvSpPr>
          <p:nvPr/>
        </p:nvSpPr>
        <p:spPr>
          <a:xfrm>
            <a:off x="495300" y="285750"/>
            <a:ext cx="5905500" cy="209550"/>
          </a:xfrm>
          <a:prstGeom prst="rect">
            <a:avLst/>
          </a:prstGeom>
          <a:noFill/>
          <a:ln w="0">
            <a:noFill/>
            <a:prstDash val="solid"/>
          </a:ln>
        </p:spPr>
        <p:txBody>
          <a:bodyPr anchor="t"/>
          <a:lstStyle/>
          <a:p>
            <a:pPr algn="l">
              <a:defRPr sz="975" b="1">
                <a:solidFill>
                  <a:srgbClr val="0A8F62"/>
                </a:solidFill>
              </a:defRPr>
            </a:pPr>
            <a:r>
              <a:rPr sz="975" b="1" dirty="0">
                <a:solidFill>
                  <a:srgbClr val="0A8F62"/>
                </a:solidFill>
              </a:rPr>
              <a:t>PROJECT SCOPE AND APPROACH  |  TO-BE SOLUTION &amp; IMPROVEMENT</a:t>
            </a:r>
          </a:p>
        </p:txBody>
      </p:sp>
      <p:sp>
        <p:nvSpPr>
          <p:cNvPr id="151" name="title">
            <a:extLst>
              <a:ext uri="{FF2B5EF4-FFF2-40B4-BE49-F238E27FC236}">
                <a16:creationId xmlns:a16="http://schemas.microsoft.com/office/drawing/2014/main" id="{C9CA3D40-1B7D-BE6F-BD04-AA5B49A8F4B2}"/>
              </a:ext>
            </a:extLst>
          </p:cNvPr>
          <p:cNvSpPr>
            <a:spLocks noGrp="1"/>
          </p:cNvSpPr>
          <p:nvPr/>
        </p:nvSpPr>
        <p:spPr>
          <a:xfrm>
            <a:off x="495300" y="571500"/>
            <a:ext cx="10287000" cy="438150"/>
          </a:xfrm>
          <a:prstGeom prst="rect">
            <a:avLst/>
          </a:prstGeom>
          <a:noFill/>
          <a:ln w="0">
            <a:noFill/>
            <a:prstDash val="solid"/>
          </a:ln>
        </p:spPr>
        <p:txBody>
          <a:bodyPr anchor="t"/>
          <a:lstStyle/>
          <a:p>
            <a:pPr algn="l">
              <a:defRPr sz="2550" b="1">
                <a:solidFill>
                  <a:srgbClr val="153E37"/>
                </a:solidFill>
              </a:defRPr>
            </a:pPr>
            <a:r>
              <a:rPr lang="th-TH" sz="2550" b="1" dirty="0">
                <a:solidFill>
                  <a:srgbClr val="153E37"/>
                </a:solidFill>
                <a:latin typeface="Kanit" panose="00000500000000000000" pitchFamily="2" charset="-34"/>
                <a:cs typeface="Kanit" panose="00000500000000000000" pitchFamily="2" charset="-34"/>
              </a:rPr>
              <a:t>นำ</a:t>
            </a:r>
            <a:r>
              <a:rPr sz="2550" b="1" dirty="0" err="1">
                <a:solidFill>
                  <a:srgbClr val="153E37"/>
                </a:solidFill>
                <a:latin typeface="Kanit" panose="00000500000000000000" pitchFamily="2" charset="-34"/>
                <a:cs typeface="Kanit" panose="00000500000000000000" pitchFamily="2" charset="-34"/>
              </a:rPr>
              <a:t>เทคโนโลยี</a:t>
            </a:r>
            <a:r>
              <a:rPr lang="th-TH" sz="2550" b="1" dirty="0">
                <a:solidFill>
                  <a:srgbClr val="153E37"/>
                </a:solidFill>
                <a:latin typeface="Kanit" panose="00000500000000000000" pitchFamily="2" charset="-34"/>
                <a:cs typeface="Kanit" panose="00000500000000000000" pitchFamily="2" charset="-34"/>
              </a:rPr>
              <a:t>มาช่วย</a:t>
            </a:r>
            <a:r>
              <a:rPr sz="2550" b="1" dirty="0" err="1">
                <a:solidFill>
                  <a:srgbClr val="153E37"/>
                </a:solidFill>
                <a:latin typeface="Kanit" panose="00000500000000000000" pitchFamily="2" charset="-34"/>
                <a:cs typeface="Kanit" panose="00000500000000000000" pitchFamily="2" charset="-34"/>
              </a:rPr>
              <a:t>สนับสนุนงานบัญชีครบทั้ง</a:t>
            </a:r>
            <a:r>
              <a:rPr sz="2550" b="1" dirty="0">
                <a:solidFill>
                  <a:srgbClr val="153E37"/>
                </a:solidFill>
                <a:latin typeface="Kanit" panose="00000500000000000000" pitchFamily="2" charset="-34"/>
                <a:cs typeface="Kanit" panose="00000500000000000000" pitchFamily="2" charset="-34"/>
              </a:rPr>
              <a:t> 8 </a:t>
            </a:r>
            <a:r>
              <a:rPr sz="2550" b="1" dirty="0" err="1">
                <a:solidFill>
                  <a:srgbClr val="153E37"/>
                </a:solidFill>
                <a:latin typeface="Kanit" panose="00000500000000000000" pitchFamily="2" charset="-34"/>
                <a:cs typeface="Kanit" panose="00000500000000000000" pitchFamily="2" charset="-34"/>
              </a:rPr>
              <a:t>กระบวนการ</a:t>
            </a:r>
            <a:endParaRPr sz="2550" b="1" dirty="0">
              <a:solidFill>
                <a:srgbClr val="153E37"/>
              </a:solidFill>
              <a:latin typeface="Kanit" panose="00000500000000000000" pitchFamily="2" charset="-34"/>
              <a:cs typeface="Kanit" panose="00000500000000000000" pitchFamily="2" charset="-34"/>
            </a:endParaRPr>
          </a:p>
        </p:txBody>
      </p:sp>
      <p:sp>
        <p:nvSpPr>
          <p:cNvPr id="153" name="header-1">
            <a:extLst>
              <a:ext uri="{FF2B5EF4-FFF2-40B4-BE49-F238E27FC236}">
                <a16:creationId xmlns:a16="http://schemas.microsoft.com/office/drawing/2014/main" id="{E944B0AF-6B3E-D4DF-C032-44C281BE3576}"/>
              </a:ext>
            </a:extLst>
          </p:cNvPr>
          <p:cNvSpPr>
            <a:spLocks noGrp="1"/>
          </p:cNvSpPr>
          <p:nvPr/>
        </p:nvSpPr>
        <p:spPr>
          <a:xfrm>
            <a:off x="990600" y="1323975"/>
            <a:ext cx="2438400" cy="400050"/>
          </a:xfrm>
          <a:prstGeom prst="rect">
            <a:avLst/>
          </a:prstGeom>
          <a:noFill/>
          <a:ln w="0">
            <a:noFill/>
            <a:prstDash val="solid"/>
          </a:ln>
        </p:spPr>
        <p:txBody>
          <a:bodyPr anchor="ctr"/>
          <a:lstStyle/>
          <a:p>
            <a:pPr algn="l">
              <a:defRPr sz="1125" b="1">
                <a:solidFill>
                  <a:srgbClr val="FFFFFF"/>
                </a:solidFill>
              </a:defRPr>
            </a:pPr>
            <a:r>
              <a:rPr sz="1100" b="1" dirty="0">
                <a:solidFill>
                  <a:srgbClr val="FFFFFF"/>
                </a:solidFill>
                <a:latin typeface="Kanit" panose="00000500000000000000" pitchFamily="2" charset="-34"/>
                <a:cs typeface="Kanit" panose="00000500000000000000" pitchFamily="2" charset="-34"/>
              </a:rPr>
              <a:t>PROCESS</a:t>
            </a:r>
          </a:p>
        </p:txBody>
      </p:sp>
      <p:sp>
        <p:nvSpPr>
          <p:cNvPr id="155" name="header-2">
            <a:extLst>
              <a:ext uri="{FF2B5EF4-FFF2-40B4-BE49-F238E27FC236}">
                <a16:creationId xmlns:a16="http://schemas.microsoft.com/office/drawing/2014/main" id="{954D589D-2573-6528-68FB-F21B833ACCF4}"/>
              </a:ext>
            </a:extLst>
          </p:cNvPr>
          <p:cNvSpPr>
            <a:spLocks noGrp="1"/>
          </p:cNvSpPr>
          <p:nvPr/>
        </p:nvSpPr>
        <p:spPr>
          <a:xfrm>
            <a:off x="4257673" y="1323975"/>
            <a:ext cx="1112310" cy="400050"/>
          </a:xfrm>
          <a:prstGeom prst="rect">
            <a:avLst/>
          </a:prstGeom>
          <a:noFill/>
          <a:ln w="0">
            <a:noFill/>
            <a:prstDash val="solid"/>
          </a:ln>
        </p:spPr>
        <p:txBody>
          <a:bodyPr anchor="ctr"/>
          <a:lstStyle/>
          <a:p>
            <a:pPr>
              <a:defRPr sz="1125" b="1">
                <a:solidFill>
                  <a:srgbClr val="FFFFFF"/>
                </a:solidFill>
              </a:defRPr>
            </a:pPr>
            <a:r>
              <a:rPr lang="en-US" sz="1100" b="1" dirty="0">
                <a:solidFill>
                  <a:srgbClr val="FFFFFF"/>
                </a:solidFill>
                <a:latin typeface="Kanit" panose="00000500000000000000" pitchFamily="2" charset="-34"/>
                <a:cs typeface="Kanit" panose="00000500000000000000" pitchFamily="2" charset="-34"/>
              </a:rPr>
              <a:t>TECHNOLOGY</a:t>
            </a:r>
            <a:endParaRPr sz="1100" b="1" dirty="0">
              <a:solidFill>
                <a:srgbClr val="FFFFFF"/>
              </a:solidFill>
              <a:latin typeface="Kanit" panose="00000500000000000000" pitchFamily="2" charset="-34"/>
              <a:cs typeface="Kanit" panose="00000500000000000000" pitchFamily="2" charset="-34"/>
            </a:endParaRPr>
          </a:p>
        </p:txBody>
      </p:sp>
      <p:sp>
        <p:nvSpPr>
          <p:cNvPr id="157" name="age-mark">
            <a:extLst>
              <a:ext uri="{FF2B5EF4-FFF2-40B4-BE49-F238E27FC236}">
                <a16:creationId xmlns:a16="http://schemas.microsoft.com/office/drawing/2014/main" id="{8D7551B2-3A13-45C9-BC92-327658ED0161}"/>
              </a:ext>
            </a:extLst>
          </p:cNvPr>
          <p:cNvSpPr>
            <a:spLocks noGrp="1"/>
          </p:cNvSpPr>
          <p:nvPr/>
        </p:nvSpPr>
        <p:spPr>
          <a:xfrm>
            <a:off x="10972800" y="419100"/>
            <a:ext cx="666750" cy="590550"/>
          </a:xfrm>
          <a:prstGeom prst="roundRect">
            <a:avLst>
              <a:gd name="adj" fmla="val 50000"/>
            </a:avLst>
          </a:prstGeom>
          <a:solidFill>
            <a:srgbClr val="E3F3EC"/>
          </a:solidFill>
          <a:ln w="0">
            <a:noFill/>
            <a:prstDash val="solid"/>
          </a:ln>
        </p:spPr>
        <p:txBody>
          <a:bodyPr/>
          <a:lstStyle/>
          <a:p>
            <a:endParaRPr lang="en-US"/>
          </a:p>
        </p:txBody>
      </p:sp>
      <p:sp>
        <p:nvSpPr>
          <p:cNvPr id="159" name="age">
            <a:extLst>
              <a:ext uri="{FF2B5EF4-FFF2-40B4-BE49-F238E27FC236}">
                <a16:creationId xmlns:a16="http://schemas.microsoft.com/office/drawing/2014/main" id="{2F981119-7FD6-87BC-196C-1A2DF6EECC52}"/>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pic>
        <p:nvPicPr>
          <p:cNvPr id="161" name="Picture 160" descr="Home - บริษัท เอเชีย กรีน เอนเนอจี จำกัด (มหาชน)">
            <a:extLst>
              <a:ext uri="{FF2B5EF4-FFF2-40B4-BE49-F238E27FC236}">
                <a16:creationId xmlns:a16="http://schemas.microsoft.com/office/drawing/2014/main" id="{1D9CC04D-91A2-83D4-BAC6-7E2958638DBF}"/>
              </a:ext>
            </a:extLst>
          </p:cNvPr>
          <p:cNvPicPr>
            <a:picLocks noChangeAspect="1"/>
          </p:cNvPicPr>
          <p:nvPr/>
        </p:nvPicPr>
        <p:blipFill>
          <a:blip r:embed="rId3"/>
          <a:stretch>
            <a:fillRect/>
          </a:stretch>
        </p:blipFill>
        <p:spPr>
          <a:xfrm>
            <a:off x="11087411" y="584335"/>
            <a:ext cx="416319" cy="253866"/>
          </a:xfrm>
          <a:prstGeom prst="rect">
            <a:avLst/>
          </a:prstGeom>
        </p:spPr>
      </p:pic>
      <p:sp>
        <p:nvSpPr>
          <p:cNvPr id="167" name="Rectangle: Rounded Corners 166">
            <a:extLst>
              <a:ext uri="{FF2B5EF4-FFF2-40B4-BE49-F238E27FC236}">
                <a16:creationId xmlns:a16="http://schemas.microsoft.com/office/drawing/2014/main" id="{DDBDB245-38A6-DB06-FCE6-E3F7BBBC8938}"/>
              </a:ext>
            </a:extLst>
          </p:cNvPr>
          <p:cNvSpPr>
            <a:spLocks noGrp="1"/>
          </p:cNvSpPr>
          <p:nvPr/>
        </p:nvSpPr>
        <p:spPr>
          <a:xfrm>
            <a:off x="4991100" y="2971800"/>
            <a:ext cx="428625" cy="228600"/>
          </a:xfrm>
          <a:prstGeom prst="roundRect">
            <a:avLst>
              <a:gd name="adj" fmla="val 33333"/>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69" name="Rectangle 168">
            <a:extLst>
              <a:ext uri="{FF2B5EF4-FFF2-40B4-BE49-F238E27FC236}">
                <a16:creationId xmlns:a16="http://schemas.microsoft.com/office/drawing/2014/main" id="{4F9D9CB4-1759-AE7E-5A1F-A014468132E5}"/>
              </a:ext>
            </a:extLst>
          </p:cNvPr>
          <p:cNvSpPr>
            <a:spLocks noGrp="1"/>
          </p:cNvSpPr>
          <p:nvPr/>
        </p:nvSpPr>
        <p:spPr>
          <a:xfrm>
            <a:off x="4991100" y="2990850"/>
            <a:ext cx="428625" cy="171450"/>
          </a:xfrm>
          <a:prstGeom prst="rect">
            <a:avLst/>
          </a:prstGeom>
          <a:noFill/>
          <a:ln w="0">
            <a:noFill/>
            <a:prstDash val="solid"/>
          </a:ln>
        </p:spPr>
        <p:txBody>
          <a:bodyPr anchor="ctr"/>
          <a:lstStyle/>
          <a:p>
            <a:pPr algn="ctr">
              <a:defRPr sz="825" b="1">
                <a:solidFill>
                  <a:srgbClr val="008F62"/>
                </a:solidFill>
              </a:defRPr>
            </a:pPr>
            <a:r>
              <a:rPr sz="825" b="1" dirty="0">
                <a:solidFill>
                  <a:srgbClr val="008F62"/>
                </a:solidFill>
                <a:latin typeface="Kanit" panose="00000500000000000000" pitchFamily="2" charset="-34"/>
                <a:cs typeface="Kanit" panose="00000500000000000000" pitchFamily="2" charset="-34"/>
              </a:rPr>
              <a:t>RPA</a:t>
            </a:r>
          </a:p>
        </p:txBody>
      </p:sp>
      <p:sp>
        <p:nvSpPr>
          <p:cNvPr id="171" name="Rectangle: Rounded Corners 170">
            <a:extLst>
              <a:ext uri="{FF2B5EF4-FFF2-40B4-BE49-F238E27FC236}">
                <a16:creationId xmlns:a16="http://schemas.microsoft.com/office/drawing/2014/main" id="{43DD0A57-A605-2691-9D0B-C4A82979B4F5}"/>
              </a:ext>
            </a:extLst>
          </p:cNvPr>
          <p:cNvSpPr>
            <a:spLocks noGrp="1"/>
          </p:cNvSpPr>
          <p:nvPr/>
        </p:nvSpPr>
        <p:spPr>
          <a:xfrm>
            <a:off x="3877733" y="4086225"/>
            <a:ext cx="428625" cy="228600"/>
          </a:xfrm>
          <a:prstGeom prst="roundRect">
            <a:avLst>
              <a:gd name="adj" fmla="val 33333"/>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73" name="Rectangle 172">
            <a:extLst>
              <a:ext uri="{FF2B5EF4-FFF2-40B4-BE49-F238E27FC236}">
                <a16:creationId xmlns:a16="http://schemas.microsoft.com/office/drawing/2014/main" id="{4735A86F-1E34-0F29-CCC6-9CC2B61D363E}"/>
              </a:ext>
            </a:extLst>
          </p:cNvPr>
          <p:cNvSpPr>
            <a:spLocks noGrp="1"/>
          </p:cNvSpPr>
          <p:nvPr/>
        </p:nvSpPr>
        <p:spPr>
          <a:xfrm>
            <a:off x="3877733" y="4105275"/>
            <a:ext cx="428625" cy="171450"/>
          </a:xfrm>
          <a:prstGeom prst="rect">
            <a:avLst/>
          </a:prstGeom>
          <a:noFill/>
          <a:ln w="0">
            <a:noFill/>
            <a:prstDash val="solid"/>
          </a:ln>
        </p:spPr>
        <p:txBody>
          <a:bodyPr anchor="ctr"/>
          <a:lstStyle/>
          <a:p>
            <a:pPr algn="ctr">
              <a:defRPr sz="825" b="1">
                <a:solidFill>
                  <a:srgbClr val="008F62"/>
                </a:solidFill>
              </a:defRPr>
            </a:pPr>
            <a:r>
              <a:rPr sz="825" b="1" dirty="0">
                <a:solidFill>
                  <a:srgbClr val="008F62"/>
                </a:solidFill>
                <a:latin typeface="Kanit" panose="00000500000000000000" pitchFamily="2" charset="-34"/>
                <a:cs typeface="Kanit" panose="00000500000000000000" pitchFamily="2" charset="-34"/>
              </a:rPr>
              <a:t>RPA</a:t>
            </a:r>
          </a:p>
        </p:txBody>
      </p:sp>
      <p:sp>
        <p:nvSpPr>
          <p:cNvPr id="175" name="Rectangle: Rounded Corners 174">
            <a:extLst>
              <a:ext uri="{FF2B5EF4-FFF2-40B4-BE49-F238E27FC236}">
                <a16:creationId xmlns:a16="http://schemas.microsoft.com/office/drawing/2014/main" id="{7DF72A48-A756-7830-BB9D-1F6B68BA539E}"/>
              </a:ext>
            </a:extLst>
          </p:cNvPr>
          <p:cNvSpPr>
            <a:spLocks noGrp="1"/>
          </p:cNvSpPr>
          <p:nvPr/>
        </p:nvSpPr>
        <p:spPr>
          <a:xfrm>
            <a:off x="3886200" y="4629150"/>
            <a:ext cx="428625" cy="228600"/>
          </a:xfrm>
          <a:prstGeom prst="roundRect">
            <a:avLst>
              <a:gd name="adj" fmla="val 33333"/>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77" name="Rectangle 176">
            <a:extLst>
              <a:ext uri="{FF2B5EF4-FFF2-40B4-BE49-F238E27FC236}">
                <a16:creationId xmlns:a16="http://schemas.microsoft.com/office/drawing/2014/main" id="{AB144134-291F-1DDC-81E0-231A0E52326E}"/>
              </a:ext>
            </a:extLst>
          </p:cNvPr>
          <p:cNvSpPr>
            <a:spLocks noGrp="1"/>
          </p:cNvSpPr>
          <p:nvPr/>
        </p:nvSpPr>
        <p:spPr>
          <a:xfrm>
            <a:off x="3886200" y="4648200"/>
            <a:ext cx="428625" cy="171450"/>
          </a:xfrm>
          <a:prstGeom prst="rect">
            <a:avLst/>
          </a:prstGeom>
          <a:noFill/>
          <a:ln w="0">
            <a:noFill/>
            <a:prstDash val="solid"/>
          </a:ln>
        </p:spPr>
        <p:txBody>
          <a:bodyPr anchor="ctr"/>
          <a:lstStyle/>
          <a:p>
            <a:pPr algn="ctr">
              <a:defRPr sz="825" b="1">
                <a:solidFill>
                  <a:srgbClr val="008F62"/>
                </a:solidFill>
              </a:defRPr>
            </a:pPr>
            <a:r>
              <a:rPr sz="825" b="1" dirty="0">
                <a:solidFill>
                  <a:srgbClr val="008F62"/>
                </a:solidFill>
                <a:latin typeface="Kanit" panose="00000500000000000000" pitchFamily="2" charset="-34"/>
                <a:cs typeface="Kanit" panose="00000500000000000000" pitchFamily="2" charset="-34"/>
              </a:rPr>
              <a:t>RPA</a:t>
            </a:r>
          </a:p>
        </p:txBody>
      </p:sp>
      <p:sp>
        <p:nvSpPr>
          <p:cNvPr id="178" name="Rectangle: Rounded Corners 177">
            <a:extLst>
              <a:ext uri="{FF2B5EF4-FFF2-40B4-BE49-F238E27FC236}">
                <a16:creationId xmlns:a16="http://schemas.microsoft.com/office/drawing/2014/main" id="{467D0D9C-DE8E-5818-F7D0-14165F1DDD3E}"/>
              </a:ext>
            </a:extLst>
          </p:cNvPr>
          <p:cNvSpPr>
            <a:spLocks noGrp="1"/>
          </p:cNvSpPr>
          <p:nvPr/>
        </p:nvSpPr>
        <p:spPr>
          <a:xfrm>
            <a:off x="4400550" y="4614862"/>
            <a:ext cx="571500" cy="211138"/>
          </a:xfrm>
          <a:prstGeom prst="roundRect">
            <a:avLst>
              <a:gd name="adj" fmla="val 33333"/>
            </a:avLst>
          </a:prstGeom>
          <a:solidFill>
            <a:srgbClr val="EAF2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80" name="Rectangle 179">
            <a:extLst>
              <a:ext uri="{FF2B5EF4-FFF2-40B4-BE49-F238E27FC236}">
                <a16:creationId xmlns:a16="http://schemas.microsoft.com/office/drawing/2014/main" id="{866FEAAB-8366-F7C1-526A-AB0A62168AE9}"/>
              </a:ext>
            </a:extLst>
          </p:cNvPr>
          <p:cNvSpPr>
            <a:spLocks noGrp="1"/>
          </p:cNvSpPr>
          <p:nvPr/>
        </p:nvSpPr>
        <p:spPr>
          <a:xfrm>
            <a:off x="4357158" y="4513262"/>
            <a:ext cx="971550" cy="400050"/>
          </a:xfrm>
          <a:prstGeom prst="rect">
            <a:avLst/>
          </a:prstGeom>
          <a:noFill/>
          <a:ln w="0">
            <a:noFill/>
            <a:prstDash val="solid"/>
          </a:ln>
        </p:spPr>
        <p:txBody>
          <a:bodyPr anchor="ctr"/>
          <a:lstStyle/>
          <a:p>
            <a:pPr algn="l">
              <a:defRPr sz="900" b="1">
                <a:solidFill>
                  <a:srgbClr val="008F62"/>
                </a:solidFill>
              </a:defRPr>
            </a:pPr>
            <a:r>
              <a:rPr sz="900" b="1" dirty="0">
                <a:solidFill>
                  <a:srgbClr val="00B0F0"/>
                </a:solidFill>
                <a:latin typeface="Kanit" panose="00000500000000000000" pitchFamily="2" charset="-34"/>
                <a:cs typeface="Kanit" panose="00000500000000000000" pitchFamily="2" charset="-34"/>
              </a:rPr>
              <a:t>Outlook</a:t>
            </a:r>
          </a:p>
        </p:txBody>
      </p:sp>
      <p:sp>
        <p:nvSpPr>
          <p:cNvPr id="182" name="Rectangle: Rounded Corners 181">
            <a:extLst>
              <a:ext uri="{FF2B5EF4-FFF2-40B4-BE49-F238E27FC236}">
                <a16:creationId xmlns:a16="http://schemas.microsoft.com/office/drawing/2014/main" id="{E8ED868E-348A-C743-361E-5966AD34CA00}"/>
              </a:ext>
            </a:extLst>
          </p:cNvPr>
          <p:cNvSpPr>
            <a:spLocks noGrp="1"/>
          </p:cNvSpPr>
          <p:nvPr/>
        </p:nvSpPr>
        <p:spPr>
          <a:xfrm>
            <a:off x="4975225" y="5163820"/>
            <a:ext cx="428625" cy="228600"/>
          </a:xfrm>
          <a:prstGeom prst="roundRect">
            <a:avLst>
              <a:gd name="adj" fmla="val 33333"/>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84" name="Rectangle 183">
            <a:extLst>
              <a:ext uri="{FF2B5EF4-FFF2-40B4-BE49-F238E27FC236}">
                <a16:creationId xmlns:a16="http://schemas.microsoft.com/office/drawing/2014/main" id="{9F347FC3-9DC8-F90C-4E42-3C36A2100C95}"/>
              </a:ext>
            </a:extLst>
          </p:cNvPr>
          <p:cNvSpPr>
            <a:spLocks noGrp="1"/>
          </p:cNvSpPr>
          <p:nvPr/>
        </p:nvSpPr>
        <p:spPr>
          <a:xfrm>
            <a:off x="4975225" y="5182870"/>
            <a:ext cx="428625" cy="171450"/>
          </a:xfrm>
          <a:prstGeom prst="rect">
            <a:avLst/>
          </a:prstGeom>
          <a:noFill/>
          <a:ln w="0">
            <a:noFill/>
            <a:prstDash val="solid"/>
          </a:ln>
        </p:spPr>
        <p:txBody>
          <a:bodyPr anchor="ctr"/>
          <a:lstStyle/>
          <a:p>
            <a:pPr algn="ctr">
              <a:defRPr sz="825" b="1">
                <a:solidFill>
                  <a:srgbClr val="008F62"/>
                </a:solidFill>
              </a:defRPr>
            </a:pPr>
            <a:r>
              <a:rPr sz="825" b="1" dirty="0">
                <a:solidFill>
                  <a:srgbClr val="008F62"/>
                </a:solidFill>
                <a:latin typeface="Kanit" panose="00000500000000000000" pitchFamily="2" charset="-34"/>
                <a:cs typeface="Kanit" panose="00000500000000000000" pitchFamily="2" charset="-34"/>
              </a:rPr>
              <a:t>RPA</a:t>
            </a:r>
          </a:p>
        </p:txBody>
      </p:sp>
      <p:sp>
        <p:nvSpPr>
          <p:cNvPr id="186" name="Rectangle: Rounded Corners 185">
            <a:extLst>
              <a:ext uri="{FF2B5EF4-FFF2-40B4-BE49-F238E27FC236}">
                <a16:creationId xmlns:a16="http://schemas.microsoft.com/office/drawing/2014/main" id="{27C34990-D774-FDFB-5200-C6FAA00BFF91}"/>
              </a:ext>
            </a:extLst>
          </p:cNvPr>
          <p:cNvSpPr>
            <a:spLocks noGrp="1"/>
          </p:cNvSpPr>
          <p:nvPr/>
        </p:nvSpPr>
        <p:spPr>
          <a:xfrm>
            <a:off x="4914900" y="5686425"/>
            <a:ext cx="428625" cy="228600"/>
          </a:xfrm>
          <a:prstGeom prst="roundRect">
            <a:avLst>
              <a:gd name="adj" fmla="val 33333"/>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88" name="Rectangle 187">
            <a:extLst>
              <a:ext uri="{FF2B5EF4-FFF2-40B4-BE49-F238E27FC236}">
                <a16:creationId xmlns:a16="http://schemas.microsoft.com/office/drawing/2014/main" id="{B887300C-44A9-6ED3-439D-3FACFAE7B8DE}"/>
              </a:ext>
            </a:extLst>
          </p:cNvPr>
          <p:cNvSpPr>
            <a:spLocks noGrp="1"/>
          </p:cNvSpPr>
          <p:nvPr/>
        </p:nvSpPr>
        <p:spPr>
          <a:xfrm>
            <a:off x="4914900" y="5705475"/>
            <a:ext cx="428625" cy="171450"/>
          </a:xfrm>
          <a:prstGeom prst="rect">
            <a:avLst/>
          </a:prstGeom>
          <a:noFill/>
          <a:ln w="0">
            <a:noFill/>
            <a:prstDash val="solid"/>
          </a:ln>
        </p:spPr>
        <p:txBody>
          <a:bodyPr anchor="ctr"/>
          <a:lstStyle/>
          <a:p>
            <a:pPr algn="ctr">
              <a:defRPr sz="825" b="1">
                <a:solidFill>
                  <a:srgbClr val="008F62"/>
                </a:solidFill>
              </a:defRPr>
            </a:pPr>
            <a:r>
              <a:rPr sz="825" b="1" dirty="0">
                <a:solidFill>
                  <a:srgbClr val="008F62"/>
                </a:solidFill>
                <a:latin typeface="Kanit" panose="00000500000000000000" pitchFamily="2" charset="-34"/>
                <a:cs typeface="Kanit" panose="00000500000000000000" pitchFamily="2" charset="-34"/>
              </a:rPr>
              <a:t>RPA</a:t>
            </a:r>
          </a:p>
        </p:txBody>
      </p:sp>
      <p:sp>
        <p:nvSpPr>
          <p:cNvPr id="190" name="Rectangle: Rounded Corners 189">
            <a:extLst>
              <a:ext uri="{FF2B5EF4-FFF2-40B4-BE49-F238E27FC236}">
                <a16:creationId xmlns:a16="http://schemas.microsoft.com/office/drawing/2014/main" id="{23469B16-4797-9AFE-9E7C-905FA11F08FE}"/>
              </a:ext>
            </a:extLst>
          </p:cNvPr>
          <p:cNvSpPr>
            <a:spLocks noGrp="1"/>
          </p:cNvSpPr>
          <p:nvPr/>
        </p:nvSpPr>
        <p:spPr>
          <a:xfrm>
            <a:off x="4415367" y="2971800"/>
            <a:ext cx="428625" cy="228600"/>
          </a:xfrm>
          <a:prstGeom prst="roundRect">
            <a:avLst>
              <a:gd name="adj" fmla="val 33333"/>
            </a:avLst>
          </a:prstGeom>
          <a:solidFill>
            <a:srgbClr val="FFE7F0"/>
          </a:solidFill>
          <a:ln w="0">
            <a:noFill/>
            <a:prstDash val="solid"/>
          </a:ln>
        </p:spPr>
        <p:txBody>
          <a:bodyPr/>
          <a:lstStyle/>
          <a:p>
            <a:endParaRPr lang="en-US">
              <a:solidFill>
                <a:srgbClr val="FF0000"/>
              </a:solidFill>
              <a:latin typeface="Kanit" panose="00000500000000000000" pitchFamily="2" charset="-34"/>
              <a:cs typeface="Kanit" panose="00000500000000000000" pitchFamily="2" charset="-34"/>
            </a:endParaRPr>
          </a:p>
        </p:txBody>
      </p:sp>
      <p:sp>
        <p:nvSpPr>
          <p:cNvPr id="192" name="Rectangle 191">
            <a:extLst>
              <a:ext uri="{FF2B5EF4-FFF2-40B4-BE49-F238E27FC236}">
                <a16:creationId xmlns:a16="http://schemas.microsoft.com/office/drawing/2014/main" id="{739320D1-7FA8-2052-E8B2-21522EEC663D}"/>
              </a:ext>
            </a:extLst>
          </p:cNvPr>
          <p:cNvSpPr>
            <a:spLocks noGrp="1"/>
          </p:cNvSpPr>
          <p:nvPr/>
        </p:nvSpPr>
        <p:spPr>
          <a:xfrm>
            <a:off x="4415367" y="2990850"/>
            <a:ext cx="428625" cy="171450"/>
          </a:xfrm>
          <a:prstGeom prst="rect">
            <a:avLst/>
          </a:prstGeom>
          <a:noFill/>
          <a:ln w="0">
            <a:noFill/>
            <a:prstDash val="solid"/>
          </a:ln>
        </p:spPr>
        <p:txBody>
          <a:bodyPr anchor="ctr"/>
          <a:lstStyle/>
          <a:p>
            <a:pPr algn="ctr">
              <a:defRPr sz="825" b="1">
                <a:solidFill>
                  <a:srgbClr val="D88928"/>
                </a:solidFill>
              </a:defRPr>
            </a:pPr>
            <a:r>
              <a:rPr sz="825" b="1" dirty="0">
                <a:solidFill>
                  <a:srgbClr val="FF0000"/>
                </a:solidFill>
                <a:latin typeface="Kanit" panose="00000500000000000000" pitchFamily="2" charset="-34"/>
                <a:cs typeface="Kanit" panose="00000500000000000000" pitchFamily="2" charset="-34"/>
              </a:rPr>
              <a:t>AI</a:t>
            </a:r>
          </a:p>
        </p:txBody>
      </p:sp>
      <p:sp>
        <p:nvSpPr>
          <p:cNvPr id="194" name="Rectangle: Rounded Corners 193">
            <a:extLst>
              <a:ext uri="{FF2B5EF4-FFF2-40B4-BE49-F238E27FC236}">
                <a16:creationId xmlns:a16="http://schemas.microsoft.com/office/drawing/2014/main" id="{CDFCE80A-5CFB-8AF7-F8A3-1C8EBB8B4803}"/>
              </a:ext>
            </a:extLst>
          </p:cNvPr>
          <p:cNvSpPr>
            <a:spLocks noGrp="1"/>
          </p:cNvSpPr>
          <p:nvPr/>
        </p:nvSpPr>
        <p:spPr>
          <a:xfrm>
            <a:off x="3900487" y="3484563"/>
            <a:ext cx="428625" cy="228600"/>
          </a:xfrm>
          <a:prstGeom prst="roundRect">
            <a:avLst>
              <a:gd name="adj" fmla="val 33333"/>
            </a:avLst>
          </a:prstGeom>
          <a:solidFill>
            <a:srgbClr val="FFFFCC"/>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96" name="Rectangle 195">
            <a:extLst>
              <a:ext uri="{FF2B5EF4-FFF2-40B4-BE49-F238E27FC236}">
                <a16:creationId xmlns:a16="http://schemas.microsoft.com/office/drawing/2014/main" id="{30463FD7-49FB-4500-DD63-F9727CAEF1BE}"/>
              </a:ext>
            </a:extLst>
          </p:cNvPr>
          <p:cNvSpPr>
            <a:spLocks noGrp="1"/>
          </p:cNvSpPr>
          <p:nvPr/>
        </p:nvSpPr>
        <p:spPr>
          <a:xfrm>
            <a:off x="3900487" y="3503613"/>
            <a:ext cx="428625" cy="171450"/>
          </a:xfrm>
          <a:prstGeom prst="rect">
            <a:avLst/>
          </a:prstGeom>
          <a:noFill/>
          <a:ln w="0">
            <a:noFill/>
            <a:prstDash val="solid"/>
          </a:ln>
        </p:spPr>
        <p:txBody>
          <a:bodyPr anchor="ctr"/>
          <a:lstStyle/>
          <a:p>
            <a:pPr algn="ctr">
              <a:defRPr sz="825" b="1">
                <a:solidFill>
                  <a:srgbClr val="13758A"/>
                </a:solidFill>
              </a:defRPr>
            </a:pPr>
            <a:r>
              <a:rPr sz="825" b="1" dirty="0">
                <a:solidFill>
                  <a:schemeClr val="accent2"/>
                </a:solidFill>
                <a:latin typeface="Kanit" panose="00000500000000000000" pitchFamily="2" charset="-34"/>
                <a:cs typeface="Kanit" panose="00000500000000000000" pitchFamily="2" charset="-34"/>
              </a:rPr>
              <a:t>OCR</a:t>
            </a:r>
          </a:p>
        </p:txBody>
      </p:sp>
      <p:sp>
        <p:nvSpPr>
          <p:cNvPr id="198" name="Rectangle: Rounded Corners 197">
            <a:extLst>
              <a:ext uri="{FF2B5EF4-FFF2-40B4-BE49-F238E27FC236}">
                <a16:creationId xmlns:a16="http://schemas.microsoft.com/office/drawing/2014/main" id="{83BEC165-CA81-917F-0A4E-28FA9C05F7B5}"/>
              </a:ext>
            </a:extLst>
          </p:cNvPr>
          <p:cNvSpPr>
            <a:spLocks noGrp="1"/>
          </p:cNvSpPr>
          <p:nvPr/>
        </p:nvSpPr>
        <p:spPr>
          <a:xfrm>
            <a:off x="5000625" y="3495675"/>
            <a:ext cx="428625" cy="228600"/>
          </a:xfrm>
          <a:prstGeom prst="roundRect">
            <a:avLst>
              <a:gd name="adj" fmla="val 33333"/>
            </a:avLst>
          </a:prstGeom>
          <a:solidFill>
            <a:srgbClr val="E8F5F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00" name="Rectangle 199">
            <a:extLst>
              <a:ext uri="{FF2B5EF4-FFF2-40B4-BE49-F238E27FC236}">
                <a16:creationId xmlns:a16="http://schemas.microsoft.com/office/drawing/2014/main" id="{274113CF-E3ED-16C3-C049-410FF4166A41}"/>
              </a:ext>
            </a:extLst>
          </p:cNvPr>
          <p:cNvSpPr>
            <a:spLocks noGrp="1"/>
          </p:cNvSpPr>
          <p:nvPr/>
        </p:nvSpPr>
        <p:spPr>
          <a:xfrm>
            <a:off x="5000625" y="3514725"/>
            <a:ext cx="428625" cy="171450"/>
          </a:xfrm>
          <a:prstGeom prst="rect">
            <a:avLst/>
          </a:prstGeom>
          <a:noFill/>
          <a:ln w="0">
            <a:noFill/>
            <a:prstDash val="solid"/>
          </a:ln>
        </p:spPr>
        <p:txBody>
          <a:bodyPr anchor="ctr"/>
          <a:lstStyle/>
          <a:p>
            <a:pPr algn="ctr">
              <a:defRPr sz="825" b="1">
                <a:solidFill>
                  <a:srgbClr val="008F62"/>
                </a:solidFill>
              </a:defRPr>
            </a:pPr>
            <a:r>
              <a:rPr sz="825" b="1" dirty="0">
                <a:solidFill>
                  <a:srgbClr val="008F62"/>
                </a:solidFill>
                <a:latin typeface="Kanit" panose="00000500000000000000" pitchFamily="2" charset="-34"/>
                <a:cs typeface="Kanit" panose="00000500000000000000" pitchFamily="2" charset="-34"/>
              </a:rPr>
              <a:t>RPA</a:t>
            </a:r>
          </a:p>
        </p:txBody>
      </p:sp>
      <p:sp>
        <p:nvSpPr>
          <p:cNvPr id="202" name="Rectangle: Rounded Corners 201">
            <a:extLst>
              <a:ext uri="{FF2B5EF4-FFF2-40B4-BE49-F238E27FC236}">
                <a16:creationId xmlns:a16="http://schemas.microsoft.com/office/drawing/2014/main" id="{05F8C37B-047C-EB6D-58D2-1854C5246B5F}"/>
              </a:ext>
            </a:extLst>
          </p:cNvPr>
          <p:cNvSpPr>
            <a:spLocks noGrp="1"/>
          </p:cNvSpPr>
          <p:nvPr/>
        </p:nvSpPr>
        <p:spPr>
          <a:xfrm>
            <a:off x="4424892" y="3495675"/>
            <a:ext cx="428625" cy="228600"/>
          </a:xfrm>
          <a:prstGeom prst="roundRect">
            <a:avLst>
              <a:gd name="adj" fmla="val 33333"/>
            </a:avLst>
          </a:prstGeom>
          <a:solidFill>
            <a:srgbClr val="FFE7F0"/>
          </a:solidFill>
          <a:ln w="0">
            <a:noFill/>
            <a:prstDash val="solid"/>
          </a:ln>
        </p:spPr>
        <p:txBody>
          <a:bodyPr/>
          <a:lstStyle/>
          <a:p>
            <a:endParaRPr lang="en-US">
              <a:solidFill>
                <a:srgbClr val="FF0000"/>
              </a:solidFill>
              <a:latin typeface="Kanit" panose="00000500000000000000" pitchFamily="2" charset="-34"/>
              <a:cs typeface="Kanit" panose="00000500000000000000" pitchFamily="2" charset="-34"/>
            </a:endParaRPr>
          </a:p>
        </p:txBody>
      </p:sp>
      <p:sp>
        <p:nvSpPr>
          <p:cNvPr id="204" name="Rectangle 203">
            <a:extLst>
              <a:ext uri="{FF2B5EF4-FFF2-40B4-BE49-F238E27FC236}">
                <a16:creationId xmlns:a16="http://schemas.microsoft.com/office/drawing/2014/main" id="{8C3405E8-1332-944D-3083-05AF88A10850}"/>
              </a:ext>
            </a:extLst>
          </p:cNvPr>
          <p:cNvSpPr>
            <a:spLocks noGrp="1"/>
          </p:cNvSpPr>
          <p:nvPr/>
        </p:nvSpPr>
        <p:spPr>
          <a:xfrm>
            <a:off x="4424892" y="3514725"/>
            <a:ext cx="428625" cy="171450"/>
          </a:xfrm>
          <a:prstGeom prst="rect">
            <a:avLst/>
          </a:prstGeom>
          <a:noFill/>
          <a:ln w="0">
            <a:noFill/>
            <a:prstDash val="solid"/>
          </a:ln>
        </p:spPr>
        <p:txBody>
          <a:bodyPr anchor="ctr"/>
          <a:lstStyle/>
          <a:p>
            <a:pPr algn="ctr">
              <a:defRPr sz="825" b="1">
                <a:solidFill>
                  <a:srgbClr val="D88928"/>
                </a:solidFill>
              </a:defRPr>
            </a:pPr>
            <a:r>
              <a:rPr sz="825" b="1" dirty="0">
                <a:solidFill>
                  <a:srgbClr val="FF0000"/>
                </a:solidFill>
                <a:latin typeface="Kanit" panose="00000500000000000000" pitchFamily="2" charset="-34"/>
                <a:cs typeface="Kanit" panose="00000500000000000000" pitchFamily="2" charset="-34"/>
              </a:rPr>
              <a:t>AI</a:t>
            </a:r>
          </a:p>
        </p:txBody>
      </p:sp>
      <p:sp>
        <p:nvSpPr>
          <p:cNvPr id="206" name="Rectangle: Rounded Corners 205">
            <a:extLst>
              <a:ext uri="{FF2B5EF4-FFF2-40B4-BE49-F238E27FC236}">
                <a16:creationId xmlns:a16="http://schemas.microsoft.com/office/drawing/2014/main" id="{71568F61-C252-B2C5-0C76-CCCD475F1B5F}"/>
              </a:ext>
            </a:extLst>
          </p:cNvPr>
          <p:cNvSpPr>
            <a:spLocks noGrp="1"/>
          </p:cNvSpPr>
          <p:nvPr/>
        </p:nvSpPr>
        <p:spPr>
          <a:xfrm>
            <a:off x="3886200" y="5156200"/>
            <a:ext cx="428625" cy="228600"/>
          </a:xfrm>
          <a:prstGeom prst="roundRect">
            <a:avLst>
              <a:gd name="adj" fmla="val 33333"/>
            </a:avLst>
          </a:prstGeom>
          <a:solidFill>
            <a:srgbClr val="FFFFCC"/>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08" name="Rectangle 207">
            <a:extLst>
              <a:ext uri="{FF2B5EF4-FFF2-40B4-BE49-F238E27FC236}">
                <a16:creationId xmlns:a16="http://schemas.microsoft.com/office/drawing/2014/main" id="{C26085AB-531E-A9A8-FE95-9C9807BAE475}"/>
              </a:ext>
            </a:extLst>
          </p:cNvPr>
          <p:cNvSpPr>
            <a:spLocks noGrp="1"/>
          </p:cNvSpPr>
          <p:nvPr/>
        </p:nvSpPr>
        <p:spPr>
          <a:xfrm>
            <a:off x="3886200" y="5175250"/>
            <a:ext cx="428625" cy="171450"/>
          </a:xfrm>
          <a:prstGeom prst="rect">
            <a:avLst/>
          </a:prstGeom>
          <a:noFill/>
          <a:ln w="0">
            <a:noFill/>
            <a:prstDash val="solid"/>
          </a:ln>
        </p:spPr>
        <p:txBody>
          <a:bodyPr anchor="ctr"/>
          <a:lstStyle/>
          <a:p>
            <a:pPr algn="ctr">
              <a:defRPr sz="825" b="1">
                <a:solidFill>
                  <a:srgbClr val="13758A"/>
                </a:solidFill>
              </a:defRPr>
            </a:pPr>
            <a:r>
              <a:rPr sz="825" b="1" dirty="0">
                <a:solidFill>
                  <a:schemeClr val="accent2"/>
                </a:solidFill>
                <a:latin typeface="Kanit" panose="00000500000000000000" pitchFamily="2" charset="-34"/>
                <a:cs typeface="Kanit" panose="00000500000000000000" pitchFamily="2" charset="-34"/>
              </a:rPr>
              <a:t>OCR</a:t>
            </a:r>
          </a:p>
        </p:txBody>
      </p:sp>
      <p:sp>
        <p:nvSpPr>
          <p:cNvPr id="42" name="TextBox 41">
            <a:extLst>
              <a:ext uri="{FF2B5EF4-FFF2-40B4-BE49-F238E27FC236}">
                <a16:creationId xmlns:a16="http://schemas.microsoft.com/office/drawing/2014/main" id="{B60E612C-AF92-7010-7BE0-2AFC69E1C0C1}"/>
              </a:ext>
            </a:extLst>
          </p:cNvPr>
          <p:cNvSpPr txBox="1"/>
          <p:nvPr/>
        </p:nvSpPr>
        <p:spPr>
          <a:xfrm>
            <a:off x="4867275" y="123825"/>
            <a:ext cx="6096000" cy="415498"/>
          </a:xfrm>
          <a:prstGeom prst="rect">
            <a:avLst/>
          </a:prstGeom>
          <a:noFill/>
        </p:spPr>
        <p:txBody>
          <a:bodyPr wrap="square">
            <a:spAutoFit/>
          </a:bodyPr>
          <a:lstStyle/>
          <a:p>
            <a:r>
              <a:rPr lang="en-US" sz="1050" b="1" dirty="0">
                <a:solidFill>
                  <a:srgbClr val="0A8F62"/>
                </a:solidFill>
                <a:latin typeface="Kanit" panose="00000500000000000000" pitchFamily="2" charset="-34"/>
                <a:cs typeface="Kanit" panose="00000500000000000000" pitchFamily="2" charset="-34"/>
              </a:rPr>
              <a:t>Standard (E-Document New from PDF)</a:t>
            </a:r>
            <a:br>
              <a:rPr lang="en-US" sz="1050" b="1" dirty="0">
                <a:solidFill>
                  <a:srgbClr val="0A8F62"/>
                </a:solidFill>
                <a:latin typeface="Kanit" panose="00000500000000000000" pitchFamily="2" charset="-34"/>
                <a:cs typeface="Kanit" panose="00000500000000000000" pitchFamily="2" charset="-34"/>
              </a:rPr>
            </a:br>
            <a:r>
              <a:rPr lang="en-US" sz="1050" b="1" dirty="0">
                <a:solidFill>
                  <a:srgbClr val="0A8F62"/>
                </a:solidFill>
                <a:latin typeface="Kanit" panose="00000500000000000000" pitchFamily="2" charset="-34"/>
                <a:cs typeface="Kanit" panose="00000500000000000000" pitchFamily="2" charset="-34"/>
              </a:rPr>
              <a:t>or Standard (MCP Server)+ A </a:t>
            </a:r>
            <a:r>
              <a:rPr lang="th-TH" sz="1050" b="1" dirty="0">
                <a:solidFill>
                  <a:srgbClr val="0A8F62"/>
                </a:solidFill>
                <a:latin typeface="Kanit" panose="00000500000000000000" pitchFamily="2" charset="-34"/>
                <a:cs typeface="Kanit" panose="00000500000000000000" pitchFamily="2" charset="-34"/>
              </a:rPr>
              <a:t>อ่านใบแจ้งหนี้เขียนเข้า </a:t>
            </a:r>
            <a:r>
              <a:rPr lang="en-US" sz="1050" b="1" dirty="0">
                <a:solidFill>
                  <a:srgbClr val="0A8F62"/>
                </a:solidFill>
                <a:latin typeface="Kanit" panose="00000500000000000000" pitchFamily="2" charset="-34"/>
                <a:cs typeface="Kanit" panose="00000500000000000000" pitchFamily="2" charset="-34"/>
              </a:rPr>
              <a:t>Purchase Invoice</a:t>
            </a:r>
            <a:endParaRPr lang="en-US" dirty="0"/>
          </a:p>
        </p:txBody>
      </p:sp>
      <p:sp>
        <p:nvSpPr>
          <p:cNvPr id="165" name="Rectangle 164">
            <a:extLst>
              <a:ext uri="{FF2B5EF4-FFF2-40B4-BE49-F238E27FC236}">
                <a16:creationId xmlns:a16="http://schemas.microsoft.com/office/drawing/2014/main" id="{DF3E9722-F577-A403-8B39-6411BCF743AE}"/>
              </a:ext>
            </a:extLst>
          </p:cNvPr>
          <p:cNvSpPr>
            <a:spLocks noGrp="1"/>
          </p:cNvSpPr>
          <p:nvPr/>
        </p:nvSpPr>
        <p:spPr>
          <a:xfrm>
            <a:off x="5850467" y="1744133"/>
            <a:ext cx="1710265"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68" name="Rectangle 167">
            <a:extLst>
              <a:ext uri="{FF2B5EF4-FFF2-40B4-BE49-F238E27FC236}">
                <a16:creationId xmlns:a16="http://schemas.microsoft.com/office/drawing/2014/main" id="{95827822-3764-670A-CA82-CEF14B7D1207}"/>
              </a:ext>
            </a:extLst>
          </p:cNvPr>
          <p:cNvSpPr>
            <a:spLocks noGrp="1"/>
          </p:cNvSpPr>
          <p:nvPr/>
        </p:nvSpPr>
        <p:spPr>
          <a:xfrm>
            <a:off x="6076950" y="1809750"/>
            <a:ext cx="1470235" cy="219075"/>
          </a:xfrm>
          <a:prstGeom prst="rect">
            <a:avLst/>
          </a:prstGeom>
          <a:noFill/>
          <a:ln w="0">
            <a:noFill/>
            <a:prstDash val="solid"/>
          </a:ln>
        </p:spPr>
        <p:txBody>
          <a:bodyPr anchor="ctr"/>
          <a:lstStyle/>
          <a:p>
            <a:pPr algn="l">
              <a:defRPr sz="975" b="1">
                <a:solidFill>
                  <a:srgbClr val="173F37"/>
                </a:solidFill>
              </a:defRPr>
            </a:pPr>
            <a:endParaRPr sz="975" b="1" dirty="0">
              <a:solidFill>
                <a:srgbClr val="173F37"/>
              </a:solidFill>
              <a:latin typeface="Kanit" panose="00000500000000000000" pitchFamily="2" charset="-34"/>
              <a:cs typeface="Kanit" panose="00000500000000000000" pitchFamily="2" charset="-34"/>
            </a:endParaRPr>
          </a:p>
        </p:txBody>
      </p:sp>
      <p:sp>
        <p:nvSpPr>
          <p:cNvPr id="176" name="Rectangle 175">
            <a:extLst>
              <a:ext uri="{FF2B5EF4-FFF2-40B4-BE49-F238E27FC236}">
                <a16:creationId xmlns:a16="http://schemas.microsoft.com/office/drawing/2014/main" id="{CF57F382-E1F5-1B62-8FC1-F3E8AF0D7D9E}"/>
              </a:ext>
            </a:extLst>
          </p:cNvPr>
          <p:cNvSpPr>
            <a:spLocks noGrp="1"/>
          </p:cNvSpPr>
          <p:nvPr/>
        </p:nvSpPr>
        <p:spPr>
          <a:xfrm>
            <a:off x="5850467" y="2287058"/>
            <a:ext cx="1710265"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89" name="Rectangle 188">
            <a:extLst>
              <a:ext uri="{FF2B5EF4-FFF2-40B4-BE49-F238E27FC236}">
                <a16:creationId xmlns:a16="http://schemas.microsoft.com/office/drawing/2014/main" id="{4EA09A15-7FE4-B3A0-FDB5-518E892C4DDA}"/>
              </a:ext>
            </a:extLst>
          </p:cNvPr>
          <p:cNvSpPr>
            <a:spLocks noGrp="1"/>
          </p:cNvSpPr>
          <p:nvPr/>
        </p:nvSpPr>
        <p:spPr>
          <a:xfrm>
            <a:off x="5850467" y="2829983"/>
            <a:ext cx="1710265"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201" name="Rectangle 200">
            <a:extLst>
              <a:ext uri="{FF2B5EF4-FFF2-40B4-BE49-F238E27FC236}">
                <a16:creationId xmlns:a16="http://schemas.microsoft.com/office/drawing/2014/main" id="{2A80BD07-0E8B-7834-3B65-05F963D75C31}"/>
              </a:ext>
            </a:extLst>
          </p:cNvPr>
          <p:cNvSpPr>
            <a:spLocks noGrp="1"/>
          </p:cNvSpPr>
          <p:nvPr/>
        </p:nvSpPr>
        <p:spPr>
          <a:xfrm>
            <a:off x="5850467" y="3372908"/>
            <a:ext cx="1710265"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211" name="Rectangle 210">
            <a:extLst>
              <a:ext uri="{FF2B5EF4-FFF2-40B4-BE49-F238E27FC236}">
                <a16:creationId xmlns:a16="http://schemas.microsoft.com/office/drawing/2014/main" id="{0DF87EA8-2A41-2BB7-6F43-9250E2D6B85E}"/>
              </a:ext>
            </a:extLst>
          </p:cNvPr>
          <p:cNvSpPr>
            <a:spLocks noGrp="1"/>
          </p:cNvSpPr>
          <p:nvPr/>
        </p:nvSpPr>
        <p:spPr>
          <a:xfrm>
            <a:off x="5850467" y="3915833"/>
            <a:ext cx="1710265"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217" name="Rectangle 216">
            <a:extLst>
              <a:ext uri="{FF2B5EF4-FFF2-40B4-BE49-F238E27FC236}">
                <a16:creationId xmlns:a16="http://schemas.microsoft.com/office/drawing/2014/main" id="{26D8869D-8744-129C-78F2-AC2064286258}"/>
              </a:ext>
            </a:extLst>
          </p:cNvPr>
          <p:cNvSpPr>
            <a:spLocks noGrp="1"/>
          </p:cNvSpPr>
          <p:nvPr/>
        </p:nvSpPr>
        <p:spPr>
          <a:xfrm>
            <a:off x="5850467" y="4458758"/>
            <a:ext cx="1710265"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223" name="Rectangle 222">
            <a:extLst>
              <a:ext uri="{FF2B5EF4-FFF2-40B4-BE49-F238E27FC236}">
                <a16:creationId xmlns:a16="http://schemas.microsoft.com/office/drawing/2014/main" id="{94FCBB01-226F-998D-B540-634EC12A41E8}"/>
              </a:ext>
            </a:extLst>
          </p:cNvPr>
          <p:cNvSpPr>
            <a:spLocks noGrp="1"/>
          </p:cNvSpPr>
          <p:nvPr/>
        </p:nvSpPr>
        <p:spPr>
          <a:xfrm>
            <a:off x="5850467" y="5001683"/>
            <a:ext cx="1710265" cy="542925"/>
          </a:xfrm>
          <a:prstGeom prst="rect">
            <a:avLst/>
          </a:prstGeom>
          <a:solidFill>
            <a:srgbClr val="FFFFFF"/>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225" name="Rectangle 224">
            <a:extLst>
              <a:ext uri="{FF2B5EF4-FFF2-40B4-BE49-F238E27FC236}">
                <a16:creationId xmlns:a16="http://schemas.microsoft.com/office/drawing/2014/main" id="{64AF0064-F8FB-2A65-F156-E1091C1058B5}"/>
              </a:ext>
            </a:extLst>
          </p:cNvPr>
          <p:cNvSpPr>
            <a:spLocks noGrp="1"/>
          </p:cNvSpPr>
          <p:nvPr/>
        </p:nvSpPr>
        <p:spPr>
          <a:xfrm>
            <a:off x="6076950" y="5067300"/>
            <a:ext cx="1470235" cy="219075"/>
          </a:xfrm>
          <a:prstGeom prst="rect">
            <a:avLst/>
          </a:prstGeom>
          <a:noFill/>
          <a:ln w="0">
            <a:noFill/>
            <a:prstDash val="solid"/>
          </a:ln>
        </p:spPr>
        <p:txBody>
          <a:bodyPr anchor="ctr"/>
          <a:lstStyle/>
          <a:p>
            <a:pPr algn="l">
              <a:defRPr sz="975" b="1">
                <a:solidFill>
                  <a:srgbClr val="173F37"/>
                </a:solidFill>
              </a:defRPr>
            </a:pPr>
            <a:endParaRPr sz="975" b="1" dirty="0">
              <a:solidFill>
                <a:srgbClr val="173F37"/>
              </a:solidFill>
              <a:latin typeface="Kanit" panose="00000500000000000000" pitchFamily="2" charset="-34"/>
              <a:cs typeface="Kanit" panose="00000500000000000000" pitchFamily="2" charset="-34"/>
            </a:endParaRPr>
          </a:p>
        </p:txBody>
      </p:sp>
      <p:sp>
        <p:nvSpPr>
          <p:cNvPr id="229" name="Rectangle 228">
            <a:extLst>
              <a:ext uri="{FF2B5EF4-FFF2-40B4-BE49-F238E27FC236}">
                <a16:creationId xmlns:a16="http://schemas.microsoft.com/office/drawing/2014/main" id="{2715F40C-114E-B841-9C18-03F726D701BC}"/>
              </a:ext>
            </a:extLst>
          </p:cNvPr>
          <p:cNvSpPr>
            <a:spLocks noGrp="1"/>
          </p:cNvSpPr>
          <p:nvPr/>
        </p:nvSpPr>
        <p:spPr>
          <a:xfrm>
            <a:off x="5850467" y="5543550"/>
            <a:ext cx="1710265" cy="542925"/>
          </a:xfrm>
          <a:prstGeom prst="rect">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237" name="Rectangle: Rounded Corners 236">
            <a:extLst>
              <a:ext uri="{FF2B5EF4-FFF2-40B4-BE49-F238E27FC236}">
                <a16:creationId xmlns:a16="http://schemas.microsoft.com/office/drawing/2014/main" id="{3EEA36A6-DFB3-18F6-3B01-2759FAB62BBD}"/>
              </a:ext>
            </a:extLst>
          </p:cNvPr>
          <p:cNvSpPr>
            <a:spLocks noGrp="1"/>
          </p:cNvSpPr>
          <p:nvPr/>
        </p:nvSpPr>
        <p:spPr>
          <a:xfrm>
            <a:off x="5964767" y="1865048"/>
            <a:ext cx="1419225" cy="264319"/>
          </a:xfrm>
          <a:prstGeom prst="roundRect">
            <a:avLst>
              <a:gd name="adj" fmla="val 33333"/>
            </a:avLst>
          </a:prstGeom>
          <a:solidFill>
            <a:srgbClr val="EAF2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39" name="Rectangle 238">
            <a:extLst>
              <a:ext uri="{FF2B5EF4-FFF2-40B4-BE49-F238E27FC236}">
                <a16:creationId xmlns:a16="http://schemas.microsoft.com/office/drawing/2014/main" id="{38D8158C-B518-64FB-86C1-A112B62816BF}"/>
              </a:ext>
            </a:extLst>
          </p:cNvPr>
          <p:cNvSpPr>
            <a:spLocks noGrp="1"/>
          </p:cNvSpPr>
          <p:nvPr/>
        </p:nvSpPr>
        <p:spPr>
          <a:xfrm>
            <a:off x="5970056" y="1814512"/>
            <a:ext cx="1476376" cy="409575"/>
          </a:xfrm>
          <a:prstGeom prst="rect">
            <a:avLst/>
          </a:prstGeom>
          <a:noFill/>
          <a:ln w="0">
            <a:noFill/>
            <a:prstDash val="solid"/>
          </a:ln>
        </p:spPr>
        <p:txBody>
          <a:bodyPr anchor="ctr"/>
          <a:lstStyle/>
          <a:p>
            <a:pPr>
              <a:defRPr sz="900" b="1">
                <a:solidFill>
                  <a:srgbClr val="008F62"/>
                </a:solidFill>
              </a:defRPr>
            </a:pPr>
            <a:r>
              <a:rPr lang="en-US" sz="900" b="1" dirty="0">
                <a:solidFill>
                  <a:srgbClr val="0070C0"/>
                </a:solidFill>
                <a:latin typeface="Kanit" panose="00000500000000000000" pitchFamily="2" charset="-34"/>
                <a:cs typeface="Kanit" panose="00000500000000000000" pitchFamily="2" charset="-34"/>
              </a:rPr>
              <a:t>Standard (Copilot Bank Reconciliation)</a:t>
            </a:r>
            <a:endParaRPr sz="900" b="1" dirty="0">
              <a:solidFill>
                <a:srgbClr val="0070C0"/>
              </a:solidFill>
              <a:latin typeface="Kanit" panose="00000500000000000000" pitchFamily="2" charset="-34"/>
              <a:cs typeface="Kanit" panose="00000500000000000000" pitchFamily="2" charset="-34"/>
            </a:endParaRPr>
          </a:p>
        </p:txBody>
      </p:sp>
      <p:sp>
        <p:nvSpPr>
          <p:cNvPr id="241" name="Rectangle: Rounded Corners 240">
            <a:extLst>
              <a:ext uri="{FF2B5EF4-FFF2-40B4-BE49-F238E27FC236}">
                <a16:creationId xmlns:a16="http://schemas.microsoft.com/office/drawing/2014/main" id="{F8E49607-AFC3-7D0A-0ADE-EE290661B1B0}"/>
              </a:ext>
            </a:extLst>
          </p:cNvPr>
          <p:cNvSpPr>
            <a:spLocks noGrp="1"/>
          </p:cNvSpPr>
          <p:nvPr/>
        </p:nvSpPr>
        <p:spPr>
          <a:xfrm>
            <a:off x="5964767" y="2402535"/>
            <a:ext cx="1419225" cy="264319"/>
          </a:xfrm>
          <a:prstGeom prst="roundRect">
            <a:avLst>
              <a:gd name="adj" fmla="val 33333"/>
            </a:avLst>
          </a:prstGeom>
          <a:solidFill>
            <a:srgbClr val="EAF2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43" name="Rectangle 242">
            <a:extLst>
              <a:ext uri="{FF2B5EF4-FFF2-40B4-BE49-F238E27FC236}">
                <a16:creationId xmlns:a16="http://schemas.microsoft.com/office/drawing/2014/main" id="{8C0448D7-0D3B-DE2D-C0EF-13967839DA2B}"/>
              </a:ext>
            </a:extLst>
          </p:cNvPr>
          <p:cNvSpPr>
            <a:spLocks noGrp="1"/>
          </p:cNvSpPr>
          <p:nvPr/>
        </p:nvSpPr>
        <p:spPr>
          <a:xfrm>
            <a:off x="5924549" y="2371725"/>
            <a:ext cx="1562100" cy="409575"/>
          </a:xfrm>
          <a:prstGeom prst="rect">
            <a:avLst/>
          </a:prstGeom>
          <a:noFill/>
          <a:ln w="0">
            <a:noFill/>
            <a:prstDash val="solid"/>
          </a:ln>
        </p:spPr>
        <p:txBody>
          <a:bodyPr anchor="ctr"/>
          <a:lstStyle/>
          <a:p>
            <a:pPr>
              <a:defRPr sz="900" b="1">
                <a:solidFill>
                  <a:srgbClr val="008F62"/>
                </a:solidFill>
              </a:defRPr>
            </a:pPr>
            <a:r>
              <a:rPr lang="en-US" sz="900" b="1" dirty="0">
                <a:solidFill>
                  <a:srgbClr val="0070C0"/>
                </a:solidFill>
                <a:latin typeface="Kanit" panose="00000500000000000000" pitchFamily="2" charset="-34"/>
                <a:cs typeface="Kanit" panose="00000500000000000000" pitchFamily="2" charset="-34"/>
              </a:rPr>
              <a:t>Standard (Intercompany Configuration)</a:t>
            </a:r>
            <a:endParaRPr sz="900" b="1" dirty="0">
              <a:solidFill>
                <a:srgbClr val="0070C0"/>
              </a:solidFill>
              <a:latin typeface="Kanit" panose="00000500000000000000" pitchFamily="2" charset="-34"/>
              <a:cs typeface="Kanit" panose="00000500000000000000" pitchFamily="2" charset="-34"/>
            </a:endParaRPr>
          </a:p>
        </p:txBody>
      </p:sp>
      <p:sp>
        <p:nvSpPr>
          <p:cNvPr id="245" name="Rectangle: Rounded Corners 244">
            <a:extLst>
              <a:ext uri="{FF2B5EF4-FFF2-40B4-BE49-F238E27FC236}">
                <a16:creationId xmlns:a16="http://schemas.microsoft.com/office/drawing/2014/main" id="{7D53CE2B-AE8C-8794-1221-526E07E35646}"/>
              </a:ext>
            </a:extLst>
          </p:cNvPr>
          <p:cNvSpPr>
            <a:spLocks noGrp="1"/>
          </p:cNvSpPr>
          <p:nvPr/>
        </p:nvSpPr>
        <p:spPr>
          <a:xfrm>
            <a:off x="5964767" y="2988322"/>
            <a:ext cx="1419225" cy="264319"/>
          </a:xfrm>
          <a:prstGeom prst="roundRect">
            <a:avLst>
              <a:gd name="adj" fmla="val 33333"/>
            </a:avLst>
          </a:prstGeom>
          <a:solidFill>
            <a:srgbClr val="EAF2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47" name="Rectangle 246">
            <a:extLst>
              <a:ext uri="{FF2B5EF4-FFF2-40B4-BE49-F238E27FC236}">
                <a16:creationId xmlns:a16="http://schemas.microsoft.com/office/drawing/2014/main" id="{ED7D017D-1D26-CFEC-8321-23307E102A61}"/>
              </a:ext>
            </a:extLst>
          </p:cNvPr>
          <p:cNvSpPr>
            <a:spLocks noGrp="1"/>
          </p:cNvSpPr>
          <p:nvPr/>
        </p:nvSpPr>
        <p:spPr>
          <a:xfrm>
            <a:off x="5961593" y="2921869"/>
            <a:ext cx="1636183" cy="409575"/>
          </a:xfrm>
          <a:prstGeom prst="rect">
            <a:avLst/>
          </a:prstGeom>
          <a:noFill/>
          <a:ln w="0">
            <a:noFill/>
            <a:prstDash val="solid"/>
          </a:ln>
        </p:spPr>
        <p:txBody>
          <a:bodyPr anchor="ctr"/>
          <a:lstStyle/>
          <a:p>
            <a:pPr>
              <a:defRPr sz="900" b="1">
                <a:solidFill>
                  <a:srgbClr val="008F62"/>
                </a:solidFill>
              </a:defRPr>
            </a:pPr>
            <a:r>
              <a:rPr lang="en-US" sz="900" b="1" dirty="0">
                <a:solidFill>
                  <a:srgbClr val="0070C0"/>
                </a:solidFill>
                <a:latin typeface="Kanit" panose="00000500000000000000" pitchFamily="2" charset="-34"/>
                <a:cs typeface="Kanit" panose="00000500000000000000" pitchFamily="2" charset="-34"/>
              </a:rPr>
              <a:t>Standard (E-Document New from PDF) </a:t>
            </a:r>
            <a:r>
              <a:rPr lang="en-US" sz="900" b="1" dirty="0">
                <a:solidFill>
                  <a:srgbClr val="FF0000"/>
                </a:solidFill>
                <a:latin typeface="Kanit" panose="00000500000000000000" pitchFamily="2" charset="-34"/>
                <a:cs typeface="Kanit" panose="00000500000000000000" pitchFamily="2" charset="-34"/>
              </a:rPr>
              <a:t>+ Standard (MCP Server) + AI Claude</a:t>
            </a:r>
            <a:endParaRPr sz="900" b="1" dirty="0">
              <a:solidFill>
                <a:srgbClr val="FF0000"/>
              </a:solidFill>
              <a:latin typeface="Kanit" panose="00000500000000000000" pitchFamily="2" charset="-34"/>
              <a:cs typeface="Kanit" panose="00000500000000000000" pitchFamily="2" charset="-34"/>
            </a:endParaRPr>
          </a:p>
        </p:txBody>
      </p:sp>
      <p:sp>
        <p:nvSpPr>
          <p:cNvPr id="249" name="Rectangle: Rounded Corners 248">
            <a:extLst>
              <a:ext uri="{FF2B5EF4-FFF2-40B4-BE49-F238E27FC236}">
                <a16:creationId xmlns:a16="http://schemas.microsoft.com/office/drawing/2014/main" id="{E3C9A708-78D3-CA89-D7F5-FBF7B6D70E81}"/>
              </a:ext>
            </a:extLst>
          </p:cNvPr>
          <p:cNvSpPr>
            <a:spLocks noGrp="1"/>
          </p:cNvSpPr>
          <p:nvPr/>
        </p:nvSpPr>
        <p:spPr>
          <a:xfrm>
            <a:off x="5924661" y="5660731"/>
            <a:ext cx="1419225" cy="264319"/>
          </a:xfrm>
          <a:prstGeom prst="roundRect">
            <a:avLst>
              <a:gd name="adj" fmla="val 33333"/>
            </a:avLst>
          </a:prstGeom>
          <a:solidFill>
            <a:srgbClr val="EAF2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51" name="Rectangle 250">
            <a:extLst>
              <a:ext uri="{FF2B5EF4-FFF2-40B4-BE49-F238E27FC236}">
                <a16:creationId xmlns:a16="http://schemas.microsoft.com/office/drawing/2014/main" id="{7C0574ED-50A2-A86E-2C23-7A3ABA74EB7C}"/>
              </a:ext>
            </a:extLst>
          </p:cNvPr>
          <p:cNvSpPr>
            <a:spLocks noGrp="1"/>
          </p:cNvSpPr>
          <p:nvPr/>
        </p:nvSpPr>
        <p:spPr>
          <a:xfrm>
            <a:off x="5936746" y="5633637"/>
            <a:ext cx="1754725" cy="409575"/>
          </a:xfrm>
          <a:prstGeom prst="rect">
            <a:avLst/>
          </a:prstGeom>
          <a:noFill/>
          <a:ln w="0">
            <a:noFill/>
            <a:prstDash val="solid"/>
          </a:ln>
        </p:spPr>
        <p:txBody>
          <a:bodyPr anchor="ctr"/>
          <a:lstStyle/>
          <a:p>
            <a:pPr>
              <a:defRPr sz="900" b="1">
                <a:solidFill>
                  <a:srgbClr val="008F62"/>
                </a:solidFill>
              </a:defRPr>
            </a:pPr>
            <a:r>
              <a:rPr lang="en-US" sz="900" b="1" dirty="0">
                <a:solidFill>
                  <a:srgbClr val="0070C0"/>
                </a:solidFill>
                <a:latin typeface="Kanit" panose="00000500000000000000" pitchFamily="2" charset="-34"/>
                <a:cs typeface="Kanit" panose="00000500000000000000" pitchFamily="2" charset="-34"/>
              </a:rPr>
              <a:t>Standard (Consolidation Company + Financial Reporting)</a:t>
            </a:r>
            <a:endParaRPr sz="900" b="1" dirty="0">
              <a:solidFill>
                <a:srgbClr val="0070C0"/>
              </a:solidFill>
              <a:latin typeface="Kanit" panose="00000500000000000000" pitchFamily="2" charset="-34"/>
              <a:cs typeface="Kanit" panose="00000500000000000000" pitchFamily="2" charset="-34"/>
            </a:endParaRPr>
          </a:p>
        </p:txBody>
      </p:sp>
      <p:sp>
        <p:nvSpPr>
          <p:cNvPr id="253" name="Rectangle: Rounded Corners 252">
            <a:extLst>
              <a:ext uri="{FF2B5EF4-FFF2-40B4-BE49-F238E27FC236}">
                <a16:creationId xmlns:a16="http://schemas.microsoft.com/office/drawing/2014/main" id="{C1831735-BA19-3330-845A-006977953869}"/>
              </a:ext>
            </a:extLst>
          </p:cNvPr>
          <p:cNvSpPr>
            <a:spLocks noGrp="1"/>
          </p:cNvSpPr>
          <p:nvPr/>
        </p:nvSpPr>
        <p:spPr>
          <a:xfrm>
            <a:off x="5971183" y="5120114"/>
            <a:ext cx="1419225" cy="264319"/>
          </a:xfrm>
          <a:prstGeom prst="roundRect">
            <a:avLst>
              <a:gd name="adj" fmla="val 33333"/>
            </a:avLst>
          </a:prstGeom>
          <a:solidFill>
            <a:srgbClr val="EAF2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55" name="Rectangle 254">
            <a:extLst>
              <a:ext uri="{FF2B5EF4-FFF2-40B4-BE49-F238E27FC236}">
                <a16:creationId xmlns:a16="http://schemas.microsoft.com/office/drawing/2014/main" id="{5D872226-9674-954D-8EAD-2A83DF450670}"/>
              </a:ext>
            </a:extLst>
          </p:cNvPr>
          <p:cNvSpPr>
            <a:spLocks noGrp="1"/>
          </p:cNvSpPr>
          <p:nvPr/>
        </p:nvSpPr>
        <p:spPr>
          <a:xfrm>
            <a:off x="5924436" y="5114925"/>
            <a:ext cx="1710384" cy="409575"/>
          </a:xfrm>
          <a:prstGeom prst="rect">
            <a:avLst/>
          </a:prstGeom>
          <a:noFill/>
          <a:ln w="0">
            <a:noFill/>
            <a:prstDash val="solid"/>
          </a:ln>
        </p:spPr>
        <p:txBody>
          <a:bodyPr anchor="ctr"/>
          <a:lstStyle/>
          <a:p>
            <a:pPr>
              <a:defRPr sz="900" b="1">
                <a:solidFill>
                  <a:srgbClr val="008F62"/>
                </a:solidFill>
              </a:defRPr>
            </a:pPr>
            <a:r>
              <a:rPr lang="en-US" sz="900" b="1" dirty="0">
                <a:solidFill>
                  <a:srgbClr val="0070C0"/>
                </a:solidFill>
                <a:latin typeface="Kanit" panose="00000500000000000000" pitchFamily="2" charset="-34"/>
                <a:cs typeface="Kanit" panose="00000500000000000000" pitchFamily="2" charset="-34"/>
              </a:rPr>
              <a:t>Standard (MCP Server) + AI </a:t>
            </a:r>
            <a:r>
              <a:rPr lang="th-TH" sz="900" b="1" dirty="0">
                <a:solidFill>
                  <a:srgbClr val="0070C0"/>
                </a:solidFill>
                <a:latin typeface="Kanit" panose="00000500000000000000" pitchFamily="2" charset="-34"/>
                <a:cs typeface="Kanit" panose="00000500000000000000" pitchFamily="2" charset="-34"/>
              </a:rPr>
              <a:t>อ่านรูปทรัพย์สิน </a:t>
            </a:r>
            <a:r>
              <a:rPr lang="en-US" sz="900" b="1" dirty="0">
                <a:solidFill>
                  <a:srgbClr val="0070C0"/>
                </a:solidFill>
                <a:latin typeface="Kanit" panose="00000500000000000000" pitchFamily="2" charset="-34"/>
                <a:cs typeface="Kanit" panose="00000500000000000000" pitchFamily="2" charset="-34"/>
              </a:rPr>
              <a:t>Confirm </a:t>
            </a:r>
            <a:r>
              <a:rPr lang="th-TH" sz="900" b="1" dirty="0">
                <a:solidFill>
                  <a:srgbClr val="0070C0"/>
                </a:solidFill>
                <a:latin typeface="Kanit" panose="00000500000000000000" pitchFamily="2" charset="-34"/>
                <a:cs typeface="Kanit" panose="00000500000000000000" pitchFamily="2" charset="-34"/>
              </a:rPr>
              <a:t>ก่อนสร้างจริง ผ่าน </a:t>
            </a:r>
            <a:r>
              <a:rPr lang="en-US" sz="900" b="1" dirty="0">
                <a:solidFill>
                  <a:srgbClr val="0070C0"/>
                </a:solidFill>
                <a:latin typeface="Kanit" panose="00000500000000000000" pitchFamily="2" charset="-34"/>
                <a:cs typeface="Kanit" panose="00000500000000000000" pitchFamily="2" charset="-34"/>
              </a:rPr>
              <a:t>AI Chat &amp; </a:t>
            </a:r>
            <a:r>
              <a:rPr lang="en-US" sz="900" b="1" dirty="0">
                <a:solidFill>
                  <a:srgbClr val="009E47"/>
                </a:solidFill>
                <a:latin typeface="Kanit" panose="00000500000000000000" pitchFamily="2" charset="-34"/>
                <a:cs typeface="Kanit" panose="00000500000000000000" pitchFamily="2" charset="-34"/>
              </a:rPr>
              <a:t>RPA</a:t>
            </a:r>
            <a:endParaRPr sz="900" b="1" dirty="0">
              <a:solidFill>
                <a:srgbClr val="009E47"/>
              </a:solidFill>
              <a:latin typeface="Kanit" panose="00000500000000000000" pitchFamily="2" charset="-34"/>
              <a:cs typeface="Kanit" panose="00000500000000000000" pitchFamily="2" charset="-34"/>
            </a:endParaRPr>
          </a:p>
        </p:txBody>
      </p:sp>
      <p:sp>
        <p:nvSpPr>
          <p:cNvPr id="258" name="Rectangle: Rounded Corners 257">
            <a:extLst>
              <a:ext uri="{FF2B5EF4-FFF2-40B4-BE49-F238E27FC236}">
                <a16:creationId xmlns:a16="http://schemas.microsoft.com/office/drawing/2014/main" id="{CBFBC40E-6B34-926D-1307-F5AE4BEFF167}"/>
              </a:ext>
            </a:extLst>
          </p:cNvPr>
          <p:cNvSpPr>
            <a:spLocks noGrp="1"/>
          </p:cNvSpPr>
          <p:nvPr/>
        </p:nvSpPr>
        <p:spPr>
          <a:xfrm>
            <a:off x="5995987" y="4588243"/>
            <a:ext cx="1419225" cy="264319"/>
          </a:xfrm>
          <a:prstGeom prst="roundRect">
            <a:avLst>
              <a:gd name="adj" fmla="val 33333"/>
            </a:avLst>
          </a:prstGeom>
          <a:solidFill>
            <a:srgbClr val="EAF2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60" name="Rectangle 259">
            <a:extLst>
              <a:ext uri="{FF2B5EF4-FFF2-40B4-BE49-F238E27FC236}">
                <a16:creationId xmlns:a16="http://schemas.microsoft.com/office/drawing/2014/main" id="{C79BF02D-F414-0537-9A30-3A4294712D43}"/>
              </a:ext>
            </a:extLst>
          </p:cNvPr>
          <p:cNvSpPr>
            <a:spLocks noGrp="1"/>
          </p:cNvSpPr>
          <p:nvPr/>
        </p:nvSpPr>
        <p:spPr>
          <a:xfrm>
            <a:off x="5924436" y="4505324"/>
            <a:ext cx="1710384" cy="409575"/>
          </a:xfrm>
          <a:prstGeom prst="rect">
            <a:avLst/>
          </a:prstGeom>
          <a:noFill/>
          <a:ln w="0">
            <a:noFill/>
            <a:prstDash val="solid"/>
          </a:ln>
        </p:spPr>
        <p:txBody>
          <a:bodyPr anchor="ctr"/>
          <a:lstStyle/>
          <a:p>
            <a:pPr>
              <a:defRPr sz="900" b="1">
                <a:solidFill>
                  <a:srgbClr val="008F62"/>
                </a:solidFill>
              </a:defRPr>
            </a:pPr>
            <a:r>
              <a:rPr lang="en-US" sz="900" b="1" dirty="0">
                <a:solidFill>
                  <a:srgbClr val="0070C0"/>
                </a:solidFill>
                <a:latin typeface="Kanit" panose="00000500000000000000" pitchFamily="2" charset="-34"/>
                <a:cs typeface="Kanit" panose="00000500000000000000" pitchFamily="2" charset="-34"/>
              </a:rPr>
              <a:t>Customize </a:t>
            </a:r>
            <a:r>
              <a:rPr lang="th-TH" sz="900" b="1" dirty="0">
                <a:solidFill>
                  <a:srgbClr val="0070C0"/>
                </a:solidFill>
                <a:latin typeface="Kanit" panose="00000500000000000000" pitchFamily="2" charset="-34"/>
                <a:cs typeface="Kanit" panose="00000500000000000000" pitchFamily="2" charset="-34"/>
              </a:rPr>
              <a:t>เงื่อนไขการวางบิล ,ตารางวางบิล เข้ากับ ระบบวางบิลปัจจุบัน</a:t>
            </a:r>
            <a:r>
              <a:rPr lang="en-US" sz="900" b="1" dirty="0">
                <a:solidFill>
                  <a:srgbClr val="0070C0"/>
                </a:solidFill>
                <a:latin typeface="Kanit" panose="00000500000000000000" pitchFamily="2" charset="-34"/>
                <a:cs typeface="Kanit" panose="00000500000000000000" pitchFamily="2" charset="-34"/>
              </a:rPr>
              <a:t> </a:t>
            </a:r>
            <a:r>
              <a:rPr lang="en-US" sz="900" b="1" dirty="0">
                <a:solidFill>
                  <a:srgbClr val="009E47"/>
                </a:solidFill>
                <a:latin typeface="Kanit" panose="00000500000000000000" pitchFamily="2" charset="-34"/>
                <a:cs typeface="Kanit" panose="00000500000000000000" pitchFamily="2" charset="-34"/>
              </a:rPr>
              <a:t>RPA</a:t>
            </a:r>
            <a:r>
              <a:rPr lang="en-US" sz="900" b="1" dirty="0">
                <a:solidFill>
                  <a:srgbClr val="0070C0"/>
                </a:solidFill>
                <a:latin typeface="Kanit" panose="00000500000000000000" pitchFamily="2" charset="-34"/>
                <a:cs typeface="Kanit" panose="00000500000000000000" pitchFamily="2" charset="-34"/>
              </a:rPr>
              <a:t> </a:t>
            </a:r>
            <a:r>
              <a:rPr lang="th-TH" sz="900" b="1" dirty="0">
                <a:solidFill>
                  <a:srgbClr val="0070C0"/>
                </a:solidFill>
                <a:latin typeface="Kanit" panose="00000500000000000000" pitchFamily="2" charset="-34"/>
                <a:cs typeface="Kanit" panose="00000500000000000000" pitchFamily="2" charset="-34"/>
              </a:rPr>
              <a:t>ส่ง </a:t>
            </a:r>
            <a:r>
              <a:rPr lang="en-US" sz="900" b="1" dirty="0">
                <a:solidFill>
                  <a:srgbClr val="0070C0"/>
                </a:solidFill>
                <a:latin typeface="Kanit" panose="00000500000000000000" pitchFamily="2" charset="-34"/>
                <a:cs typeface="Kanit" panose="00000500000000000000" pitchFamily="2" charset="-34"/>
              </a:rPr>
              <a:t>Email </a:t>
            </a:r>
          </a:p>
        </p:txBody>
      </p:sp>
      <p:sp>
        <p:nvSpPr>
          <p:cNvPr id="264" name="Rectangle: Rounded Corners 263">
            <a:extLst>
              <a:ext uri="{FF2B5EF4-FFF2-40B4-BE49-F238E27FC236}">
                <a16:creationId xmlns:a16="http://schemas.microsoft.com/office/drawing/2014/main" id="{A86C9251-D3F9-A364-3020-5C14A3C41BE9}"/>
              </a:ext>
            </a:extLst>
          </p:cNvPr>
          <p:cNvSpPr>
            <a:spLocks noGrp="1"/>
          </p:cNvSpPr>
          <p:nvPr/>
        </p:nvSpPr>
        <p:spPr>
          <a:xfrm>
            <a:off x="5995987" y="4021931"/>
            <a:ext cx="1419225" cy="264319"/>
          </a:xfrm>
          <a:prstGeom prst="roundRect">
            <a:avLst>
              <a:gd name="adj" fmla="val 33333"/>
            </a:avLst>
          </a:prstGeom>
          <a:solidFill>
            <a:srgbClr val="EAF2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66" name="TextBox 265">
            <a:extLst>
              <a:ext uri="{FF2B5EF4-FFF2-40B4-BE49-F238E27FC236}">
                <a16:creationId xmlns:a16="http://schemas.microsoft.com/office/drawing/2014/main" id="{34A1B4E0-20B3-4C8C-BCC6-FBA22D778372}"/>
              </a:ext>
            </a:extLst>
          </p:cNvPr>
          <p:cNvSpPr txBox="1"/>
          <p:nvPr/>
        </p:nvSpPr>
        <p:spPr>
          <a:xfrm>
            <a:off x="5927721" y="3919835"/>
            <a:ext cx="1670055" cy="461665"/>
          </a:xfrm>
          <a:prstGeom prst="rect">
            <a:avLst/>
          </a:prstGeom>
          <a:noFill/>
        </p:spPr>
        <p:txBody>
          <a:bodyPr wrap="square">
            <a:spAutoFit/>
          </a:bodyPr>
          <a:lstStyle/>
          <a:p>
            <a:r>
              <a:rPr lang="en-US" sz="800" b="1" dirty="0">
                <a:solidFill>
                  <a:srgbClr val="0070C0"/>
                </a:solidFill>
                <a:latin typeface="Kanit" panose="00000500000000000000" pitchFamily="2" charset="-34"/>
                <a:cs typeface="Kanit" panose="00000500000000000000" pitchFamily="2" charset="-34"/>
              </a:rPr>
              <a:t>Customize </a:t>
            </a:r>
            <a:r>
              <a:rPr lang="en-US" sz="800" b="1" dirty="0">
                <a:solidFill>
                  <a:srgbClr val="FF0000"/>
                </a:solidFill>
                <a:latin typeface="Kanit" panose="00000500000000000000" pitchFamily="2" charset="-34"/>
                <a:cs typeface="Kanit" panose="00000500000000000000" pitchFamily="2" charset="-34"/>
              </a:rPr>
              <a:t>API </a:t>
            </a:r>
            <a:r>
              <a:rPr lang="th-TH" sz="800" b="1" dirty="0">
                <a:solidFill>
                  <a:srgbClr val="FF0000"/>
                </a:solidFill>
                <a:latin typeface="Kanit" panose="00000500000000000000" pitchFamily="2" charset="-34"/>
                <a:cs typeface="Kanit" panose="00000500000000000000" pitchFamily="2" charset="-34"/>
              </a:rPr>
              <a:t>กับระบบตาชั่ง </a:t>
            </a:r>
            <a:r>
              <a:rPr lang="th-TH" sz="800" b="1" dirty="0">
                <a:solidFill>
                  <a:srgbClr val="0070C0"/>
                </a:solidFill>
                <a:latin typeface="Kanit" panose="00000500000000000000" pitchFamily="2" charset="-34"/>
                <a:cs typeface="Kanit" panose="00000500000000000000" pitchFamily="2" charset="-34"/>
              </a:rPr>
              <a:t>สร้าง</a:t>
            </a:r>
            <a:r>
              <a:rPr lang="en-US" sz="800" b="1" dirty="0">
                <a:solidFill>
                  <a:srgbClr val="0070C0"/>
                </a:solidFill>
                <a:latin typeface="Kanit" panose="00000500000000000000" pitchFamily="2" charset="-34"/>
                <a:cs typeface="Kanit" panose="00000500000000000000" pitchFamily="2" charset="-34"/>
              </a:rPr>
              <a:t> Sales Invoice </a:t>
            </a:r>
            <a:r>
              <a:rPr lang="th-TH" sz="800" b="1" dirty="0">
                <a:solidFill>
                  <a:srgbClr val="0070C0"/>
                </a:solidFill>
                <a:latin typeface="Kanit" panose="00000500000000000000" pitchFamily="2" charset="-34"/>
                <a:cs typeface="Kanit" panose="00000500000000000000" pitchFamily="2" charset="-34"/>
              </a:rPr>
              <a:t>ในระบบ</a:t>
            </a:r>
            <a:r>
              <a:rPr lang="en-US" sz="800" b="1" dirty="0">
                <a:solidFill>
                  <a:srgbClr val="0070C0"/>
                </a:solidFill>
                <a:latin typeface="Kanit" panose="00000500000000000000" pitchFamily="2" charset="-34"/>
                <a:cs typeface="Kanit" panose="00000500000000000000" pitchFamily="2" charset="-34"/>
              </a:rPr>
              <a:t> </a:t>
            </a:r>
            <a:r>
              <a:rPr lang="th-TH" sz="800" b="1" dirty="0">
                <a:solidFill>
                  <a:srgbClr val="0070C0"/>
                </a:solidFill>
                <a:latin typeface="Kanit" panose="00000500000000000000" pitchFamily="2" charset="-34"/>
                <a:cs typeface="Kanit" panose="00000500000000000000" pitchFamily="2" charset="-34"/>
              </a:rPr>
              <a:t>และ </a:t>
            </a:r>
            <a:r>
              <a:rPr lang="en-US" sz="800" b="1" dirty="0">
                <a:solidFill>
                  <a:srgbClr val="0070C0"/>
                </a:solidFill>
                <a:latin typeface="Kanit" panose="00000500000000000000" pitchFamily="2" charset="-34"/>
                <a:cs typeface="Kanit" panose="00000500000000000000" pitchFamily="2" charset="-34"/>
              </a:rPr>
              <a:t>Field </a:t>
            </a:r>
            <a:r>
              <a:rPr lang="th-TH" sz="800" b="1" dirty="0">
                <a:solidFill>
                  <a:srgbClr val="0070C0"/>
                </a:solidFill>
                <a:latin typeface="Kanit" panose="00000500000000000000" pitchFamily="2" charset="-34"/>
                <a:cs typeface="Kanit" panose="00000500000000000000" pitchFamily="2" charset="-34"/>
              </a:rPr>
              <a:t>ที่จำเป็น</a:t>
            </a:r>
            <a:endParaRPr lang="en-US" sz="1200" dirty="0">
              <a:solidFill>
                <a:srgbClr val="0070C0"/>
              </a:solidFill>
            </a:endParaRPr>
          </a:p>
        </p:txBody>
      </p:sp>
      <p:sp>
        <p:nvSpPr>
          <p:cNvPr id="268" name="TextBox 267">
            <a:extLst>
              <a:ext uri="{FF2B5EF4-FFF2-40B4-BE49-F238E27FC236}">
                <a16:creationId xmlns:a16="http://schemas.microsoft.com/office/drawing/2014/main" id="{FB2100EC-BD21-4576-88E6-993229895B87}"/>
              </a:ext>
            </a:extLst>
          </p:cNvPr>
          <p:cNvSpPr txBox="1"/>
          <p:nvPr/>
        </p:nvSpPr>
        <p:spPr>
          <a:xfrm>
            <a:off x="7873999" y="4278400"/>
            <a:ext cx="2614179" cy="230832"/>
          </a:xfrm>
          <a:prstGeom prst="rect">
            <a:avLst/>
          </a:prstGeom>
          <a:noFill/>
        </p:spPr>
        <p:txBody>
          <a:bodyPr wrap="square">
            <a:spAutoFit/>
          </a:bodyPr>
          <a:lstStyle/>
          <a:p>
            <a:r>
              <a:rPr lang="en-US" sz="900" b="1" dirty="0">
                <a:solidFill>
                  <a:srgbClr val="FF0000"/>
                </a:solidFill>
                <a:latin typeface="Kanit" panose="00000500000000000000" pitchFamily="2" charset="-34"/>
                <a:cs typeface="Kanit" panose="00000500000000000000" pitchFamily="2" charset="-34"/>
              </a:rPr>
              <a:t>(</a:t>
            </a:r>
            <a:r>
              <a:rPr lang="th-TH" sz="900" b="1" dirty="0">
                <a:solidFill>
                  <a:srgbClr val="FF0000"/>
                </a:solidFill>
                <a:latin typeface="Kanit" panose="00000500000000000000" pitchFamily="2" charset="-34"/>
                <a:cs typeface="Kanit" panose="00000500000000000000" pitchFamily="2" charset="-34"/>
              </a:rPr>
              <a:t>ต้องเก็บ </a:t>
            </a:r>
            <a:r>
              <a:rPr lang="en-US" sz="900" b="1" dirty="0">
                <a:solidFill>
                  <a:srgbClr val="FF0000"/>
                </a:solidFill>
                <a:latin typeface="Kanit" panose="00000500000000000000" pitchFamily="2" charset="-34"/>
                <a:cs typeface="Kanit" panose="00000500000000000000" pitchFamily="2" charset="-34"/>
              </a:rPr>
              <a:t>Requirement </a:t>
            </a:r>
            <a:r>
              <a:rPr lang="th-TH" sz="900" b="1" dirty="0">
                <a:solidFill>
                  <a:srgbClr val="FF0000"/>
                </a:solidFill>
                <a:latin typeface="Kanit" panose="00000500000000000000" pitchFamily="2" charset="-34"/>
                <a:cs typeface="Kanit" panose="00000500000000000000" pitchFamily="2" charset="-34"/>
              </a:rPr>
              <a:t>จริงจัง </a:t>
            </a:r>
            <a:r>
              <a:rPr lang="en-US" sz="900" b="1" dirty="0">
                <a:solidFill>
                  <a:srgbClr val="FF0000"/>
                </a:solidFill>
                <a:latin typeface="Kanit" panose="00000500000000000000" pitchFamily="2" charset="-34"/>
                <a:cs typeface="Kanit" panose="00000500000000000000" pitchFamily="2" charset="-34"/>
              </a:rPr>
              <a:t>)</a:t>
            </a:r>
            <a:endParaRPr lang="en-US" sz="1400" dirty="0"/>
          </a:p>
        </p:txBody>
      </p:sp>
      <p:sp>
        <p:nvSpPr>
          <p:cNvPr id="272" name="Rectangle: Rounded Corners 271">
            <a:extLst>
              <a:ext uri="{FF2B5EF4-FFF2-40B4-BE49-F238E27FC236}">
                <a16:creationId xmlns:a16="http://schemas.microsoft.com/office/drawing/2014/main" id="{91D83651-B57F-78CE-CBFD-E12B2130D80E}"/>
              </a:ext>
            </a:extLst>
          </p:cNvPr>
          <p:cNvSpPr>
            <a:spLocks noGrp="1"/>
          </p:cNvSpPr>
          <p:nvPr/>
        </p:nvSpPr>
        <p:spPr>
          <a:xfrm>
            <a:off x="6018739" y="3506390"/>
            <a:ext cx="1419225" cy="264319"/>
          </a:xfrm>
          <a:prstGeom prst="roundRect">
            <a:avLst>
              <a:gd name="adj" fmla="val 33333"/>
            </a:avLst>
          </a:prstGeom>
          <a:solidFill>
            <a:srgbClr val="EAF2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74" name="tech-3">
            <a:extLst>
              <a:ext uri="{FF2B5EF4-FFF2-40B4-BE49-F238E27FC236}">
                <a16:creationId xmlns:a16="http://schemas.microsoft.com/office/drawing/2014/main" id="{29DE6B89-77BA-95C1-3746-56E97A8CB8A6}"/>
              </a:ext>
            </a:extLst>
          </p:cNvPr>
          <p:cNvSpPr>
            <a:spLocks noGrp="1"/>
          </p:cNvSpPr>
          <p:nvPr/>
        </p:nvSpPr>
        <p:spPr>
          <a:xfrm>
            <a:off x="5962656" y="3371850"/>
            <a:ext cx="1549397" cy="533400"/>
          </a:xfrm>
          <a:prstGeom prst="rect">
            <a:avLst/>
          </a:prstGeom>
          <a:noFill/>
          <a:ln w="0">
            <a:noFill/>
            <a:prstDash val="solid"/>
          </a:ln>
        </p:spPr>
        <p:txBody>
          <a:bodyPr anchor="ctr"/>
          <a:lstStyle/>
          <a:p>
            <a:pPr>
              <a:defRPr sz="1050" b="1">
                <a:solidFill>
                  <a:srgbClr val="0A8F62"/>
                </a:solidFill>
              </a:defRPr>
            </a:pPr>
            <a:r>
              <a:rPr lang="en-US" sz="900" b="1" dirty="0">
                <a:solidFill>
                  <a:srgbClr val="0070C0"/>
                </a:solidFill>
                <a:latin typeface="Kanit" panose="00000500000000000000" pitchFamily="2" charset="-34"/>
                <a:cs typeface="Kanit" panose="00000500000000000000" pitchFamily="2" charset="-34"/>
              </a:rPr>
              <a:t>Standard </a:t>
            </a:r>
            <a:r>
              <a:rPr lang="en-US" sz="900" b="1" dirty="0">
                <a:solidFill>
                  <a:srgbClr val="FF0000"/>
                </a:solidFill>
                <a:latin typeface="Kanit" panose="00000500000000000000" pitchFamily="2" charset="-34"/>
                <a:cs typeface="Kanit" panose="00000500000000000000" pitchFamily="2" charset="-34"/>
              </a:rPr>
              <a:t>(MCP Server) + AI </a:t>
            </a:r>
            <a:r>
              <a:rPr lang="th-TH" sz="900" b="1" dirty="0">
                <a:solidFill>
                  <a:srgbClr val="0070C0"/>
                </a:solidFill>
                <a:latin typeface="Kanit" panose="00000500000000000000" pitchFamily="2" charset="-34"/>
                <a:cs typeface="Kanit" panose="00000500000000000000" pitchFamily="2" charset="-34"/>
              </a:rPr>
              <a:t>อ่านรูปใบเสร็จแปลงเข้า </a:t>
            </a:r>
            <a:r>
              <a:rPr lang="en-US" sz="900" b="1" dirty="0">
                <a:solidFill>
                  <a:srgbClr val="0070C0"/>
                </a:solidFill>
                <a:latin typeface="Kanit" panose="00000500000000000000" pitchFamily="2" charset="-34"/>
                <a:cs typeface="Kanit" panose="00000500000000000000" pitchFamily="2" charset="-34"/>
              </a:rPr>
              <a:t>Table Petty cash</a:t>
            </a:r>
            <a:endParaRPr sz="900" b="1" dirty="0">
              <a:solidFill>
                <a:srgbClr val="0070C0"/>
              </a:solidFill>
              <a:latin typeface="Kanit" panose="00000500000000000000" pitchFamily="2" charset="-34"/>
              <a:cs typeface="Kanit" panose="00000500000000000000" pitchFamily="2" charset="-34"/>
            </a:endParaRPr>
          </a:p>
        </p:txBody>
      </p:sp>
      <p:sp>
        <p:nvSpPr>
          <p:cNvPr id="280" name="Rectangle 279">
            <a:extLst>
              <a:ext uri="{FF2B5EF4-FFF2-40B4-BE49-F238E27FC236}">
                <a16:creationId xmlns:a16="http://schemas.microsoft.com/office/drawing/2014/main" id="{85EA076C-070C-B21E-8379-31A9F9A4614A}"/>
              </a:ext>
            </a:extLst>
          </p:cNvPr>
          <p:cNvSpPr>
            <a:spLocks noGrp="1"/>
          </p:cNvSpPr>
          <p:nvPr/>
        </p:nvSpPr>
        <p:spPr>
          <a:xfrm>
            <a:off x="5850467" y="1333500"/>
            <a:ext cx="1708153" cy="409575"/>
          </a:xfrm>
          <a:prstGeom prst="rect">
            <a:avLst/>
          </a:prstGeom>
          <a:solidFill>
            <a:srgbClr val="173F37"/>
          </a:solidFill>
          <a:ln w="9525">
            <a:solidFill>
              <a:srgbClr val="FFFFFF"/>
            </a:solidFill>
            <a:prstDash val="solid"/>
          </a:ln>
        </p:spPr>
        <p:txBody>
          <a:bodyPr/>
          <a:lstStyle/>
          <a:p>
            <a:endParaRPr lang="en-US"/>
          </a:p>
        </p:txBody>
      </p:sp>
      <p:sp>
        <p:nvSpPr>
          <p:cNvPr id="282" name="header-2">
            <a:extLst>
              <a:ext uri="{FF2B5EF4-FFF2-40B4-BE49-F238E27FC236}">
                <a16:creationId xmlns:a16="http://schemas.microsoft.com/office/drawing/2014/main" id="{88CB7104-8AC7-75A7-3325-A4DDF1100C6A}"/>
              </a:ext>
            </a:extLst>
          </p:cNvPr>
          <p:cNvSpPr>
            <a:spLocks noGrp="1"/>
          </p:cNvSpPr>
          <p:nvPr/>
        </p:nvSpPr>
        <p:spPr>
          <a:xfrm>
            <a:off x="6096000" y="1385586"/>
            <a:ext cx="1243068" cy="352425"/>
          </a:xfrm>
          <a:prstGeom prst="rect">
            <a:avLst/>
          </a:prstGeom>
          <a:noFill/>
          <a:ln w="0">
            <a:noFill/>
            <a:prstDash val="solid"/>
          </a:ln>
        </p:spPr>
        <p:txBody>
          <a:bodyPr anchor="ctr"/>
          <a:lstStyle/>
          <a:p>
            <a:pPr algn="ctr">
              <a:defRPr sz="1125" b="1">
                <a:solidFill>
                  <a:srgbClr val="FFFFFF"/>
                </a:solidFill>
              </a:defRPr>
            </a:pPr>
            <a:r>
              <a:rPr lang="en-US" sz="1100" b="1" dirty="0">
                <a:solidFill>
                  <a:srgbClr val="FFFFFF"/>
                </a:solidFill>
                <a:latin typeface="Kanit" panose="00000500000000000000" pitchFamily="2" charset="-34"/>
                <a:cs typeface="Kanit" panose="00000500000000000000" pitchFamily="2" charset="-34"/>
              </a:rPr>
              <a:t>D365 BC</a:t>
            </a:r>
            <a:endParaRPr sz="1100" b="1" dirty="0">
              <a:solidFill>
                <a:srgbClr val="FFFFFF"/>
              </a:solidFill>
              <a:latin typeface="Kanit" panose="00000500000000000000" pitchFamily="2" charset="-34"/>
              <a:cs typeface="Kanit" panose="00000500000000000000" pitchFamily="2" charset="-34"/>
            </a:endParaRPr>
          </a:p>
        </p:txBody>
      </p:sp>
      <p:sp>
        <p:nvSpPr>
          <p:cNvPr id="283" name="Slide Number Placeholder 1">
            <a:extLst>
              <a:ext uri="{FF2B5EF4-FFF2-40B4-BE49-F238E27FC236}">
                <a16:creationId xmlns:a16="http://schemas.microsoft.com/office/drawing/2014/main" id="{7E9105E1-CEE1-66C9-86FB-739E8E40555B}"/>
              </a:ext>
            </a:extLst>
          </p:cNvPr>
          <p:cNvSpPr txBox="1">
            <a:spLocks/>
          </p:cNvSpPr>
          <p:nvPr/>
        </p:nvSpPr>
        <p:spPr>
          <a:xfrm>
            <a:off x="10728900" y="6600237"/>
            <a:ext cx="1422400" cy="2434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46">
              <a:defRPr/>
            </a:pPr>
            <a:fld id="{5E5634F8-C5C6-4843-9A92-B93B76582613}" type="slidenum">
              <a:rPr lang="en-US" sz="1333" smtClean="0">
                <a:solidFill>
                  <a:prstClr val="black"/>
                </a:solidFill>
                <a:latin typeface="Poppins" panose="00000500000000000000" pitchFamily="2" charset="0"/>
                <a:cs typeface="Poppins" panose="00000500000000000000" pitchFamily="2" charset="0"/>
              </a:rPr>
              <a:pPr algn="r" defTabSz="914446">
                <a:defRPr/>
              </a:pPr>
              <a:t>8</a:t>
            </a:fld>
            <a:endParaRPr lang="en-US" sz="1333" dirty="0">
              <a:solidFill>
                <a:prstClr val="black"/>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854826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a:extLst>
              <a:ext uri="{FF2B5EF4-FFF2-40B4-BE49-F238E27FC236}">
                <a16:creationId xmlns:a16="http://schemas.microsoft.com/office/drawing/2014/main" id="{2BBBA13D-FC88-47E8-A5F8-EFE45AA8ABEE}"/>
              </a:ext>
            </a:extLst>
          </p:cNvPr>
          <p:cNvSpPr>
            <a:spLocks noGrp="1"/>
          </p:cNvSpPr>
          <p:nvPr/>
        </p:nvSpPr>
        <p:spPr>
          <a:xfrm>
            <a:off x="0" y="0"/>
            <a:ext cx="12192000" cy="76200"/>
          </a:xfrm>
          <a:prstGeom prst="rect">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 name="Rectangle 1">
            <a:extLst>
              <a:ext uri="{FF2B5EF4-FFF2-40B4-BE49-F238E27FC236}">
                <a16:creationId xmlns:a16="http://schemas.microsoft.com/office/drawing/2014/main" id="{BB840CB9-C400-4ACF-8154-08BBEFEBBF8A}"/>
              </a:ext>
            </a:extLst>
          </p:cNvPr>
          <p:cNvSpPr>
            <a:spLocks noGrp="1"/>
          </p:cNvSpPr>
          <p:nvPr/>
        </p:nvSpPr>
        <p:spPr>
          <a:xfrm>
            <a:off x="514350" y="219075"/>
            <a:ext cx="7239000" cy="190500"/>
          </a:xfrm>
          <a:prstGeom prst="rect">
            <a:avLst/>
          </a:prstGeom>
          <a:noFill/>
          <a:ln w="0">
            <a:noFill/>
            <a:prstDash val="solid"/>
          </a:ln>
        </p:spPr>
        <p:txBody>
          <a:bodyPr anchor="ctr"/>
          <a:lstStyle/>
          <a:p>
            <a:pPr algn="l">
              <a:defRPr sz="900" b="1">
                <a:solidFill>
                  <a:srgbClr val="008F62"/>
                </a:solidFill>
              </a:defRPr>
            </a:pPr>
            <a:r>
              <a:rPr sz="900" b="1">
                <a:solidFill>
                  <a:srgbClr val="008F62"/>
                </a:solidFill>
                <a:latin typeface="Kanit" panose="00000500000000000000" pitchFamily="2" charset="-34"/>
                <a:cs typeface="Kanit" panose="00000500000000000000" pitchFamily="2" charset="-34"/>
              </a:rPr>
              <a:t>FN – กระทบยอดเงินฝากธนาคาร | ขั้นตอนการทำงานแบบอัตโนมัติ</a:t>
            </a:r>
          </a:p>
        </p:txBody>
      </p:sp>
      <p:sp>
        <p:nvSpPr>
          <p:cNvPr id="3" name="Rectangle 2">
            <a:extLst>
              <a:ext uri="{FF2B5EF4-FFF2-40B4-BE49-F238E27FC236}">
                <a16:creationId xmlns:a16="http://schemas.microsoft.com/office/drawing/2014/main" id="{B35C4BAE-D914-4DEA-8972-2AE5B8139274}"/>
              </a:ext>
            </a:extLst>
          </p:cNvPr>
          <p:cNvSpPr>
            <a:spLocks noGrp="1"/>
          </p:cNvSpPr>
          <p:nvPr/>
        </p:nvSpPr>
        <p:spPr>
          <a:xfrm>
            <a:off x="514350" y="447675"/>
            <a:ext cx="10287000" cy="400050"/>
          </a:xfrm>
          <a:prstGeom prst="rect">
            <a:avLst/>
          </a:prstGeom>
          <a:noFill/>
          <a:ln w="0">
            <a:noFill/>
            <a:prstDash val="solid"/>
          </a:ln>
        </p:spPr>
        <p:txBody>
          <a:bodyPr anchor="ctr"/>
          <a:lstStyle/>
          <a:p>
            <a:pPr algn="l">
              <a:defRPr sz="2250" b="1">
                <a:solidFill>
                  <a:srgbClr val="164A3E"/>
                </a:solidFill>
              </a:defRPr>
            </a:pPr>
            <a:r>
              <a:rPr sz="2250" b="1">
                <a:solidFill>
                  <a:srgbClr val="164A3E"/>
                </a:solidFill>
                <a:latin typeface="Kanit" panose="00000500000000000000" pitchFamily="2" charset="-34"/>
                <a:cs typeface="Kanit" panose="00000500000000000000" pitchFamily="2" charset="-34"/>
              </a:rPr>
              <a:t>KBank: กระทบยอดตั้งแต่ดาวน์โหลด Statement จนผลต่างเป็นศูนย์</a:t>
            </a:r>
          </a:p>
        </p:txBody>
      </p:sp>
      <p:sp>
        <p:nvSpPr>
          <p:cNvPr id="4" name="Rectangle 3">
            <a:extLst>
              <a:ext uri="{FF2B5EF4-FFF2-40B4-BE49-F238E27FC236}">
                <a16:creationId xmlns:a16="http://schemas.microsoft.com/office/drawing/2014/main" id="{7CB48628-04CD-4693-B8A6-D0D22B58CE92}"/>
              </a:ext>
            </a:extLst>
          </p:cNvPr>
          <p:cNvSpPr>
            <a:spLocks noGrp="1"/>
          </p:cNvSpPr>
          <p:nvPr/>
        </p:nvSpPr>
        <p:spPr>
          <a:xfrm>
            <a:off x="514350" y="866775"/>
            <a:ext cx="10287000" cy="247650"/>
          </a:xfrm>
          <a:prstGeom prst="rect">
            <a:avLst/>
          </a:prstGeom>
          <a:noFill/>
          <a:ln w="0">
            <a:noFill/>
            <a:prstDash val="solid"/>
          </a:ln>
        </p:spPr>
        <p:txBody>
          <a:bodyPr anchor="ctr"/>
          <a:lstStyle/>
          <a:p>
            <a:pPr algn="l">
              <a:defRPr sz="1050" b="0">
                <a:solidFill>
                  <a:srgbClr val="657B77"/>
                </a:solidFill>
              </a:defRPr>
            </a:pPr>
            <a:r>
              <a:rPr sz="1050" b="0">
                <a:solidFill>
                  <a:srgbClr val="657B77"/>
                </a:solidFill>
                <a:latin typeface="Kanit" panose="00000500000000000000" pitchFamily="2" charset="-34"/>
                <a:cs typeface="Kanit" panose="00000500000000000000" pitchFamily="2" charset="-34"/>
              </a:rPr>
              <a:t>ระบบช่วยกรอง ตรวจสอบ และจับคู่ข้อมูล ก่อนส่งเฉพาะรายการผิดปกติให้ผู้ใช้งานพิจารณา</a:t>
            </a:r>
          </a:p>
        </p:txBody>
      </p:sp>
      <p:sp>
        <p:nvSpPr>
          <p:cNvPr id="8" name="Rectangle: Rounded Corners 7">
            <a:extLst>
              <a:ext uri="{FF2B5EF4-FFF2-40B4-BE49-F238E27FC236}">
                <a16:creationId xmlns:a16="http://schemas.microsoft.com/office/drawing/2014/main" id="{0BD3E4BF-0CD7-463B-83B0-3BBB3CFF75F7}"/>
              </a:ext>
            </a:extLst>
          </p:cNvPr>
          <p:cNvSpPr>
            <a:spLocks noGrp="1"/>
          </p:cNvSpPr>
          <p:nvPr/>
        </p:nvSpPr>
        <p:spPr>
          <a:xfrm>
            <a:off x="722500" y="1200150"/>
            <a:ext cx="4762500" cy="504825"/>
          </a:xfrm>
          <a:prstGeom prst="roundRect">
            <a:avLst>
              <a:gd name="adj" fmla="val 15094"/>
            </a:avLst>
          </a:prstGeom>
          <a:solidFill>
            <a:srgbClr val="102F4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9" name="Rectangle: Rounded Corners 8">
            <a:extLst>
              <a:ext uri="{FF2B5EF4-FFF2-40B4-BE49-F238E27FC236}">
                <a16:creationId xmlns:a16="http://schemas.microsoft.com/office/drawing/2014/main" id="{4A77DE55-24F2-4242-A85E-39372F86FD86}"/>
              </a:ext>
            </a:extLst>
          </p:cNvPr>
          <p:cNvSpPr>
            <a:spLocks noGrp="1"/>
          </p:cNvSpPr>
          <p:nvPr/>
        </p:nvSpPr>
        <p:spPr>
          <a:xfrm>
            <a:off x="836800" y="1276350"/>
            <a:ext cx="457200" cy="352425"/>
          </a:xfrm>
          <a:prstGeom prst="roundRect">
            <a:avLst>
              <a:gd name="adj" fmla="val 21622"/>
            </a:avLst>
          </a:prstGeom>
          <a:solidFill>
            <a:srgbClr val="FFFFFF"/>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0" name="Rectangle 9">
            <a:extLst>
              <a:ext uri="{FF2B5EF4-FFF2-40B4-BE49-F238E27FC236}">
                <a16:creationId xmlns:a16="http://schemas.microsoft.com/office/drawing/2014/main" id="{4E21D220-D4A4-43F1-A420-5B732A259CA6}"/>
              </a:ext>
            </a:extLst>
          </p:cNvPr>
          <p:cNvSpPr>
            <a:spLocks noGrp="1"/>
          </p:cNvSpPr>
          <p:nvPr/>
        </p:nvSpPr>
        <p:spPr>
          <a:xfrm>
            <a:off x="836800" y="1352550"/>
            <a:ext cx="457200" cy="190500"/>
          </a:xfrm>
          <a:prstGeom prst="rect">
            <a:avLst/>
          </a:prstGeom>
          <a:noFill/>
          <a:ln w="0">
            <a:noFill/>
            <a:prstDash val="solid"/>
          </a:ln>
        </p:spPr>
        <p:txBody>
          <a:bodyPr anchor="ctr"/>
          <a:lstStyle/>
          <a:p>
            <a:pPr algn="ctr">
              <a:defRPr sz="750" b="1">
                <a:solidFill>
                  <a:srgbClr val="102F4A"/>
                </a:solidFill>
              </a:defRPr>
            </a:pPr>
            <a:r>
              <a:rPr sz="750" b="1">
                <a:solidFill>
                  <a:srgbClr val="102F4A"/>
                </a:solidFill>
                <a:latin typeface="Kanit" panose="00000500000000000000" pitchFamily="2" charset="-34"/>
                <a:cs typeface="Kanit" panose="00000500000000000000" pitchFamily="2" charset="-34"/>
              </a:rPr>
              <a:t>CSV</a:t>
            </a:r>
          </a:p>
        </p:txBody>
      </p:sp>
      <p:sp>
        <p:nvSpPr>
          <p:cNvPr id="11" name="Rectangle 10">
            <a:extLst>
              <a:ext uri="{FF2B5EF4-FFF2-40B4-BE49-F238E27FC236}">
                <a16:creationId xmlns:a16="http://schemas.microsoft.com/office/drawing/2014/main" id="{BCB715DA-ED4C-4CA4-90E8-B2D0A06A8305}"/>
              </a:ext>
            </a:extLst>
          </p:cNvPr>
          <p:cNvSpPr>
            <a:spLocks noGrp="1"/>
          </p:cNvSpPr>
          <p:nvPr/>
        </p:nvSpPr>
        <p:spPr>
          <a:xfrm>
            <a:off x="1408300" y="1247775"/>
            <a:ext cx="3962400" cy="209550"/>
          </a:xfrm>
          <a:prstGeom prst="rect">
            <a:avLst/>
          </a:prstGeom>
          <a:noFill/>
          <a:ln w="0">
            <a:noFill/>
            <a:prstDash val="solid"/>
          </a:ln>
        </p:spPr>
        <p:txBody>
          <a:bodyPr anchor="ctr"/>
          <a:lstStyle/>
          <a:p>
            <a:pPr algn="l">
              <a:defRPr sz="1125" b="1">
                <a:solidFill>
                  <a:srgbClr val="FFFFFF"/>
                </a:solidFill>
              </a:defRPr>
            </a:pPr>
            <a:r>
              <a:rPr sz="1125" b="1">
                <a:solidFill>
                  <a:srgbClr val="FFFFFF"/>
                </a:solidFill>
                <a:latin typeface="Kanit" panose="00000500000000000000" pitchFamily="2" charset="-34"/>
                <a:cs typeface="Kanit" panose="00000500000000000000" pitchFamily="2" charset="-34"/>
              </a:rPr>
              <a:t>Bank Statement</a:t>
            </a:r>
          </a:p>
        </p:txBody>
      </p:sp>
      <p:sp>
        <p:nvSpPr>
          <p:cNvPr id="12" name="Rectangle 11">
            <a:extLst>
              <a:ext uri="{FF2B5EF4-FFF2-40B4-BE49-F238E27FC236}">
                <a16:creationId xmlns:a16="http://schemas.microsoft.com/office/drawing/2014/main" id="{1F9F9BF0-9C75-48AB-91AB-4A738A0AA54C}"/>
              </a:ext>
            </a:extLst>
          </p:cNvPr>
          <p:cNvSpPr>
            <a:spLocks noGrp="1"/>
          </p:cNvSpPr>
          <p:nvPr/>
        </p:nvSpPr>
        <p:spPr>
          <a:xfrm>
            <a:off x="1408300" y="1457325"/>
            <a:ext cx="3962400" cy="171450"/>
          </a:xfrm>
          <a:prstGeom prst="rect">
            <a:avLst/>
          </a:prstGeom>
          <a:noFill/>
          <a:ln w="0">
            <a:noFill/>
            <a:prstDash val="solid"/>
          </a:ln>
        </p:spPr>
        <p:txBody>
          <a:bodyPr anchor="ctr"/>
          <a:lstStyle/>
          <a:p>
            <a:pPr algn="l">
              <a:defRPr sz="825" b="0">
                <a:solidFill>
                  <a:srgbClr val="DCEAE7"/>
                </a:solidFill>
              </a:defRPr>
            </a:pPr>
            <a:r>
              <a:rPr sz="825" b="0">
                <a:solidFill>
                  <a:srgbClr val="DCEAE7"/>
                </a:solidFill>
                <a:latin typeface="Kanit" panose="00000500000000000000" pitchFamily="2" charset="-34"/>
                <a:cs typeface="Kanit" panose="00000500000000000000" pitchFamily="2" charset="-34"/>
              </a:rPr>
              <a:t>ดาวน์โหลดจาก KBank</a:t>
            </a:r>
          </a:p>
        </p:txBody>
      </p:sp>
      <p:sp>
        <p:nvSpPr>
          <p:cNvPr id="13" name="Rectangle: Rounded Corners 12">
            <a:extLst>
              <a:ext uri="{FF2B5EF4-FFF2-40B4-BE49-F238E27FC236}">
                <a16:creationId xmlns:a16="http://schemas.microsoft.com/office/drawing/2014/main" id="{2231B08F-CE17-4CE0-B17D-06316687755F}"/>
              </a:ext>
            </a:extLst>
          </p:cNvPr>
          <p:cNvSpPr>
            <a:spLocks noGrp="1"/>
          </p:cNvSpPr>
          <p:nvPr/>
        </p:nvSpPr>
        <p:spPr>
          <a:xfrm>
            <a:off x="6437500" y="1200150"/>
            <a:ext cx="4762500" cy="504825"/>
          </a:xfrm>
          <a:prstGeom prst="roundRect">
            <a:avLst>
              <a:gd name="adj" fmla="val 15094"/>
            </a:avLst>
          </a:prstGeom>
          <a:solidFill>
            <a:srgbClr val="147F7D"/>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4" name="Rectangle: Rounded Corners 13">
            <a:extLst>
              <a:ext uri="{FF2B5EF4-FFF2-40B4-BE49-F238E27FC236}">
                <a16:creationId xmlns:a16="http://schemas.microsoft.com/office/drawing/2014/main" id="{61876BC9-E610-4E99-9AD0-3C76F1A4049A}"/>
              </a:ext>
            </a:extLst>
          </p:cNvPr>
          <p:cNvSpPr>
            <a:spLocks noGrp="1"/>
          </p:cNvSpPr>
          <p:nvPr/>
        </p:nvSpPr>
        <p:spPr>
          <a:xfrm>
            <a:off x="6551800" y="1276350"/>
            <a:ext cx="457200" cy="352425"/>
          </a:xfrm>
          <a:prstGeom prst="roundRect">
            <a:avLst>
              <a:gd name="adj" fmla="val 21622"/>
            </a:avLst>
          </a:prstGeom>
          <a:solidFill>
            <a:srgbClr val="FFFFFF"/>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5" name="Rectangle 14">
            <a:extLst>
              <a:ext uri="{FF2B5EF4-FFF2-40B4-BE49-F238E27FC236}">
                <a16:creationId xmlns:a16="http://schemas.microsoft.com/office/drawing/2014/main" id="{BB97E44E-F0E9-4B0B-ABCD-2F8247792B1E}"/>
              </a:ext>
            </a:extLst>
          </p:cNvPr>
          <p:cNvSpPr>
            <a:spLocks noGrp="1"/>
          </p:cNvSpPr>
          <p:nvPr/>
        </p:nvSpPr>
        <p:spPr>
          <a:xfrm>
            <a:off x="6551800" y="1352550"/>
            <a:ext cx="457200" cy="190500"/>
          </a:xfrm>
          <a:prstGeom prst="rect">
            <a:avLst/>
          </a:prstGeom>
          <a:noFill/>
          <a:ln w="0">
            <a:noFill/>
            <a:prstDash val="solid"/>
          </a:ln>
        </p:spPr>
        <p:txBody>
          <a:bodyPr anchor="ctr"/>
          <a:lstStyle/>
          <a:p>
            <a:pPr algn="ctr">
              <a:defRPr sz="750" b="1">
                <a:solidFill>
                  <a:srgbClr val="147F7D"/>
                </a:solidFill>
              </a:defRPr>
            </a:pPr>
            <a:r>
              <a:rPr sz="750" b="1">
                <a:solidFill>
                  <a:srgbClr val="147F7D"/>
                </a:solidFill>
                <a:latin typeface="Kanit" panose="00000500000000000000" pitchFamily="2" charset="-34"/>
                <a:cs typeface="Kanit" panose="00000500000000000000" pitchFamily="2" charset="-34"/>
              </a:rPr>
              <a:t>365</a:t>
            </a:r>
          </a:p>
        </p:txBody>
      </p:sp>
      <p:sp>
        <p:nvSpPr>
          <p:cNvPr id="16" name="Rectangle 15">
            <a:extLst>
              <a:ext uri="{FF2B5EF4-FFF2-40B4-BE49-F238E27FC236}">
                <a16:creationId xmlns:a16="http://schemas.microsoft.com/office/drawing/2014/main" id="{BD943E55-6221-45C2-8C8B-D5D95330C30C}"/>
              </a:ext>
            </a:extLst>
          </p:cNvPr>
          <p:cNvSpPr>
            <a:spLocks noGrp="1"/>
          </p:cNvSpPr>
          <p:nvPr/>
        </p:nvSpPr>
        <p:spPr>
          <a:xfrm>
            <a:off x="7123300" y="1247775"/>
            <a:ext cx="3962400" cy="209550"/>
          </a:xfrm>
          <a:prstGeom prst="rect">
            <a:avLst/>
          </a:prstGeom>
          <a:noFill/>
          <a:ln w="0">
            <a:noFill/>
            <a:prstDash val="solid"/>
          </a:ln>
        </p:spPr>
        <p:txBody>
          <a:bodyPr anchor="ctr"/>
          <a:lstStyle/>
          <a:p>
            <a:pPr algn="l">
              <a:defRPr sz="1125" b="1">
                <a:solidFill>
                  <a:srgbClr val="FFFFFF"/>
                </a:solidFill>
              </a:defRPr>
            </a:pPr>
            <a:r>
              <a:rPr sz="1125" b="1">
                <a:solidFill>
                  <a:srgbClr val="FFFFFF"/>
                </a:solidFill>
                <a:latin typeface="Kanit" panose="00000500000000000000" pitchFamily="2" charset="-34"/>
                <a:cs typeface="Kanit" panose="00000500000000000000" pitchFamily="2" charset="-34"/>
              </a:rPr>
              <a:t>รายการ GL Bank</a:t>
            </a:r>
          </a:p>
        </p:txBody>
      </p:sp>
      <p:sp>
        <p:nvSpPr>
          <p:cNvPr id="17" name="Rectangle 16">
            <a:extLst>
              <a:ext uri="{FF2B5EF4-FFF2-40B4-BE49-F238E27FC236}">
                <a16:creationId xmlns:a16="http://schemas.microsoft.com/office/drawing/2014/main" id="{F0253678-8BBA-452E-A255-DFCD847EC5EE}"/>
              </a:ext>
            </a:extLst>
          </p:cNvPr>
          <p:cNvSpPr>
            <a:spLocks noGrp="1"/>
          </p:cNvSpPr>
          <p:nvPr/>
        </p:nvSpPr>
        <p:spPr>
          <a:xfrm>
            <a:off x="7123300" y="1457325"/>
            <a:ext cx="3962400" cy="171450"/>
          </a:xfrm>
          <a:prstGeom prst="rect">
            <a:avLst/>
          </a:prstGeom>
          <a:noFill/>
          <a:ln w="0">
            <a:noFill/>
            <a:prstDash val="solid"/>
          </a:ln>
        </p:spPr>
        <p:txBody>
          <a:bodyPr anchor="ctr"/>
          <a:lstStyle/>
          <a:p>
            <a:pPr algn="l">
              <a:defRPr sz="825" b="0">
                <a:solidFill>
                  <a:srgbClr val="DCEAE7"/>
                </a:solidFill>
              </a:defRPr>
            </a:pPr>
            <a:r>
              <a:rPr sz="825" b="0" dirty="0">
                <a:solidFill>
                  <a:srgbClr val="DCEAE7"/>
                </a:solidFill>
                <a:latin typeface="Kanit" panose="00000500000000000000" pitchFamily="2" charset="-34"/>
                <a:cs typeface="Kanit" panose="00000500000000000000" pitchFamily="2" charset="-34"/>
              </a:rPr>
              <a:t>Microsoft Dynamics 365</a:t>
            </a:r>
          </a:p>
        </p:txBody>
      </p:sp>
      <p:sp>
        <p:nvSpPr>
          <p:cNvPr id="19" name="Rectangle: Rounded Corners 18">
            <a:extLst>
              <a:ext uri="{FF2B5EF4-FFF2-40B4-BE49-F238E27FC236}">
                <a16:creationId xmlns:a16="http://schemas.microsoft.com/office/drawing/2014/main" id="{3FD9A411-E8A3-4B51-9B00-15530B1CA89A}"/>
              </a:ext>
            </a:extLst>
          </p:cNvPr>
          <p:cNvSpPr>
            <a:spLocks noGrp="1"/>
          </p:cNvSpPr>
          <p:nvPr/>
        </p:nvSpPr>
        <p:spPr>
          <a:xfrm>
            <a:off x="1998850" y="1885950"/>
            <a:ext cx="7924800" cy="457200"/>
          </a:xfrm>
          <a:prstGeom prst="roundRect">
            <a:avLst>
              <a:gd name="adj" fmla="val 16667"/>
            </a:avLst>
          </a:prstGeom>
          <a:solidFill>
            <a:srgbClr val="F4F8F7"/>
          </a:solidFill>
          <a:ln w="9525">
            <a:solidFill>
              <a:srgbClr val="C7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20" name="Oval 19">
            <a:extLst>
              <a:ext uri="{FF2B5EF4-FFF2-40B4-BE49-F238E27FC236}">
                <a16:creationId xmlns:a16="http://schemas.microsoft.com/office/drawing/2014/main" id="{8291AE4E-ADFB-4663-833F-F5CA9B64588E}"/>
              </a:ext>
            </a:extLst>
          </p:cNvPr>
          <p:cNvSpPr>
            <a:spLocks noGrp="1"/>
          </p:cNvSpPr>
          <p:nvPr/>
        </p:nvSpPr>
        <p:spPr>
          <a:xfrm>
            <a:off x="2132200" y="1962150"/>
            <a:ext cx="304800" cy="304800"/>
          </a:xfrm>
          <a:prstGeom prst="ellipse">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1" name="Rectangle 20">
            <a:extLst>
              <a:ext uri="{FF2B5EF4-FFF2-40B4-BE49-F238E27FC236}">
                <a16:creationId xmlns:a16="http://schemas.microsoft.com/office/drawing/2014/main" id="{B050F560-AD09-4DEB-B1F5-D5F8EB5E7794}"/>
              </a:ext>
            </a:extLst>
          </p:cNvPr>
          <p:cNvSpPr>
            <a:spLocks noGrp="1"/>
          </p:cNvSpPr>
          <p:nvPr/>
        </p:nvSpPr>
        <p:spPr>
          <a:xfrm>
            <a:off x="2132200" y="2019300"/>
            <a:ext cx="30480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1</a:t>
            </a:r>
          </a:p>
        </p:txBody>
      </p:sp>
      <p:sp>
        <p:nvSpPr>
          <p:cNvPr id="22" name="Rectangle: Rounded Corners 21">
            <a:extLst>
              <a:ext uri="{FF2B5EF4-FFF2-40B4-BE49-F238E27FC236}">
                <a16:creationId xmlns:a16="http://schemas.microsoft.com/office/drawing/2014/main" id="{C133189F-BA3B-4E04-94D2-54ADAA929F64}"/>
              </a:ext>
            </a:extLst>
          </p:cNvPr>
          <p:cNvSpPr>
            <a:spLocks noGrp="1"/>
          </p:cNvSpPr>
          <p:nvPr/>
        </p:nvSpPr>
        <p:spPr>
          <a:xfrm>
            <a:off x="2551300" y="1952625"/>
            <a:ext cx="476250" cy="323850"/>
          </a:xfrm>
          <a:prstGeom prst="roundRect">
            <a:avLst>
              <a:gd name="adj" fmla="val 23529"/>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3" name="Rectangle 22">
            <a:extLst>
              <a:ext uri="{FF2B5EF4-FFF2-40B4-BE49-F238E27FC236}">
                <a16:creationId xmlns:a16="http://schemas.microsoft.com/office/drawing/2014/main" id="{F51749E7-5C04-4E55-8CCE-5DC5C465D662}"/>
              </a:ext>
            </a:extLst>
          </p:cNvPr>
          <p:cNvSpPr>
            <a:spLocks noGrp="1"/>
          </p:cNvSpPr>
          <p:nvPr/>
        </p:nvSpPr>
        <p:spPr>
          <a:xfrm>
            <a:off x="2551300" y="2019300"/>
            <a:ext cx="476250" cy="171450"/>
          </a:xfrm>
          <a:prstGeom prst="rect">
            <a:avLst/>
          </a:prstGeom>
          <a:noFill/>
          <a:ln w="0">
            <a:noFill/>
            <a:prstDash val="solid"/>
          </a:ln>
        </p:spPr>
        <p:txBody>
          <a:bodyPr anchor="ctr"/>
          <a:lstStyle/>
          <a:p>
            <a:pPr algn="ctr">
              <a:defRPr sz="750" b="1">
                <a:solidFill>
                  <a:srgbClr val="FFFFFF"/>
                </a:solidFill>
              </a:defRPr>
            </a:pPr>
            <a:r>
              <a:rPr lang="en-US" sz="750" b="1" dirty="0">
                <a:solidFill>
                  <a:srgbClr val="FFFFFF"/>
                </a:solidFill>
                <a:latin typeface="Kanit" panose="00000500000000000000" pitchFamily="2" charset="-34"/>
                <a:cs typeface="Kanit" panose="00000500000000000000" pitchFamily="2" charset="-34"/>
              </a:rPr>
              <a:t> </a:t>
            </a:r>
            <a:endParaRPr sz="750" b="1" dirty="0">
              <a:solidFill>
                <a:srgbClr val="FFFFFF"/>
              </a:solidFill>
              <a:latin typeface="Kanit" panose="00000500000000000000" pitchFamily="2" charset="-34"/>
              <a:cs typeface="Kanit" panose="00000500000000000000" pitchFamily="2" charset="-34"/>
            </a:endParaRPr>
          </a:p>
        </p:txBody>
      </p:sp>
      <p:sp>
        <p:nvSpPr>
          <p:cNvPr id="24" name="Rectangle 23">
            <a:extLst>
              <a:ext uri="{FF2B5EF4-FFF2-40B4-BE49-F238E27FC236}">
                <a16:creationId xmlns:a16="http://schemas.microsoft.com/office/drawing/2014/main" id="{969BCC8F-66D9-4415-92A1-6C639E72553D}"/>
              </a:ext>
            </a:extLst>
          </p:cNvPr>
          <p:cNvSpPr>
            <a:spLocks noGrp="1"/>
          </p:cNvSpPr>
          <p:nvPr/>
        </p:nvSpPr>
        <p:spPr>
          <a:xfrm>
            <a:off x="3160900" y="1914525"/>
            <a:ext cx="2905125" cy="219075"/>
          </a:xfrm>
          <a:prstGeom prst="rect">
            <a:avLst/>
          </a:prstGeom>
          <a:noFill/>
          <a:ln w="0">
            <a:noFill/>
            <a:prstDash val="solid"/>
          </a:ln>
        </p:spPr>
        <p:txBody>
          <a:bodyPr anchor="ctr"/>
          <a:lstStyle/>
          <a:p>
            <a:pPr algn="l">
              <a:defRPr sz="1125" b="1">
                <a:solidFill>
                  <a:srgbClr val="164A3E"/>
                </a:solidFill>
              </a:defRPr>
            </a:pPr>
            <a:r>
              <a:rPr sz="1125" b="1" dirty="0" err="1">
                <a:solidFill>
                  <a:srgbClr val="164A3E"/>
                </a:solidFill>
                <a:latin typeface="Kanit" panose="00000500000000000000" pitchFamily="2" charset="-34"/>
                <a:cs typeface="Kanit" panose="00000500000000000000" pitchFamily="2" charset="-34"/>
              </a:rPr>
              <a:t>เข้าสู่ระบบ</a:t>
            </a:r>
            <a:r>
              <a:rPr sz="1125" b="1" dirty="0">
                <a:solidFill>
                  <a:srgbClr val="164A3E"/>
                </a:solidFill>
                <a:latin typeface="Kanit" panose="00000500000000000000" pitchFamily="2" charset="-34"/>
                <a:cs typeface="Kanit" panose="00000500000000000000" pitchFamily="2" charset="-34"/>
              </a:rPr>
              <a:t> </a:t>
            </a:r>
            <a:r>
              <a:rPr sz="1125" b="1" dirty="0" err="1">
                <a:solidFill>
                  <a:srgbClr val="164A3E"/>
                </a:solidFill>
                <a:latin typeface="Kanit" panose="00000500000000000000" pitchFamily="2" charset="-34"/>
                <a:cs typeface="Kanit" panose="00000500000000000000" pitchFamily="2" charset="-34"/>
              </a:rPr>
              <a:t>KBank</a:t>
            </a:r>
            <a:r>
              <a:rPr sz="1125" b="1" dirty="0">
                <a:solidFill>
                  <a:srgbClr val="164A3E"/>
                </a:solidFill>
                <a:latin typeface="Kanit" panose="00000500000000000000" pitchFamily="2" charset="-34"/>
                <a:cs typeface="Kanit" panose="00000500000000000000" pitchFamily="2" charset="-34"/>
              </a:rPr>
              <a:t> </a:t>
            </a:r>
            <a:r>
              <a:rPr sz="1125" b="1" dirty="0" err="1">
                <a:solidFill>
                  <a:srgbClr val="164A3E"/>
                </a:solidFill>
                <a:latin typeface="Kanit" panose="00000500000000000000" pitchFamily="2" charset="-34"/>
                <a:cs typeface="Kanit" panose="00000500000000000000" pitchFamily="2" charset="-34"/>
              </a:rPr>
              <a:t>และเลือกบัญชี</a:t>
            </a:r>
            <a:endParaRPr sz="1125" b="1" dirty="0">
              <a:solidFill>
                <a:srgbClr val="164A3E"/>
              </a:solidFill>
              <a:latin typeface="Kanit" panose="00000500000000000000" pitchFamily="2" charset="-34"/>
              <a:cs typeface="Kanit" panose="00000500000000000000" pitchFamily="2" charset="-34"/>
            </a:endParaRPr>
          </a:p>
        </p:txBody>
      </p:sp>
      <p:sp>
        <p:nvSpPr>
          <p:cNvPr id="25" name="Rectangle 24">
            <a:extLst>
              <a:ext uri="{FF2B5EF4-FFF2-40B4-BE49-F238E27FC236}">
                <a16:creationId xmlns:a16="http://schemas.microsoft.com/office/drawing/2014/main" id="{ADBB6970-19F2-48B6-B88F-512A65F38498}"/>
              </a:ext>
            </a:extLst>
          </p:cNvPr>
          <p:cNvSpPr>
            <a:spLocks noGrp="1"/>
          </p:cNvSpPr>
          <p:nvPr/>
        </p:nvSpPr>
        <p:spPr>
          <a:xfrm>
            <a:off x="6066025" y="1914525"/>
            <a:ext cx="3638550" cy="381000"/>
          </a:xfrm>
          <a:prstGeom prst="rect">
            <a:avLst/>
          </a:prstGeom>
          <a:noFill/>
          <a:ln w="0">
            <a:noFill/>
            <a:prstDash val="solid"/>
          </a:ln>
        </p:spPr>
        <p:txBody>
          <a:bodyPr anchor="ctr"/>
          <a:lstStyle/>
          <a:p>
            <a:pPr algn="l">
              <a:defRPr sz="900" b="0">
                <a:solidFill>
                  <a:srgbClr val="657B77"/>
                </a:solidFill>
              </a:defRPr>
            </a:pPr>
            <a:r>
              <a:rPr sz="1000" b="0" dirty="0" err="1">
                <a:solidFill>
                  <a:srgbClr val="006666"/>
                </a:solidFill>
                <a:latin typeface="Kanit" panose="00000500000000000000" pitchFamily="2" charset="-34"/>
                <a:cs typeface="Kanit" panose="00000500000000000000" pitchFamily="2" charset="-34"/>
              </a:rPr>
              <a:t>เลือกบัญชีธนาคารและกำหนดช่วงวันที่สำหรับกระทบยอด</a:t>
            </a:r>
            <a:endParaRPr sz="1000" b="0" dirty="0">
              <a:solidFill>
                <a:srgbClr val="006666"/>
              </a:solidFill>
              <a:latin typeface="Kanit" panose="00000500000000000000" pitchFamily="2" charset="-34"/>
              <a:cs typeface="Kanit" panose="00000500000000000000" pitchFamily="2" charset="-34"/>
            </a:endParaRPr>
          </a:p>
        </p:txBody>
      </p:sp>
      <p:sp>
        <p:nvSpPr>
          <p:cNvPr id="26" name="Arrow: Down 25">
            <a:extLst>
              <a:ext uri="{FF2B5EF4-FFF2-40B4-BE49-F238E27FC236}">
                <a16:creationId xmlns:a16="http://schemas.microsoft.com/office/drawing/2014/main" id="{58323B47-CEE5-4724-A619-85B72DB30BE5}"/>
              </a:ext>
            </a:extLst>
          </p:cNvPr>
          <p:cNvSpPr>
            <a:spLocks noGrp="1"/>
          </p:cNvSpPr>
          <p:nvPr/>
        </p:nvSpPr>
        <p:spPr>
          <a:xfrm>
            <a:off x="5827900" y="2352675"/>
            <a:ext cx="266700" cy="123825"/>
          </a:xfrm>
          <a:prstGeom prst="downArrow">
            <a:avLst/>
          </a:prstGeom>
          <a:solidFill>
            <a:srgbClr val="C7D9D4"/>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7" name="Rectangle: Rounded Corners 26">
            <a:extLst>
              <a:ext uri="{FF2B5EF4-FFF2-40B4-BE49-F238E27FC236}">
                <a16:creationId xmlns:a16="http://schemas.microsoft.com/office/drawing/2014/main" id="{46CFF32B-0A9F-4AA5-A4D1-D94CBCD39760}"/>
              </a:ext>
            </a:extLst>
          </p:cNvPr>
          <p:cNvSpPr>
            <a:spLocks noGrp="1"/>
          </p:cNvSpPr>
          <p:nvPr/>
        </p:nvSpPr>
        <p:spPr>
          <a:xfrm>
            <a:off x="1998850" y="2447925"/>
            <a:ext cx="7924800" cy="457200"/>
          </a:xfrm>
          <a:prstGeom prst="roundRect">
            <a:avLst>
              <a:gd name="adj" fmla="val 16667"/>
            </a:avLst>
          </a:prstGeom>
          <a:solidFill>
            <a:srgbClr val="F4F8F7"/>
          </a:solidFill>
          <a:ln w="9525">
            <a:solidFill>
              <a:srgbClr val="C7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28" name="Oval 27">
            <a:extLst>
              <a:ext uri="{FF2B5EF4-FFF2-40B4-BE49-F238E27FC236}">
                <a16:creationId xmlns:a16="http://schemas.microsoft.com/office/drawing/2014/main" id="{32A8DF1A-48A3-43C6-89D6-9A7E0A529C1A}"/>
              </a:ext>
            </a:extLst>
          </p:cNvPr>
          <p:cNvSpPr>
            <a:spLocks noGrp="1"/>
          </p:cNvSpPr>
          <p:nvPr/>
        </p:nvSpPr>
        <p:spPr>
          <a:xfrm>
            <a:off x="2132200" y="2524125"/>
            <a:ext cx="304800" cy="304800"/>
          </a:xfrm>
          <a:prstGeom prst="ellipse">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9" name="Rectangle 28">
            <a:extLst>
              <a:ext uri="{FF2B5EF4-FFF2-40B4-BE49-F238E27FC236}">
                <a16:creationId xmlns:a16="http://schemas.microsoft.com/office/drawing/2014/main" id="{A02BBE86-009A-41E1-B18A-020E9AB9FF42}"/>
              </a:ext>
            </a:extLst>
          </p:cNvPr>
          <p:cNvSpPr>
            <a:spLocks noGrp="1"/>
          </p:cNvSpPr>
          <p:nvPr/>
        </p:nvSpPr>
        <p:spPr>
          <a:xfrm>
            <a:off x="2132200" y="2581275"/>
            <a:ext cx="30480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2</a:t>
            </a:r>
          </a:p>
        </p:txBody>
      </p:sp>
      <p:sp>
        <p:nvSpPr>
          <p:cNvPr id="30" name="Rectangle: Rounded Corners 29">
            <a:extLst>
              <a:ext uri="{FF2B5EF4-FFF2-40B4-BE49-F238E27FC236}">
                <a16:creationId xmlns:a16="http://schemas.microsoft.com/office/drawing/2014/main" id="{CC3E0524-6C8E-446D-9997-B93DA66B73D4}"/>
              </a:ext>
            </a:extLst>
          </p:cNvPr>
          <p:cNvSpPr>
            <a:spLocks noGrp="1"/>
          </p:cNvSpPr>
          <p:nvPr/>
        </p:nvSpPr>
        <p:spPr>
          <a:xfrm>
            <a:off x="2551300" y="2514600"/>
            <a:ext cx="476250" cy="323850"/>
          </a:xfrm>
          <a:prstGeom prst="roundRect">
            <a:avLst>
              <a:gd name="adj" fmla="val 23529"/>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1" name="Arrow: Down 30">
            <a:extLst>
              <a:ext uri="{FF2B5EF4-FFF2-40B4-BE49-F238E27FC236}">
                <a16:creationId xmlns:a16="http://schemas.microsoft.com/office/drawing/2014/main" id="{2F81354D-E648-4670-BCBE-0098B5AE3A83}"/>
              </a:ext>
            </a:extLst>
          </p:cNvPr>
          <p:cNvSpPr>
            <a:spLocks noGrp="1"/>
          </p:cNvSpPr>
          <p:nvPr/>
        </p:nvSpPr>
        <p:spPr>
          <a:xfrm>
            <a:off x="2713225" y="2571750"/>
            <a:ext cx="133985" cy="161925"/>
          </a:xfrm>
          <a:prstGeom prst="downArrow">
            <a:avLst/>
          </a:prstGeom>
          <a:solidFill>
            <a:srgbClr val="FFFFFF"/>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2" name="Rectangle 31">
            <a:extLst>
              <a:ext uri="{FF2B5EF4-FFF2-40B4-BE49-F238E27FC236}">
                <a16:creationId xmlns:a16="http://schemas.microsoft.com/office/drawing/2014/main" id="{25879C9B-6A54-48BA-B210-D55EDFBA2BC6}"/>
              </a:ext>
            </a:extLst>
          </p:cNvPr>
          <p:cNvSpPr>
            <a:spLocks noGrp="1"/>
          </p:cNvSpPr>
          <p:nvPr/>
        </p:nvSpPr>
        <p:spPr>
          <a:xfrm>
            <a:off x="2675125" y="2752725"/>
            <a:ext cx="228600" cy="28575"/>
          </a:xfrm>
          <a:prstGeom prst="rect">
            <a:avLst/>
          </a:prstGeom>
          <a:solidFill>
            <a:srgbClr val="FFFFFF"/>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3" name="Rectangle 32">
            <a:extLst>
              <a:ext uri="{FF2B5EF4-FFF2-40B4-BE49-F238E27FC236}">
                <a16:creationId xmlns:a16="http://schemas.microsoft.com/office/drawing/2014/main" id="{AFD2EF0A-1CCB-488D-A5D3-427F39EE6280}"/>
              </a:ext>
            </a:extLst>
          </p:cNvPr>
          <p:cNvSpPr>
            <a:spLocks noGrp="1"/>
          </p:cNvSpPr>
          <p:nvPr/>
        </p:nvSpPr>
        <p:spPr>
          <a:xfrm>
            <a:off x="3160900" y="2476500"/>
            <a:ext cx="2905125" cy="219075"/>
          </a:xfrm>
          <a:prstGeom prst="rect">
            <a:avLst/>
          </a:prstGeom>
          <a:noFill/>
          <a:ln w="0">
            <a:noFill/>
            <a:prstDash val="solid"/>
          </a:ln>
        </p:spPr>
        <p:txBody>
          <a:bodyPr anchor="ctr"/>
          <a:lstStyle/>
          <a:p>
            <a:pPr algn="l">
              <a:defRPr sz="1125" b="1">
                <a:solidFill>
                  <a:srgbClr val="164A3E"/>
                </a:solidFill>
              </a:defRPr>
            </a:pPr>
            <a:r>
              <a:rPr sz="1125" b="1" dirty="0" err="1">
                <a:solidFill>
                  <a:srgbClr val="164A3E"/>
                </a:solidFill>
                <a:latin typeface="Kanit" panose="00000500000000000000" pitchFamily="2" charset="-34"/>
                <a:cs typeface="Kanit" panose="00000500000000000000" pitchFamily="2" charset="-34"/>
              </a:rPr>
              <a:t>ดาวน์โหลด</a:t>
            </a:r>
            <a:r>
              <a:rPr sz="1125" b="1" dirty="0">
                <a:solidFill>
                  <a:srgbClr val="164A3E"/>
                </a:solidFill>
                <a:latin typeface="Kanit" panose="00000500000000000000" pitchFamily="2" charset="-34"/>
                <a:cs typeface="Kanit" panose="00000500000000000000" pitchFamily="2" charset="-34"/>
              </a:rPr>
              <a:t> Bank Statement</a:t>
            </a:r>
          </a:p>
        </p:txBody>
      </p:sp>
      <p:sp>
        <p:nvSpPr>
          <p:cNvPr id="34" name="Rectangle 33">
            <a:extLst>
              <a:ext uri="{FF2B5EF4-FFF2-40B4-BE49-F238E27FC236}">
                <a16:creationId xmlns:a16="http://schemas.microsoft.com/office/drawing/2014/main" id="{A82E481D-9A27-41F0-A418-7093503835B0}"/>
              </a:ext>
            </a:extLst>
          </p:cNvPr>
          <p:cNvSpPr>
            <a:spLocks noGrp="1"/>
          </p:cNvSpPr>
          <p:nvPr/>
        </p:nvSpPr>
        <p:spPr>
          <a:xfrm>
            <a:off x="6066025" y="2476500"/>
            <a:ext cx="3638550" cy="381000"/>
          </a:xfrm>
          <a:prstGeom prst="rect">
            <a:avLst/>
          </a:prstGeom>
          <a:noFill/>
          <a:ln w="0">
            <a:noFill/>
            <a:prstDash val="solid"/>
          </a:ln>
        </p:spPr>
        <p:txBody>
          <a:bodyPr anchor="ctr"/>
          <a:lstStyle/>
          <a:p>
            <a:pPr algn="l">
              <a:defRPr sz="900" b="0">
                <a:solidFill>
                  <a:srgbClr val="657B77"/>
                </a:solidFill>
              </a:defRPr>
            </a:pPr>
            <a:r>
              <a:rPr lang="th-TH" sz="1000" b="0" dirty="0">
                <a:solidFill>
                  <a:srgbClr val="006666"/>
                </a:solidFill>
                <a:latin typeface="Kanit" panose="00000500000000000000" pitchFamily="2" charset="-34"/>
                <a:cs typeface="Kanit" panose="00000500000000000000" pitchFamily="2" charset="-34"/>
              </a:rPr>
              <a:t>ดาวน์โหลดไฟล์ </a:t>
            </a:r>
            <a:r>
              <a:rPr lang="en-US" sz="1000" b="0" dirty="0">
                <a:solidFill>
                  <a:srgbClr val="006666"/>
                </a:solidFill>
                <a:latin typeface="Kanit" panose="00000500000000000000" pitchFamily="2" charset="-34"/>
                <a:cs typeface="Kanit" panose="00000500000000000000" pitchFamily="2" charset="-34"/>
              </a:rPr>
              <a:t>CSV </a:t>
            </a:r>
            <a:r>
              <a:rPr lang="th-TH" sz="1000" b="0" dirty="0">
                <a:solidFill>
                  <a:srgbClr val="006666"/>
                </a:solidFill>
                <a:latin typeface="Kanit" panose="00000500000000000000" pitchFamily="2" charset="-34"/>
                <a:cs typeface="Kanit" panose="00000500000000000000" pitchFamily="2" charset="-34"/>
              </a:rPr>
              <a:t>ของบัญชีและช่วงวันที่ที่เลือก</a:t>
            </a:r>
          </a:p>
        </p:txBody>
      </p:sp>
      <p:sp>
        <p:nvSpPr>
          <p:cNvPr id="35" name="Arrow: Down 34">
            <a:extLst>
              <a:ext uri="{FF2B5EF4-FFF2-40B4-BE49-F238E27FC236}">
                <a16:creationId xmlns:a16="http://schemas.microsoft.com/office/drawing/2014/main" id="{7D7C700A-EAB3-4015-A948-6AB99061A146}"/>
              </a:ext>
            </a:extLst>
          </p:cNvPr>
          <p:cNvSpPr>
            <a:spLocks noGrp="1"/>
          </p:cNvSpPr>
          <p:nvPr/>
        </p:nvSpPr>
        <p:spPr>
          <a:xfrm>
            <a:off x="5827900" y="2914650"/>
            <a:ext cx="266700" cy="123825"/>
          </a:xfrm>
          <a:prstGeom prst="downArrow">
            <a:avLst/>
          </a:prstGeom>
          <a:solidFill>
            <a:srgbClr val="C7D9D4"/>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6" name="Rectangle: Rounded Corners 35">
            <a:extLst>
              <a:ext uri="{FF2B5EF4-FFF2-40B4-BE49-F238E27FC236}">
                <a16:creationId xmlns:a16="http://schemas.microsoft.com/office/drawing/2014/main" id="{5D2E1ED8-A581-4FF1-8D3D-90E99583EE58}"/>
              </a:ext>
            </a:extLst>
          </p:cNvPr>
          <p:cNvSpPr>
            <a:spLocks noGrp="1"/>
          </p:cNvSpPr>
          <p:nvPr/>
        </p:nvSpPr>
        <p:spPr>
          <a:xfrm>
            <a:off x="1998850" y="3009900"/>
            <a:ext cx="7924800" cy="457200"/>
          </a:xfrm>
          <a:prstGeom prst="roundRect">
            <a:avLst>
              <a:gd name="adj" fmla="val 16667"/>
            </a:avLst>
          </a:prstGeom>
          <a:solidFill>
            <a:srgbClr val="F4F8F7"/>
          </a:solidFill>
          <a:ln w="9525">
            <a:solidFill>
              <a:srgbClr val="C7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37" name="Oval 36">
            <a:extLst>
              <a:ext uri="{FF2B5EF4-FFF2-40B4-BE49-F238E27FC236}">
                <a16:creationId xmlns:a16="http://schemas.microsoft.com/office/drawing/2014/main" id="{D291493B-06E7-4014-A325-20BE52839CE5}"/>
              </a:ext>
            </a:extLst>
          </p:cNvPr>
          <p:cNvSpPr>
            <a:spLocks noGrp="1"/>
          </p:cNvSpPr>
          <p:nvPr/>
        </p:nvSpPr>
        <p:spPr>
          <a:xfrm>
            <a:off x="2132200" y="3086100"/>
            <a:ext cx="304800" cy="304800"/>
          </a:xfrm>
          <a:prstGeom prst="ellipse">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8" name="Rectangle 37">
            <a:extLst>
              <a:ext uri="{FF2B5EF4-FFF2-40B4-BE49-F238E27FC236}">
                <a16:creationId xmlns:a16="http://schemas.microsoft.com/office/drawing/2014/main" id="{2BC1F1B5-309B-40B1-89F2-584598846FB1}"/>
              </a:ext>
            </a:extLst>
          </p:cNvPr>
          <p:cNvSpPr>
            <a:spLocks noGrp="1"/>
          </p:cNvSpPr>
          <p:nvPr/>
        </p:nvSpPr>
        <p:spPr>
          <a:xfrm>
            <a:off x="2132200" y="3143250"/>
            <a:ext cx="30480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3</a:t>
            </a:r>
          </a:p>
        </p:txBody>
      </p:sp>
      <p:sp>
        <p:nvSpPr>
          <p:cNvPr id="39" name="Rectangle: Rounded Corners 38">
            <a:extLst>
              <a:ext uri="{FF2B5EF4-FFF2-40B4-BE49-F238E27FC236}">
                <a16:creationId xmlns:a16="http://schemas.microsoft.com/office/drawing/2014/main" id="{745C8FF6-D1CD-4F82-8E77-3F710F984131}"/>
              </a:ext>
            </a:extLst>
          </p:cNvPr>
          <p:cNvSpPr>
            <a:spLocks noGrp="1"/>
          </p:cNvSpPr>
          <p:nvPr/>
        </p:nvSpPr>
        <p:spPr>
          <a:xfrm>
            <a:off x="2551300" y="3076575"/>
            <a:ext cx="476250" cy="323850"/>
          </a:xfrm>
          <a:prstGeom prst="roundRect">
            <a:avLst>
              <a:gd name="adj" fmla="val 23529"/>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42" name="Rectangle 41">
            <a:extLst>
              <a:ext uri="{FF2B5EF4-FFF2-40B4-BE49-F238E27FC236}">
                <a16:creationId xmlns:a16="http://schemas.microsoft.com/office/drawing/2014/main" id="{FBCCA892-E8E5-4DEC-8C0A-D1478B7FA0BA}"/>
              </a:ext>
            </a:extLst>
          </p:cNvPr>
          <p:cNvSpPr>
            <a:spLocks noGrp="1"/>
          </p:cNvSpPr>
          <p:nvPr/>
        </p:nvSpPr>
        <p:spPr>
          <a:xfrm>
            <a:off x="3160898" y="3133725"/>
            <a:ext cx="2905125" cy="219075"/>
          </a:xfrm>
          <a:prstGeom prst="rect">
            <a:avLst/>
          </a:prstGeom>
          <a:noFill/>
          <a:ln w="0">
            <a:noFill/>
            <a:prstDash val="solid"/>
          </a:ln>
        </p:spPr>
        <p:txBody>
          <a:bodyPr anchor="ctr"/>
          <a:lstStyle/>
          <a:p>
            <a:pPr algn="l">
              <a:defRPr sz="1125" b="1">
                <a:solidFill>
                  <a:srgbClr val="164A3E"/>
                </a:solidFill>
              </a:defRPr>
            </a:pPr>
            <a:r>
              <a:rPr sz="1125" b="1" dirty="0" err="1">
                <a:solidFill>
                  <a:srgbClr val="164A3E"/>
                </a:solidFill>
                <a:latin typeface="Kanit" panose="00000500000000000000" pitchFamily="2" charset="-34"/>
                <a:cs typeface="Kanit" panose="00000500000000000000" pitchFamily="2" charset="-34"/>
              </a:rPr>
              <a:t>กรองและตรวจสอบข้อมูล</a:t>
            </a:r>
            <a:r>
              <a:rPr sz="1125" b="1" dirty="0">
                <a:solidFill>
                  <a:srgbClr val="164A3E"/>
                </a:solidFill>
                <a:latin typeface="Kanit" panose="00000500000000000000" pitchFamily="2" charset="-34"/>
                <a:cs typeface="Kanit" panose="00000500000000000000" pitchFamily="2" charset="-34"/>
              </a:rPr>
              <a:t> Statement</a:t>
            </a:r>
            <a:endParaRPr lang="th-TH" sz="1125" b="1" dirty="0">
              <a:solidFill>
                <a:srgbClr val="164A3E"/>
              </a:solidFill>
              <a:latin typeface="Kanit" panose="00000500000000000000" pitchFamily="2" charset="-34"/>
              <a:cs typeface="Kanit" panose="00000500000000000000" pitchFamily="2" charset="-34"/>
            </a:endParaRPr>
          </a:p>
          <a:p>
            <a:pPr algn="l">
              <a:defRPr sz="1125" b="1">
                <a:solidFill>
                  <a:srgbClr val="164A3E"/>
                </a:solidFill>
              </a:defRPr>
            </a:pPr>
            <a:r>
              <a:rPr lang="th-TH" sz="1125" b="1" dirty="0">
                <a:solidFill>
                  <a:srgbClr val="164A3E"/>
                </a:solidFill>
                <a:latin typeface="Kanit" panose="00000500000000000000" pitchFamily="2" charset="-34"/>
                <a:cs typeface="Kanit" panose="00000500000000000000" pitchFamily="2" charset="-34"/>
              </a:rPr>
              <a:t>ปรับ </a:t>
            </a:r>
            <a:r>
              <a:rPr lang="en-US" sz="1125" b="1" dirty="0">
                <a:solidFill>
                  <a:srgbClr val="164A3E"/>
                </a:solidFill>
                <a:latin typeface="Kanit" panose="00000500000000000000" pitchFamily="2" charset="-34"/>
                <a:cs typeface="Kanit" panose="00000500000000000000" pitchFamily="2" charset="-34"/>
              </a:rPr>
              <a:t>Template &amp; Upload CSV </a:t>
            </a:r>
            <a:r>
              <a:rPr lang="th-TH" sz="1125" b="1" dirty="0">
                <a:solidFill>
                  <a:srgbClr val="164A3E"/>
                </a:solidFill>
                <a:latin typeface="Kanit" panose="00000500000000000000" pitchFamily="2" charset="-34"/>
                <a:cs typeface="Kanit" panose="00000500000000000000" pitchFamily="2" charset="-34"/>
              </a:rPr>
              <a:t>เข้า </a:t>
            </a:r>
            <a:r>
              <a:rPr lang="en-US" sz="1125" b="1" dirty="0">
                <a:solidFill>
                  <a:srgbClr val="164A3E"/>
                </a:solidFill>
                <a:latin typeface="Kanit" panose="00000500000000000000" pitchFamily="2" charset="-34"/>
                <a:cs typeface="Kanit" panose="00000500000000000000" pitchFamily="2" charset="-34"/>
              </a:rPr>
              <a:t>D365</a:t>
            </a:r>
          </a:p>
        </p:txBody>
      </p:sp>
      <p:sp>
        <p:nvSpPr>
          <p:cNvPr id="43" name="Rectangle 42">
            <a:extLst>
              <a:ext uri="{FF2B5EF4-FFF2-40B4-BE49-F238E27FC236}">
                <a16:creationId xmlns:a16="http://schemas.microsoft.com/office/drawing/2014/main" id="{CCFFB209-0143-4833-BDFD-D52E926D935F}"/>
              </a:ext>
            </a:extLst>
          </p:cNvPr>
          <p:cNvSpPr>
            <a:spLocks noGrp="1"/>
          </p:cNvSpPr>
          <p:nvPr/>
        </p:nvSpPr>
        <p:spPr>
          <a:xfrm>
            <a:off x="6066024" y="3038475"/>
            <a:ext cx="3971926" cy="381000"/>
          </a:xfrm>
          <a:prstGeom prst="rect">
            <a:avLst/>
          </a:prstGeom>
          <a:noFill/>
          <a:ln w="0">
            <a:noFill/>
            <a:prstDash val="solid"/>
          </a:ln>
        </p:spPr>
        <p:txBody>
          <a:bodyPr anchor="ctr"/>
          <a:lstStyle/>
          <a:p>
            <a:pPr algn="l">
              <a:defRPr sz="900" b="0">
                <a:solidFill>
                  <a:srgbClr val="657B77"/>
                </a:solidFill>
              </a:defRPr>
            </a:pPr>
            <a:r>
              <a:rPr lang="th-TH" sz="900" b="0" dirty="0">
                <a:solidFill>
                  <a:srgbClr val="006666"/>
                </a:solidFill>
                <a:latin typeface="Kanit" panose="00000500000000000000" pitchFamily="2" charset="-34"/>
                <a:cs typeface="Kanit" panose="00000500000000000000" pitchFamily="2" charset="-34"/>
              </a:rPr>
              <a:t>ตรวจสอบความครบถ้วของข้อมูลใน </a:t>
            </a:r>
            <a:r>
              <a:rPr lang="en-US" sz="900" b="0" dirty="0">
                <a:solidFill>
                  <a:srgbClr val="006666"/>
                </a:solidFill>
                <a:latin typeface="Kanit" panose="00000500000000000000" pitchFamily="2" charset="-34"/>
                <a:cs typeface="Kanit" panose="00000500000000000000" pitchFamily="2" charset="-34"/>
              </a:rPr>
              <a:t>Bank Statement </a:t>
            </a:r>
            <a:r>
              <a:rPr lang="th-TH" sz="900" b="0" dirty="0">
                <a:solidFill>
                  <a:srgbClr val="006666"/>
                </a:solidFill>
                <a:latin typeface="Kanit" panose="00000500000000000000" pitchFamily="2" charset="-34"/>
                <a:cs typeface="Kanit" panose="00000500000000000000" pitchFamily="2" charset="-34"/>
              </a:rPr>
              <a:t>เช่น วันที่ทำรายการ,รายละเอียดรายการ,เงินรับเข้า,เงินจ่ายออก,ยอดคงเหลือ,เลขที่รายการ/เลขอ้างอิง(ถ้ามี)</a:t>
            </a:r>
            <a:r>
              <a:rPr lang="en-US" sz="900" dirty="0">
                <a:solidFill>
                  <a:srgbClr val="006666"/>
                </a:solidFill>
                <a:latin typeface="Kanit" panose="00000500000000000000" pitchFamily="2" charset="-34"/>
                <a:cs typeface="Kanit" panose="00000500000000000000" pitchFamily="2" charset="-34"/>
              </a:rPr>
              <a:t> </a:t>
            </a:r>
            <a:r>
              <a:rPr lang="en-US" sz="900" dirty="0">
                <a:solidFill>
                  <a:srgbClr val="006666"/>
                </a:solidFill>
                <a:latin typeface="Kanit" panose="00000500000000000000" pitchFamily="2" charset="-34"/>
                <a:cs typeface="Kanit" panose="00000500000000000000" pitchFamily="2" charset="-34"/>
                <a:sym typeface="Wingdings" panose="05000000000000000000" pitchFamily="2" charset="2"/>
              </a:rPr>
              <a:t> </a:t>
            </a:r>
            <a:r>
              <a:rPr lang="th-TH" sz="900" b="0" dirty="0">
                <a:solidFill>
                  <a:srgbClr val="006666"/>
                </a:solidFill>
                <a:latin typeface="Kanit" panose="00000500000000000000" pitchFamily="2" charset="-34"/>
                <a:cs typeface="Kanit" panose="00000500000000000000" pitchFamily="2" charset="-34"/>
              </a:rPr>
              <a:t>ปรับ </a:t>
            </a:r>
            <a:r>
              <a:rPr lang="en-US" sz="900" b="0" dirty="0">
                <a:solidFill>
                  <a:srgbClr val="006666"/>
                </a:solidFill>
                <a:latin typeface="Kanit" panose="00000500000000000000" pitchFamily="2" charset="-34"/>
                <a:cs typeface="Kanit" panose="00000500000000000000" pitchFamily="2" charset="-34"/>
              </a:rPr>
              <a:t>Template &amp; Upload CSV </a:t>
            </a:r>
            <a:r>
              <a:rPr lang="th-TH" sz="900" b="0" dirty="0">
                <a:solidFill>
                  <a:srgbClr val="006666"/>
                </a:solidFill>
                <a:latin typeface="Kanit" panose="00000500000000000000" pitchFamily="2" charset="-34"/>
                <a:cs typeface="Kanit" panose="00000500000000000000" pitchFamily="2" charset="-34"/>
              </a:rPr>
              <a:t>เข้า </a:t>
            </a:r>
            <a:r>
              <a:rPr lang="en-US" sz="900" b="0" dirty="0">
                <a:solidFill>
                  <a:srgbClr val="006666"/>
                </a:solidFill>
                <a:latin typeface="Kanit" panose="00000500000000000000" pitchFamily="2" charset="-34"/>
                <a:cs typeface="Kanit" panose="00000500000000000000" pitchFamily="2" charset="-34"/>
              </a:rPr>
              <a:t>D365</a:t>
            </a:r>
          </a:p>
        </p:txBody>
      </p:sp>
      <p:sp>
        <p:nvSpPr>
          <p:cNvPr id="44" name="Arrow: Down 43">
            <a:extLst>
              <a:ext uri="{FF2B5EF4-FFF2-40B4-BE49-F238E27FC236}">
                <a16:creationId xmlns:a16="http://schemas.microsoft.com/office/drawing/2014/main" id="{71B9FFEC-6AE7-4EB5-85B9-528923B9E97A}"/>
              </a:ext>
            </a:extLst>
          </p:cNvPr>
          <p:cNvSpPr>
            <a:spLocks noGrp="1"/>
          </p:cNvSpPr>
          <p:nvPr/>
        </p:nvSpPr>
        <p:spPr>
          <a:xfrm>
            <a:off x="5827900" y="3476625"/>
            <a:ext cx="266700" cy="123825"/>
          </a:xfrm>
          <a:prstGeom prst="downArrow">
            <a:avLst/>
          </a:prstGeom>
          <a:solidFill>
            <a:srgbClr val="C7D9D4"/>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45" name="Rectangle: Rounded Corners 44">
            <a:extLst>
              <a:ext uri="{FF2B5EF4-FFF2-40B4-BE49-F238E27FC236}">
                <a16:creationId xmlns:a16="http://schemas.microsoft.com/office/drawing/2014/main" id="{3B45187B-5FAC-4168-B030-ED74B63B3C19}"/>
              </a:ext>
            </a:extLst>
          </p:cNvPr>
          <p:cNvSpPr>
            <a:spLocks noGrp="1"/>
          </p:cNvSpPr>
          <p:nvPr/>
        </p:nvSpPr>
        <p:spPr>
          <a:xfrm>
            <a:off x="1998850" y="3571875"/>
            <a:ext cx="7924800" cy="457200"/>
          </a:xfrm>
          <a:prstGeom prst="roundRect">
            <a:avLst>
              <a:gd name="adj" fmla="val 16667"/>
            </a:avLst>
          </a:prstGeom>
          <a:solidFill>
            <a:srgbClr val="F4F8F7"/>
          </a:solidFill>
          <a:ln w="9525">
            <a:solidFill>
              <a:srgbClr val="C7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46" name="Oval 45">
            <a:extLst>
              <a:ext uri="{FF2B5EF4-FFF2-40B4-BE49-F238E27FC236}">
                <a16:creationId xmlns:a16="http://schemas.microsoft.com/office/drawing/2014/main" id="{C0657A97-3B6B-4C87-8825-4F07BBB79BC7}"/>
              </a:ext>
            </a:extLst>
          </p:cNvPr>
          <p:cNvSpPr>
            <a:spLocks noGrp="1"/>
          </p:cNvSpPr>
          <p:nvPr/>
        </p:nvSpPr>
        <p:spPr>
          <a:xfrm>
            <a:off x="2132200" y="3648075"/>
            <a:ext cx="304800" cy="304800"/>
          </a:xfrm>
          <a:prstGeom prst="ellipse">
            <a:avLst/>
          </a:prstGeom>
          <a:solidFill>
            <a:srgbClr val="102F4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47" name="Rectangle 46">
            <a:extLst>
              <a:ext uri="{FF2B5EF4-FFF2-40B4-BE49-F238E27FC236}">
                <a16:creationId xmlns:a16="http://schemas.microsoft.com/office/drawing/2014/main" id="{D563B680-4644-4EC3-9F31-D36F6F27C229}"/>
              </a:ext>
            </a:extLst>
          </p:cNvPr>
          <p:cNvSpPr>
            <a:spLocks noGrp="1"/>
          </p:cNvSpPr>
          <p:nvPr/>
        </p:nvSpPr>
        <p:spPr>
          <a:xfrm>
            <a:off x="2132200" y="3705225"/>
            <a:ext cx="30480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4</a:t>
            </a:r>
          </a:p>
        </p:txBody>
      </p:sp>
      <p:sp>
        <p:nvSpPr>
          <p:cNvPr id="48" name="Rectangle: Rounded Corners 47">
            <a:extLst>
              <a:ext uri="{FF2B5EF4-FFF2-40B4-BE49-F238E27FC236}">
                <a16:creationId xmlns:a16="http://schemas.microsoft.com/office/drawing/2014/main" id="{E74E48F5-0048-49CB-8CEC-81AB519DF63D}"/>
              </a:ext>
            </a:extLst>
          </p:cNvPr>
          <p:cNvSpPr>
            <a:spLocks noGrp="1"/>
          </p:cNvSpPr>
          <p:nvPr/>
        </p:nvSpPr>
        <p:spPr>
          <a:xfrm>
            <a:off x="2551300" y="3638550"/>
            <a:ext cx="476250" cy="323850"/>
          </a:xfrm>
          <a:prstGeom prst="roundRect">
            <a:avLst>
              <a:gd name="adj" fmla="val 23529"/>
            </a:avLst>
          </a:prstGeom>
          <a:solidFill>
            <a:srgbClr val="102F4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49" name="Rectangle 48">
            <a:extLst>
              <a:ext uri="{FF2B5EF4-FFF2-40B4-BE49-F238E27FC236}">
                <a16:creationId xmlns:a16="http://schemas.microsoft.com/office/drawing/2014/main" id="{70E9B4F0-1E94-466F-8A97-A7846A586A0B}"/>
              </a:ext>
            </a:extLst>
          </p:cNvPr>
          <p:cNvSpPr>
            <a:spLocks noGrp="1"/>
          </p:cNvSpPr>
          <p:nvPr/>
        </p:nvSpPr>
        <p:spPr>
          <a:xfrm>
            <a:off x="2551300" y="3705225"/>
            <a:ext cx="476250" cy="171450"/>
          </a:xfrm>
          <a:prstGeom prst="rect">
            <a:avLst/>
          </a:prstGeom>
          <a:noFill/>
          <a:ln w="0">
            <a:noFill/>
            <a:prstDash val="solid"/>
          </a:ln>
        </p:spPr>
        <p:txBody>
          <a:bodyPr anchor="ctr"/>
          <a:lstStyle/>
          <a:p>
            <a:pPr algn="ctr">
              <a:defRPr sz="750" b="1">
                <a:solidFill>
                  <a:srgbClr val="FFFFFF"/>
                </a:solidFill>
              </a:defRPr>
            </a:pPr>
            <a:r>
              <a:rPr lang="en-US" sz="750" b="1" dirty="0">
                <a:solidFill>
                  <a:srgbClr val="FFFFFF"/>
                </a:solidFill>
                <a:latin typeface="Kanit" panose="00000500000000000000" pitchFamily="2" charset="-34"/>
                <a:cs typeface="Kanit" panose="00000500000000000000" pitchFamily="2" charset="-34"/>
              </a:rPr>
              <a:t>D</a:t>
            </a:r>
            <a:r>
              <a:rPr sz="750" b="1" dirty="0">
                <a:solidFill>
                  <a:srgbClr val="FFFFFF"/>
                </a:solidFill>
                <a:latin typeface="Kanit" panose="00000500000000000000" pitchFamily="2" charset="-34"/>
                <a:cs typeface="Kanit" panose="00000500000000000000" pitchFamily="2" charset="-34"/>
              </a:rPr>
              <a:t>365</a:t>
            </a:r>
          </a:p>
        </p:txBody>
      </p:sp>
      <p:sp>
        <p:nvSpPr>
          <p:cNvPr id="50" name="Rectangle 49">
            <a:extLst>
              <a:ext uri="{FF2B5EF4-FFF2-40B4-BE49-F238E27FC236}">
                <a16:creationId xmlns:a16="http://schemas.microsoft.com/office/drawing/2014/main" id="{23C2183C-9AB7-499D-8598-D9367137F7D6}"/>
              </a:ext>
            </a:extLst>
          </p:cNvPr>
          <p:cNvSpPr>
            <a:spLocks noGrp="1"/>
          </p:cNvSpPr>
          <p:nvPr/>
        </p:nvSpPr>
        <p:spPr>
          <a:xfrm>
            <a:off x="3160899" y="3683889"/>
            <a:ext cx="2905125" cy="219075"/>
          </a:xfrm>
          <a:prstGeom prst="rect">
            <a:avLst/>
          </a:prstGeom>
          <a:noFill/>
          <a:ln w="0">
            <a:noFill/>
            <a:prstDash val="solid"/>
          </a:ln>
        </p:spPr>
        <p:txBody>
          <a:bodyPr anchor="ctr"/>
          <a:lstStyle/>
          <a:p>
            <a:pPr algn="l">
              <a:defRPr sz="1125" b="1">
                <a:solidFill>
                  <a:srgbClr val="164A3E"/>
                </a:solidFill>
              </a:defRPr>
            </a:pPr>
            <a:r>
              <a:rPr sz="1125" b="1" dirty="0" err="1">
                <a:solidFill>
                  <a:srgbClr val="0070C0"/>
                </a:solidFill>
                <a:latin typeface="Kanit" panose="00000500000000000000" pitchFamily="2" charset="-34"/>
                <a:cs typeface="Kanit" panose="00000500000000000000" pitchFamily="2" charset="-34"/>
              </a:rPr>
              <a:t>เปิดรายการ</a:t>
            </a:r>
            <a:r>
              <a:rPr sz="1125" b="1" dirty="0">
                <a:solidFill>
                  <a:srgbClr val="0070C0"/>
                </a:solidFill>
                <a:latin typeface="Kanit" panose="00000500000000000000" pitchFamily="2" charset="-34"/>
                <a:cs typeface="Kanit" panose="00000500000000000000" pitchFamily="2" charset="-34"/>
              </a:rPr>
              <a:t> GL Bank </a:t>
            </a:r>
            <a:r>
              <a:rPr sz="1125" b="1" dirty="0" err="1">
                <a:solidFill>
                  <a:srgbClr val="0070C0"/>
                </a:solidFill>
                <a:latin typeface="Kanit" panose="00000500000000000000" pitchFamily="2" charset="-34"/>
                <a:cs typeface="Kanit" panose="00000500000000000000" pitchFamily="2" charset="-34"/>
              </a:rPr>
              <a:t>ใน</a:t>
            </a:r>
            <a:r>
              <a:rPr sz="1125" b="1" dirty="0">
                <a:solidFill>
                  <a:srgbClr val="0070C0"/>
                </a:solidFill>
                <a:latin typeface="Kanit" panose="00000500000000000000" pitchFamily="2" charset="-34"/>
                <a:cs typeface="Kanit" panose="00000500000000000000" pitchFamily="2" charset="-34"/>
              </a:rPr>
              <a:t> D365</a:t>
            </a:r>
          </a:p>
        </p:txBody>
      </p:sp>
      <p:sp>
        <p:nvSpPr>
          <p:cNvPr id="51" name="Rectangle 50">
            <a:extLst>
              <a:ext uri="{FF2B5EF4-FFF2-40B4-BE49-F238E27FC236}">
                <a16:creationId xmlns:a16="http://schemas.microsoft.com/office/drawing/2014/main" id="{94EEAD3F-72DC-4176-8145-4FC3870213A9}"/>
              </a:ext>
            </a:extLst>
          </p:cNvPr>
          <p:cNvSpPr>
            <a:spLocks noGrp="1"/>
          </p:cNvSpPr>
          <p:nvPr/>
        </p:nvSpPr>
        <p:spPr>
          <a:xfrm>
            <a:off x="6094600" y="3629025"/>
            <a:ext cx="3735200" cy="381000"/>
          </a:xfrm>
          <a:prstGeom prst="rect">
            <a:avLst/>
          </a:prstGeom>
          <a:noFill/>
          <a:ln w="0">
            <a:noFill/>
            <a:prstDash val="solid"/>
          </a:ln>
        </p:spPr>
        <p:txBody>
          <a:bodyPr anchor="ctr"/>
          <a:lstStyle/>
          <a:p>
            <a:pPr>
              <a:defRPr sz="900" b="0">
                <a:solidFill>
                  <a:srgbClr val="657B77"/>
                </a:solidFill>
              </a:defRPr>
            </a:pPr>
            <a:r>
              <a:rPr lang="th-TH" sz="900" dirty="0">
                <a:solidFill>
                  <a:srgbClr val="0070C0"/>
                </a:solidFill>
                <a:latin typeface="Kanit" panose="00000500000000000000" pitchFamily="2" charset="-34"/>
                <a:cs typeface="Kanit" panose="00000500000000000000" pitchFamily="2" charset="-34"/>
              </a:rPr>
              <a:t>ตรวจสอบรายการบัญชีธนาคารผ่านหน้า </a:t>
            </a:r>
            <a:r>
              <a:rPr lang="en-US" sz="900" dirty="0">
                <a:solidFill>
                  <a:srgbClr val="0070C0"/>
                </a:solidFill>
                <a:latin typeface="Kanit" panose="00000500000000000000" pitchFamily="2" charset="-34"/>
                <a:cs typeface="Kanit" panose="00000500000000000000" pitchFamily="2" charset="-34"/>
              </a:rPr>
              <a:t>Cash Management → </a:t>
            </a:r>
            <a:r>
              <a:rPr lang="th-TH" sz="900" dirty="0">
                <a:solidFill>
                  <a:srgbClr val="0070C0"/>
                </a:solidFill>
                <a:latin typeface="Kanit" panose="00000500000000000000" pitchFamily="2" charset="-34"/>
                <a:cs typeface="Kanit" panose="00000500000000000000" pitchFamily="2" charset="-34"/>
              </a:rPr>
              <a:t>เลือกบัญชี → นำเข้า </a:t>
            </a:r>
            <a:r>
              <a:rPr lang="en-US" sz="900" dirty="0">
                <a:solidFill>
                  <a:srgbClr val="0070C0"/>
                </a:solidFill>
                <a:latin typeface="Kanit" panose="00000500000000000000" pitchFamily="2" charset="-34"/>
                <a:cs typeface="Kanit" panose="00000500000000000000" pitchFamily="2" charset="-34"/>
              </a:rPr>
              <a:t>Statement </a:t>
            </a:r>
            <a:r>
              <a:rPr sz="900" b="0" dirty="0" err="1">
                <a:solidFill>
                  <a:srgbClr val="0070C0"/>
                </a:solidFill>
                <a:latin typeface="Kanit" panose="00000500000000000000" pitchFamily="2" charset="-34"/>
                <a:cs typeface="Kanit" panose="00000500000000000000" pitchFamily="2" charset="-34"/>
              </a:rPr>
              <a:t>เข้า</a:t>
            </a:r>
            <a:r>
              <a:rPr sz="900" b="0" dirty="0">
                <a:solidFill>
                  <a:srgbClr val="0070C0"/>
                </a:solidFill>
                <a:latin typeface="Kanit" panose="00000500000000000000" pitchFamily="2" charset="-34"/>
                <a:cs typeface="Kanit" panose="00000500000000000000" pitchFamily="2" charset="-34"/>
              </a:rPr>
              <a:t> Cash Management </a:t>
            </a:r>
            <a:r>
              <a:rPr sz="900" b="0" dirty="0" err="1">
                <a:solidFill>
                  <a:srgbClr val="0070C0"/>
                </a:solidFill>
                <a:latin typeface="Kanit" panose="00000500000000000000" pitchFamily="2" charset="-34"/>
                <a:cs typeface="Kanit" panose="00000500000000000000" pitchFamily="2" charset="-34"/>
              </a:rPr>
              <a:t>และเลือกข้อมูลในช่วงเวลาเดียวกัน</a:t>
            </a:r>
            <a:endParaRPr sz="900" b="0" dirty="0">
              <a:solidFill>
                <a:srgbClr val="0070C0"/>
              </a:solidFill>
              <a:latin typeface="Kanit" panose="00000500000000000000" pitchFamily="2" charset="-34"/>
              <a:cs typeface="Kanit" panose="00000500000000000000" pitchFamily="2" charset="-34"/>
            </a:endParaRPr>
          </a:p>
        </p:txBody>
      </p:sp>
      <p:sp>
        <p:nvSpPr>
          <p:cNvPr id="52" name="Arrow: Down 51">
            <a:extLst>
              <a:ext uri="{FF2B5EF4-FFF2-40B4-BE49-F238E27FC236}">
                <a16:creationId xmlns:a16="http://schemas.microsoft.com/office/drawing/2014/main" id="{56409E73-FF53-4391-AEAB-166C12962D88}"/>
              </a:ext>
            </a:extLst>
          </p:cNvPr>
          <p:cNvSpPr>
            <a:spLocks noGrp="1"/>
          </p:cNvSpPr>
          <p:nvPr/>
        </p:nvSpPr>
        <p:spPr>
          <a:xfrm>
            <a:off x="5827900" y="4038600"/>
            <a:ext cx="266700" cy="123825"/>
          </a:xfrm>
          <a:prstGeom prst="downArrow">
            <a:avLst/>
          </a:prstGeom>
          <a:solidFill>
            <a:srgbClr val="C7D9D4"/>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3" name="Rectangle: Rounded Corners 52">
            <a:extLst>
              <a:ext uri="{FF2B5EF4-FFF2-40B4-BE49-F238E27FC236}">
                <a16:creationId xmlns:a16="http://schemas.microsoft.com/office/drawing/2014/main" id="{EDD7EAF8-C1DC-46C2-9F58-DB0847F96A68}"/>
              </a:ext>
            </a:extLst>
          </p:cNvPr>
          <p:cNvSpPr>
            <a:spLocks noGrp="1"/>
          </p:cNvSpPr>
          <p:nvPr/>
        </p:nvSpPr>
        <p:spPr>
          <a:xfrm>
            <a:off x="1998850" y="4133850"/>
            <a:ext cx="7924800" cy="457200"/>
          </a:xfrm>
          <a:prstGeom prst="roundRect">
            <a:avLst>
              <a:gd name="adj" fmla="val 16667"/>
            </a:avLst>
          </a:prstGeom>
          <a:solidFill>
            <a:srgbClr val="F4F8F7"/>
          </a:solidFill>
          <a:ln w="9525">
            <a:solidFill>
              <a:srgbClr val="C7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54" name="Oval 53">
            <a:extLst>
              <a:ext uri="{FF2B5EF4-FFF2-40B4-BE49-F238E27FC236}">
                <a16:creationId xmlns:a16="http://schemas.microsoft.com/office/drawing/2014/main" id="{FB51F4E5-C44A-4131-B7EF-9DBB64DC10B9}"/>
              </a:ext>
            </a:extLst>
          </p:cNvPr>
          <p:cNvSpPr>
            <a:spLocks noGrp="1"/>
          </p:cNvSpPr>
          <p:nvPr/>
        </p:nvSpPr>
        <p:spPr>
          <a:xfrm>
            <a:off x="2132200" y="4210050"/>
            <a:ext cx="304800" cy="304800"/>
          </a:xfrm>
          <a:prstGeom prst="ellipse">
            <a:avLst/>
          </a:prstGeom>
          <a:solidFill>
            <a:srgbClr val="102F4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5" name="Rectangle 54">
            <a:extLst>
              <a:ext uri="{FF2B5EF4-FFF2-40B4-BE49-F238E27FC236}">
                <a16:creationId xmlns:a16="http://schemas.microsoft.com/office/drawing/2014/main" id="{DADBC91F-E67D-488D-A036-BF87D0EF17B3}"/>
              </a:ext>
            </a:extLst>
          </p:cNvPr>
          <p:cNvSpPr>
            <a:spLocks noGrp="1"/>
          </p:cNvSpPr>
          <p:nvPr/>
        </p:nvSpPr>
        <p:spPr>
          <a:xfrm>
            <a:off x="2132200" y="4267200"/>
            <a:ext cx="30480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5</a:t>
            </a:r>
          </a:p>
        </p:txBody>
      </p:sp>
      <p:sp>
        <p:nvSpPr>
          <p:cNvPr id="56" name="Rectangle: Rounded Corners 55">
            <a:extLst>
              <a:ext uri="{FF2B5EF4-FFF2-40B4-BE49-F238E27FC236}">
                <a16:creationId xmlns:a16="http://schemas.microsoft.com/office/drawing/2014/main" id="{25BCAC61-43B3-49DB-9A9A-7BB1F7CA9EE5}"/>
              </a:ext>
            </a:extLst>
          </p:cNvPr>
          <p:cNvSpPr>
            <a:spLocks noGrp="1"/>
          </p:cNvSpPr>
          <p:nvPr/>
        </p:nvSpPr>
        <p:spPr>
          <a:xfrm>
            <a:off x="2551300" y="4200525"/>
            <a:ext cx="476250" cy="323850"/>
          </a:xfrm>
          <a:prstGeom prst="roundRect">
            <a:avLst>
              <a:gd name="adj" fmla="val 23529"/>
            </a:avLst>
          </a:prstGeom>
          <a:solidFill>
            <a:srgbClr val="102F4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7" name="Rectangle 56">
            <a:extLst>
              <a:ext uri="{FF2B5EF4-FFF2-40B4-BE49-F238E27FC236}">
                <a16:creationId xmlns:a16="http://schemas.microsoft.com/office/drawing/2014/main" id="{F6233BA8-D245-4B32-A886-41E1C3AD931F}"/>
              </a:ext>
            </a:extLst>
          </p:cNvPr>
          <p:cNvSpPr>
            <a:spLocks noGrp="1"/>
          </p:cNvSpPr>
          <p:nvPr/>
        </p:nvSpPr>
        <p:spPr>
          <a:xfrm>
            <a:off x="2551300" y="4257675"/>
            <a:ext cx="476250" cy="19050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Kanit" panose="00000500000000000000" pitchFamily="2" charset="-34"/>
                <a:cs typeface="Kanit" panose="00000500000000000000" pitchFamily="2" charset="-34"/>
              </a:rPr>
              <a:t>↔</a:t>
            </a:r>
          </a:p>
        </p:txBody>
      </p:sp>
      <p:sp>
        <p:nvSpPr>
          <p:cNvPr id="58" name="Rectangle 57">
            <a:extLst>
              <a:ext uri="{FF2B5EF4-FFF2-40B4-BE49-F238E27FC236}">
                <a16:creationId xmlns:a16="http://schemas.microsoft.com/office/drawing/2014/main" id="{1A7A9930-18B1-4766-8E54-14FA487CDB46}"/>
              </a:ext>
            </a:extLst>
          </p:cNvPr>
          <p:cNvSpPr>
            <a:spLocks noGrp="1"/>
          </p:cNvSpPr>
          <p:nvPr/>
        </p:nvSpPr>
        <p:spPr>
          <a:xfrm>
            <a:off x="3160898" y="4233862"/>
            <a:ext cx="2905125" cy="219075"/>
          </a:xfrm>
          <a:prstGeom prst="rect">
            <a:avLst/>
          </a:prstGeom>
          <a:noFill/>
          <a:ln w="0">
            <a:noFill/>
            <a:prstDash val="solid"/>
          </a:ln>
        </p:spPr>
        <p:txBody>
          <a:bodyPr anchor="ctr"/>
          <a:lstStyle/>
          <a:p>
            <a:pPr algn="l">
              <a:defRPr sz="1125" b="1">
                <a:solidFill>
                  <a:srgbClr val="164A3E"/>
                </a:solidFill>
              </a:defRPr>
            </a:pPr>
            <a:r>
              <a:rPr sz="1125" b="1" dirty="0" err="1">
                <a:solidFill>
                  <a:srgbClr val="0070C0"/>
                </a:solidFill>
                <a:latin typeface="Kanit" panose="00000500000000000000" pitchFamily="2" charset="-34"/>
                <a:cs typeface="Kanit" panose="00000500000000000000" pitchFamily="2" charset="-34"/>
              </a:rPr>
              <a:t>จับคู่</a:t>
            </a:r>
            <a:r>
              <a:rPr sz="1125" b="1" dirty="0">
                <a:solidFill>
                  <a:srgbClr val="0070C0"/>
                </a:solidFill>
                <a:latin typeface="Kanit" panose="00000500000000000000" pitchFamily="2" charset="-34"/>
                <a:cs typeface="Kanit" panose="00000500000000000000" pitchFamily="2" charset="-34"/>
              </a:rPr>
              <a:t> Statement </a:t>
            </a:r>
            <a:r>
              <a:rPr sz="1125" b="1" dirty="0" err="1">
                <a:solidFill>
                  <a:srgbClr val="0070C0"/>
                </a:solidFill>
                <a:latin typeface="Kanit" panose="00000500000000000000" pitchFamily="2" charset="-34"/>
                <a:cs typeface="Kanit" panose="00000500000000000000" pitchFamily="2" charset="-34"/>
              </a:rPr>
              <a:t>กับ</a:t>
            </a:r>
            <a:r>
              <a:rPr sz="1125" b="1" dirty="0">
                <a:solidFill>
                  <a:srgbClr val="0070C0"/>
                </a:solidFill>
                <a:latin typeface="Kanit" panose="00000500000000000000" pitchFamily="2" charset="-34"/>
                <a:cs typeface="Kanit" panose="00000500000000000000" pitchFamily="2" charset="-34"/>
              </a:rPr>
              <a:t> GL Bank</a:t>
            </a:r>
            <a:endParaRPr lang="th-TH" sz="1125" b="1" dirty="0">
              <a:solidFill>
                <a:srgbClr val="0070C0"/>
              </a:solidFill>
              <a:latin typeface="Kanit" panose="00000500000000000000" pitchFamily="2" charset="-34"/>
              <a:cs typeface="Kanit" panose="00000500000000000000" pitchFamily="2" charset="-34"/>
            </a:endParaRPr>
          </a:p>
        </p:txBody>
      </p:sp>
      <p:sp>
        <p:nvSpPr>
          <p:cNvPr id="59" name="Rectangle 58">
            <a:extLst>
              <a:ext uri="{FF2B5EF4-FFF2-40B4-BE49-F238E27FC236}">
                <a16:creationId xmlns:a16="http://schemas.microsoft.com/office/drawing/2014/main" id="{F85ACEE6-F5CF-486C-B020-190F0A237A25}"/>
              </a:ext>
            </a:extLst>
          </p:cNvPr>
          <p:cNvSpPr>
            <a:spLocks noGrp="1"/>
          </p:cNvSpPr>
          <p:nvPr/>
        </p:nvSpPr>
        <p:spPr>
          <a:xfrm>
            <a:off x="6066024" y="4162424"/>
            <a:ext cx="3857625" cy="428625"/>
          </a:xfrm>
          <a:prstGeom prst="rect">
            <a:avLst/>
          </a:prstGeom>
          <a:noFill/>
          <a:ln w="0">
            <a:noFill/>
            <a:prstDash val="solid"/>
          </a:ln>
        </p:spPr>
        <p:txBody>
          <a:bodyPr anchor="ctr"/>
          <a:lstStyle/>
          <a:p>
            <a:pPr algn="l">
              <a:defRPr sz="900" b="0">
                <a:solidFill>
                  <a:srgbClr val="657B77"/>
                </a:solidFill>
              </a:defRPr>
            </a:pPr>
            <a:r>
              <a:rPr lang="th-TH" sz="900" b="0" dirty="0">
                <a:solidFill>
                  <a:srgbClr val="0070C0"/>
                </a:solidFill>
                <a:latin typeface="Kanit" panose="00000500000000000000" pitchFamily="2" charset="-34"/>
                <a:cs typeface="Kanit" panose="00000500000000000000" pitchFamily="2" charset="-34"/>
              </a:rPr>
              <a:t>เปรียบเทียบและจับคู่รายการระหว่าง </a:t>
            </a:r>
            <a:r>
              <a:rPr lang="en-US" sz="900" b="0" dirty="0">
                <a:solidFill>
                  <a:srgbClr val="0070C0"/>
                </a:solidFill>
                <a:latin typeface="Kanit" panose="00000500000000000000" pitchFamily="2" charset="-34"/>
                <a:cs typeface="Kanit" panose="00000500000000000000" pitchFamily="2" charset="-34"/>
              </a:rPr>
              <a:t>Bank Statement </a:t>
            </a:r>
            <a:r>
              <a:rPr lang="th-TH" sz="900" b="0" dirty="0">
                <a:solidFill>
                  <a:srgbClr val="0070C0"/>
                </a:solidFill>
                <a:latin typeface="Kanit" panose="00000500000000000000" pitchFamily="2" charset="-34"/>
                <a:cs typeface="Kanit" panose="00000500000000000000" pitchFamily="2" charset="-34"/>
              </a:rPr>
              <a:t>กับรายการใน </a:t>
            </a:r>
            <a:r>
              <a:rPr lang="en-US" sz="900" b="0" dirty="0">
                <a:solidFill>
                  <a:srgbClr val="0070C0"/>
                </a:solidFill>
                <a:latin typeface="Kanit" panose="00000500000000000000" pitchFamily="2" charset="-34"/>
                <a:cs typeface="Kanit" panose="00000500000000000000" pitchFamily="2" charset="-34"/>
              </a:rPr>
              <a:t>GL Bank </a:t>
            </a:r>
            <a:r>
              <a:rPr lang="th-TH" sz="900" b="0" dirty="0">
                <a:solidFill>
                  <a:srgbClr val="0070C0"/>
                </a:solidFill>
                <a:latin typeface="Kanit" panose="00000500000000000000" pitchFamily="2" charset="-34"/>
                <a:cs typeface="Kanit" panose="00000500000000000000" pitchFamily="2" charset="-34"/>
              </a:rPr>
              <a:t>ของ </a:t>
            </a:r>
            <a:r>
              <a:rPr lang="en-US" sz="900" b="0" dirty="0">
                <a:solidFill>
                  <a:srgbClr val="0070C0"/>
                </a:solidFill>
                <a:latin typeface="Kanit" panose="00000500000000000000" pitchFamily="2" charset="-34"/>
                <a:cs typeface="Kanit" panose="00000500000000000000" pitchFamily="2" charset="-34"/>
              </a:rPr>
              <a:t>Dynamics 365 </a:t>
            </a:r>
            <a:r>
              <a:rPr lang="th-TH" sz="900" b="0" dirty="0">
                <a:solidFill>
                  <a:srgbClr val="0070C0"/>
                </a:solidFill>
                <a:latin typeface="Kanit" panose="00000500000000000000" pitchFamily="2" charset="-34"/>
                <a:cs typeface="Kanit" panose="00000500000000000000" pitchFamily="2" charset="-34"/>
              </a:rPr>
              <a:t>โดยพิจารณาจากข้อมูลที่เกี่ยวข้อง เช่น วันที่รายการ,จำนวนเงิน,รายละเอียดรายการ,เลขที่เอกสาร/เลขที่อ้างอิง</a:t>
            </a:r>
            <a:endParaRPr lang="en-US" sz="900" dirty="0">
              <a:solidFill>
                <a:srgbClr val="0070C0"/>
              </a:solidFill>
              <a:latin typeface="Kanit" panose="00000500000000000000" pitchFamily="2" charset="-34"/>
              <a:cs typeface="Kanit" panose="00000500000000000000" pitchFamily="2" charset="-34"/>
            </a:endParaRPr>
          </a:p>
        </p:txBody>
      </p:sp>
      <p:sp>
        <p:nvSpPr>
          <p:cNvPr id="63" name="Rectangle: Rounded Corners 62">
            <a:extLst>
              <a:ext uri="{FF2B5EF4-FFF2-40B4-BE49-F238E27FC236}">
                <a16:creationId xmlns:a16="http://schemas.microsoft.com/office/drawing/2014/main" id="{2F10F6AB-A5ED-4E99-B200-8C225580CD56}"/>
              </a:ext>
            </a:extLst>
          </p:cNvPr>
          <p:cNvSpPr>
            <a:spLocks noGrp="1"/>
          </p:cNvSpPr>
          <p:nvPr/>
        </p:nvSpPr>
        <p:spPr>
          <a:xfrm>
            <a:off x="1542653" y="4857750"/>
            <a:ext cx="4000500" cy="342900"/>
          </a:xfrm>
          <a:prstGeom prst="roundRect">
            <a:avLst>
              <a:gd name="adj" fmla="val 22222"/>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64" name="Rectangle 63">
            <a:extLst>
              <a:ext uri="{FF2B5EF4-FFF2-40B4-BE49-F238E27FC236}">
                <a16:creationId xmlns:a16="http://schemas.microsoft.com/office/drawing/2014/main" id="{E907251A-F506-4F9C-ADBA-CCAC1B28C6A7}"/>
              </a:ext>
            </a:extLst>
          </p:cNvPr>
          <p:cNvSpPr>
            <a:spLocks noGrp="1"/>
          </p:cNvSpPr>
          <p:nvPr/>
        </p:nvSpPr>
        <p:spPr>
          <a:xfrm>
            <a:off x="1666478" y="4924425"/>
            <a:ext cx="285750" cy="200025"/>
          </a:xfrm>
          <a:prstGeom prst="rect">
            <a:avLst/>
          </a:prstGeom>
          <a:noFill/>
          <a:ln w="0">
            <a:noFill/>
            <a:prstDash val="solid"/>
          </a:ln>
        </p:spPr>
        <p:txBody>
          <a:bodyPr anchor="ctr"/>
          <a:lstStyle/>
          <a:p>
            <a:pPr algn="ctr">
              <a:defRPr sz="1125" b="1">
                <a:solidFill>
                  <a:srgbClr val="FFFFFF"/>
                </a:solidFill>
              </a:defRPr>
            </a:pPr>
            <a:r>
              <a:rPr sz="1125" b="1">
                <a:solidFill>
                  <a:srgbClr val="FFFFFF"/>
                </a:solidFill>
                <a:latin typeface="Kanit" panose="00000500000000000000" pitchFamily="2" charset="-34"/>
                <a:cs typeface="Kanit" panose="00000500000000000000" pitchFamily="2" charset="-34"/>
              </a:rPr>
              <a:t>✓</a:t>
            </a:r>
          </a:p>
        </p:txBody>
      </p:sp>
      <p:sp>
        <p:nvSpPr>
          <p:cNvPr id="65" name="Rectangle 64">
            <a:extLst>
              <a:ext uri="{FF2B5EF4-FFF2-40B4-BE49-F238E27FC236}">
                <a16:creationId xmlns:a16="http://schemas.microsoft.com/office/drawing/2014/main" id="{C709C87C-B993-49D7-A268-DB4B17EF77FD}"/>
              </a:ext>
            </a:extLst>
          </p:cNvPr>
          <p:cNvSpPr>
            <a:spLocks noGrp="1"/>
          </p:cNvSpPr>
          <p:nvPr/>
        </p:nvSpPr>
        <p:spPr>
          <a:xfrm>
            <a:off x="1971278" y="4914900"/>
            <a:ext cx="3448050" cy="219075"/>
          </a:xfrm>
          <a:prstGeom prst="rect">
            <a:avLst/>
          </a:prstGeom>
          <a:noFill/>
          <a:ln w="0">
            <a:noFill/>
            <a:prstDash val="solid"/>
          </a:ln>
        </p:spPr>
        <p:txBody>
          <a:bodyPr anchor="ctr"/>
          <a:lstStyle/>
          <a:p>
            <a:pPr algn="ctr">
              <a:defRPr sz="1125" b="1">
                <a:solidFill>
                  <a:srgbClr val="FFFFFF"/>
                </a:solidFill>
              </a:defRPr>
            </a:pPr>
            <a:r>
              <a:rPr sz="1125" b="1" dirty="0" err="1">
                <a:solidFill>
                  <a:srgbClr val="FFFFFF"/>
                </a:solidFill>
                <a:latin typeface="Kanit" panose="00000500000000000000" pitchFamily="2" charset="-34"/>
                <a:cs typeface="Kanit" panose="00000500000000000000" pitchFamily="2" charset="-34"/>
              </a:rPr>
              <a:t>รายการจับคู่ครบ</a:t>
            </a:r>
            <a:endParaRPr sz="1125" b="1" dirty="0">
              <a:solidFill>
                <a:srgbClr val="FFFFFF"/>
              </a:solidFill>
              <a:latin typeface="Kanit" panose="00000500000000000000" pitchFamily="2" charset="-34"/>
              <a:cs typeface="Kanit" panose="00000500000000000000" pitchFamily="2" charset="-34"/>
            </a:endParaRPr>
          </a:p>
        </p:txBody>
      </p:sp>
      <p:sp>
        <p:nvSpPr>
          <p:cNvPr id="66" name="Rectangle: Rounded Corners 65">
            <a:extLst>
              <a:ext uri="{FF2B5EF4-FFF2-40B4-BE49-F238E27FC236}">
                <a16:creationId xmlns:a16="http://schemas.microsoft.com/office/drawing/2014/main" id="{EB59BDBC-ED8F-4D9B-A132-C23F6DADEE90}"/>
              </a:ext>
            </a:extLst>
          </p:cNvPr>
          <p:cNvSpPr>
            <a:spLocks noGrp="1"/>
          </p:cNvSpPr>
          <p:nvPr/>
        </p:nvSpPr>
        <p:spPr>
          <a:xfrm>
            <a:off x="1542653" y="5248275"/>
            <a:ext cx="4000500" cy="1209675"/>
          </a:xfrm>
          <a:prstGeom prst="roundRect">
            <a:avLst>
              <a:gd name="adj" fmla="val 6299"/>
            </a:avLst>
          </a:prstGeom>
          <a:solidFill>
            <a:srgbClr val="E7F5EF"/>
          </a:solidFill>
          <a:ln w="9525">
            <a:solidFill>
              <a:srgbClr val="B9DCCB"/>
            </a:solidFill>
            <a:prstDash val="solid"/>
          </a:ln>
        </p:spPr>
        <p:txBody>
          <a:bodyPr/>
          <a:lstStyle/>
          <a:p>
            <a:endParaRPr lang="en-US">
              <a:latin typeface="Kanit" panose="00000500000000000000" pitchFamily="2" charset="-34"/>
              <a:cs typeface="Kanit" panose="00000500000000000000" pitchFamily="2" charset="-34"/>
            </a:endParaRPr>
          </a:p>
        </p:txBody>
      </p:sp>
      <p:sp>
        <p:nvSpPr>
          <p:cNvPr id="67" name="Oval 66">
            <a:extLst>
              <a:ext uri="{FF2B5EF4-FFF2-40B4-BE49-F238E27FC236}">
                <a16:creationId xmlns:a16="http://schemas.microsoft.com/office/drawing/2014/main" id="{A6334CD1-491C-4B56-8A8A-51BC18EDCE0F}"/>
              </a:ext>
            </a:extLst>
          </p:cNvPr>
          <p:cNvSpPr>
            <a:spLocks noGrp="1"/>
          </p:cNvSpPr>
          <p:nvPr/>
        </p:nvSpPr>
        <p:spPr>
          <a:xfrm>
            <a:off x="1752203" y="5381625"/>
            <a:ext cx="333375" cy="333375"/>
          </a:xfrm>
          <a:prstGeom prst="ellipse">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68" name="Rectangle 67">
            <a:extLst>
              <a:ext uri="{FF2B5EF4-FFF2-40B4-BE49-F238E27FC236}">
                <a16:creationId xmlns:a16="http://schemas.microsoft.com/office/drawing/2014/main" id="{4E57568B-6EFA-4711-8A77-BA18EACB56DB}"/>
              </a:ext>
            </a:extLst>
          </p:cNvPr>
          <p:cNvSpPr>
            <a:spLocks noGrp="1"/>
          </p:cNvSpPr>
          <p:nvPr/>
        </p:nvSpPr>
        <p:spPr>
          <a:xfrm>
            <a:off x="1752203" y="5457825"/>
            <a:ext cx="333375" cy="190500"/>
          </a:xfrm>
          <a:prstGeom prst="rect">
            <a:avLst/>
          </a:prstGeom>
          <a:noFill/>
          <a:ln w="0">
            <a:noFill/>
            <a:prstDash val="solid"/>
          </a:ln>
        </p:spPr>
        <p:txBody>
          <a:bodyPr anchor="ctr"/>
          <a:lstStyle/>
          <a:p>
            <a:pPr algn="ctr">
              <a:defRPr sz="1125" b="1">
                <a:solidFill>
                  <a:srgbClr val="FFFFFF"/>
                </a:solidFill>
              </a:defRPr>
            </a:pPr>
            <a:r>
              <a:rPr sz="1125" b="1">
                <a:solidFill>
                  <a:srgbClr val="FFFFFF"/>
                </a:solidFill>
                <a:latin typeface="Kanit" panose="00000500000000000000" pitchFamily="2" charset="-34"/>
                <a:cs typeface="Kanit" panose="00000500000000000000" pitchFamily="2" charset="-34"/>
              </a:rPr>
              <a:t>✓</a:t>
            </a:r>
          </a:p>
        </p:txBody>
      </p:sp>
      <p:sp>
        <p:nvSpPr>
          <p:cNvPr id="69" name="Rectangle 68">
            <a:extLst>
              <a:ext uri="{FF2B5EF4-FFF2-40B4-BE49-F238E27FC236}">
                <a16:creationId xmlns:a16="http://schemas.microsoft.com/office/drawing/2014/main" id="{8A0285A3-ED50-4D1C-B395-0191BDCFE3D8}"/>
              </a:ext>
            </a:extLst>
          </p:cNvPr>
          <p:cNvSpPr>
            <a:spLocks noGrp="1"/>
          </p:cNvSpPr>
          <p:nvPr/>
        </p:nvSpPr>
        <p:spPr>
          <a:xfrm>
            <a:off x="2209403" y="5324475"/>
            <a:ext cx="3048000" cy="228600"/>
          </a:xfrm>
          <a:prstGeom prst="rect">
            <a:avLst/>
          </a:prstGeom>
          <a:noFill/>
          <a:ln w="0">
            <a:noFill/>
            <a:prstDash val="solid"/>
          </a:ln>
        </p:spPr>
        <p:txBody>
          <a:bodyPr anchor="ctr"/>
          <a:lstStyle/>
          <a:p>
            <a:pPr algn="l">
              <a:defRPr sz="1125" b="1">
                <a:solidFill>
                  <a:srgbClr val="164A3E"/>
                </a:solidFill>
              </a:defRPr>
            </a:pPr>
            <a:r>
              <a:rPr sz="1125" b="1" dirty="0">
                <a:solidFill>
                  <a:srgbClr val="164A3E"/>
                </a:solidFill>
                <a:latin typeface="Kanit" panose="00000500000000000000" pitchFamily="2" charset="-34"/>
                <a:cs typeface="Kanit" panose="00000500000000000000" pitchFamily="2" charset="-34"/>
              </a:rPr>
              <a:t>6A  </a:t>
            </a:r>
            <a:r>
              <a:rPr sz="1125" b="1" dirty="0" err="1">
                <a:solidFill>
                  <a:srgbClr val="164A3E"/>
                </a:solidFill>
                <a:latin typeface="Kanit" panose="00000500000000000000" pitchFamily="2" charset="-34"/>
                <a:cs typeface="Kanit" panose="00000500000000000000" pitchFamily="2" charset="-34"/>
              </a:rPr>
              <a:t>ตรวจสอบและบันทึกเข้า</a:t>
            </a:r>
            <a:r>
              <a:rPr sz="1125" b="1" dirty="0">
                <a:solidFill>
                  <a:srgbClr val="164A3E"/>
                </a:solidFill>
                <a:latin typeface="Kanit" panose="00000500000000000000" pitchFamily="2" charset="-34"/>
                <a:cs typeface="Kanit" panose="00000500000000000000" pitchFamily="2" charset="-34"/>
              </a:rPr>
              <a:t> GL Bank</a:t>
            </a:r>
          </a:p>
        </p:txBody>
      </p:sp>
      <p:sp>
        <p:nvSpPr>
          <p:cNvPr id="70" name="Rectangle 69">
            <a:extLst>
              <a:ext uri="{FF2B5EF4-FFF2-40B4-BE49-F238E27FC236}">
                <a16:creationId xmlns:a16="http://schemas.microsoft.com/office/drawing/2014/main" id="{AA44EEFD-BD7F-4554-B831-E7FC34353C37}"/>
              </a:ext>
            </a:extLst>
          </p:cNvPr>
          <p:cNvSpPr>
            <a:spLocks noGrp="1"/>
          </p:cNvSpPr>
          <p:nvPr/>
        </p:nvSpPr>
        <p:spPr>
          <a:xfrm>
            <a:off x="1752203" y="5734050"/>
            <a:ext cx="3429000" cy="457200"/>
          </a:xfrm>
          <a:prstGeom prst="rect">
            <a:avLst/>
          </a:prstGeom>
          <a:noFill/>
          <a:ln w="0">
            <a:noFill/>
            <a:prstDash val="solid"/>
          </a:ln>
        </p:spPr>
        <p:txBody>
          <a:bodyPr anchor="t"/>
          <a:lstStyle/>
          <a:p>
            <a:pPr algn="l">
              <a:defRPr sz="900" b="0">
                <a:solidFill>
                  <a:srgbClr val="657B77"/>
                </a:solidFill>
              </a:defRPr>
            </a:pPr>
            <a:r>
              <a:rPr sz="900" b="0">
                <a:solidFill>
                  <a:srgbClr val="657B77"/>
                </a:solidFill>
                <a:latin typeface="Kanit" panose="00000500000000000000" pitchFamily="2" charset="-34"/>
                <a:cs typeface="Kanit" panose="00000500000000000000" pitchFamily="2" charset="-34"/>
              </a:rPr>
              <a:t>ยืนยันบัญชี วันที่ จำนวนเงิน และรายละเอียด ก่อน Post รายการใน Dynamics 365</a:t>
            </a:r>
          </a:p>
        </p:txBody>
      </p:sp>
      <p:sp>
        <p:nvSpPr>
          <p:cNvPr id="71" name="Rectangle: Rounded Corners 70">
            <a:extLst>
              <a:ext uri="{FF2B5EF4-FFF2-40B4-BE49-F238E27FC236}">
                <a16:creationId xmlns:a16="http://schemas.microsoft.com/office/drawing/2014/main" id="{AF87988B-C43E-42BE-A738-A87302CA5A4A}"/>
              </a:ext>
            </a:extLst>
          </p:cNvPr>
          <p:cNvSpPr>
            <a:spLocks noGrp="1"/>
          </p:cNvSpPr>
          <p:nvPr/>
        </p:nvSpPr>
        <p:spPr>
          <a:xfrm>
            <a:off x="6268057" y="4873892"/>
            <a:ext cx="4000500" cy="342901"/>
          </a:xfrm>
          <a:prstGeom prst="roundRect">
            <a:avLst>
              <a:gd name="adj" fmla="val 22222"/>
            </a:avLst>
          </a:prstGeom>
          <a:solidFill>
            <a:srgbClr val="BD3B2F"/>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72" name="Rectangle 71">
            <a:extLst>
              <a:ext uri="{FF2B5EF4-FFF2-40B4-BE49-F238E27FC236}">
                <a16:creationId xmlns:a16="http://schemas.microsoft.com/office/drawing/2014/main" id="{29FCC9CF-619A-46A4-8E22-B4CEC2F1A401}"/>
              </a:ext>
            </a:extLst>
          </p:cNvPr>
          <p:cNvSpPr>
            <a:spLocks noGrp="1"/>
          </p:cNvSpPr>
          <p:nvPr/>
        </p:nvSpPr>
        <p:spPr>
          <a:xfrm>
            <a:off x="6391881" y="4940568"/>
            <a:ext cx="285750" cy="200025"/>
          </a:xfrm>
          <a:prstGeom prst="rect">
            <a:avLst/>
          </a:prstGeom>
          <a:noFill/>
          <a:ln w="0">
            <a:noFill/>
            <a:prstDash val="solid"/>
          </a:ln>
        </p:spPr>
        <p:txBody>
          <a:bodyPr anchor="ctr"/>
          <a:lstStyle/>
          <a:p>
            <a:pPr algn="ctr">
              <a:defRPr sz="1125" b="1">
                <a:solidFill>
                  <a:srgbClr val="FFFFFF"/>
                </a:solidFill>
              </a:defRPr>
            </a:pPr>
            <a:r>
              <a:rPr sz="1125" b="1" dirty="0">
                <a:solidFill>
                  <a:srgbClr val="FFFFFF"/>
                </a:solidFill>
                <a:latin typeface="Kanit" panose="00000500000000000000" pitchFamily="2" charset="-34"/>
                <a:cs typeface="Kanit" panose="00000500000000000000" pitchFamily="2" charset="-34"/>
              </a:rPr>
              <a:t>!</a:t>
            </a:r>
          </a:p>
        </p:txBody>
      </p:sp>
      <p:sp>
        <p:nvSpPr>
          <p:cNvPr id="73" name="Rectangle 72">
            <a:extLst>
              <a:ext uri="{FF2B5EF4-FFF2-40B4-BE49-F238E27FC236}">
                <a16:creationId xmlns:a16="http://schemas.microsoft.com/office/drawing/2014/main" id="{49134550-7E10-4D1E-9CE2-E14E00F6E2C8}"/>
              </a:ext>
            </a:extLst>
          </p:cNvPr>
          <p:cNvSpPr>
            <a:spLocks noGrp="1"/>
          </p:cNvSpPr>
          <p:nvPr/>
        </p:nvSpPr>
        <p:spPr>
          <a:xfrm>
            <a:off x="6209903" y="4932096"/>
            <a:ext cx="3475622" cy="266700"/>
          </a:xfrm>
          <a:prstGeom prst="rect">
            <a:avLst/>
          </a:prstGeom>
          <a:noFill/>
          <a:ln w="0">
            <a:noFill/>
            <a:prstDash val="solid"/>
          </a:ln>
        </p:spPr>
        <p:txBody>
          <a:bodyPr anchor="ctr"/>
          <a:lstStyle/>
          <a:p>
            <a:pPr algn="ctr">
              <a:defRPr sz="1125" b="1">
                <a:solidFill>
                  <a:srgbClr val="FFFFFF"/>
                </a:solidFill>
              </a:defRPr>
            </a:pPr>
            <a:r>
              <a:rPr sz="1125" b="1" dirty="0" err="1">
                <a:solidFill>
                  <a:srgbClr val="FFFFFF"/>
                </a:solidFill>
                <a:latin typeface="Kanit" panose="00000500000000000000" pitchFamily="2" charset="-34"/>
                <a:cs typeface="Kanit" panose="00000500000000000000" pitchFamily="2" charset="-34"/>
              </a:rPr>
              <a:t>รายการไม่ตรงกัน</a:t>
            </a:r>
            <a:r>
              <a:rPr sz="1125" b="1" dirty="0">
                <a:solidFill>
                  <a:srgbClr val="FFFFFF"/>
                </a:solidFill>
                <a:latin typeface="Kanit" panose="00000500000000000000" pitchFamily="2" charset="-34"/>
                <a:cs typeface="Kanit" panose="00000500000000000000" pitchFamily="2" charset="-34"/>
              </a:rPr>
              <a:t> / </a:t>
            </a:r>
            <a:r>
              <a:rPr sz="1125" b="1" dirty="0" err="1">
                <a:solidFill>
                  <a:srgbClr val="FFFFFF"/>
                </a:solidFill>
                <a:latin typeface="Kanit" panose="00000500000000000000" pitchFamily="2" charset="-34"/>
                <a:cs typeface="Kanit" panose="00000500000000000000" pitchFamily="2" charset="-34"/>
              </a:rPr>
              <a:t>มีผลต่าง</a:t>
            </a:r>
            <a:endParaRPr sz="1125" b="1" dirty="0">
              <a:solidFill>
                <a:srgbClr val="FFFFFF"/>
              </a:solidFill>
              <a:latin typeface="Kanit" panose="00000500000000000000" pitchFamily="2" charset="-34"/>
              <a:cs typeface="Kanit" panose="00000500000000000000" pitchFamily="2" charset="-34"/>
            </a:endParaRPr>
          </a:p>
        </p:txBody>
      </p:sp>
      <p:sp>
        <p:nvSpPr>
          <p:cNvPr id="74" name="Rectangle: Rounded Corners 73">
            <a:extLst>
              <a:ext uri="{FF2B5EF4-FFF2-40B4-BE49-F238E27FC236}">
                <a16:creationId xmlns:a16="http://schemas.microsoft.com/office/drawing/2014/main" id="{219E0D33-ED36-49FD-97FE-59E5EBADE78B}"/>
              </a:ext>
            </a:extLst>
          </p:cNvPr>
          <p:cNvSpPr>
            <a:spLocks noGrp="1"/>
          </p:cNvSpPr>
          <p:nvPr/>
        </p:nvSpPr>
        <p:spPr>
          <a:xfrm>
            <a:off x="6268057" y="5264418"/>
            <a:ext cx="4000500" cy="378071"/>
          </a:xfrm>
          <a:prstGeom prst="roundRect">
            <a:avLst>
              <a:gd name="adj" fmla="val 20513"/>
            </a:avLst>
          </a:prstGeom>
          <a:solidFill>
            <a:srgbClr val="FFFFFF"/>
          </a:solidFill>
          <a:ln w="9525">
            <a:solidFill>
              <a:srgbClr val="DA8B20"/>
            </a:solidFill>
            <a:prstDash val="solid"/>
          </a:ln>
        </p:spPr>
        <p:txBody>
          <a:bodyPr/>
          <a:lstStyle/>
          <a:p>
            <a:endParaRPr lang="en-US">
              <a:latin typeface="Kanit" panose="00000500000000000000" pitchFamily="2" charset="-34"/>
              <a:cs typeface="Kanit" panose="00000500000000000000" pitchFamily="2" charset="-34"/>
            </a:endParaRPr>
          </a:p>
        </p:txBody>
      </p:sp>
      <p:sp>
        <p:nvSpPr>
          <p:cNvPr id="75" name="Oval 74">
            <a:extLst>
              <a:ext uri="{FF2B5EF4-FFF2-40B4-BE49-F238E27FC236}">
                <a16:creationId xmlns:a16="http://schemas.microsoft.com/office/drawing/2014/main" id="{BEFB2BA2-B71F-44F4-ABDE-E4B4EA39BC7B}"/>
              </a:ext>
            </a:extLst>
          </p:cNvPr>
          <p:cNvSpPr>
            <a:spLocks noGrp="1"/>
          </p:cNvSpPr>
          <p:nvPr/>
        </p:nvSpPr>
        <p:spPr>
          <a:xfrm>
            <a:off x="6353781" y="5321569"/>
            <a:ext cx="276225" cy="247650"/>
          </a:xfrm>
          <a:prstGeom prst="ellipse">
            <a:avLst/>
          </a:prstGeom>
          <a:solidFill>
            <a:srgbClr val="DA8B2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76" name="Rectangle 75">
            <a:extLst>
              <a:ext uri="{FF2B5EF4-FFF2-40B4-BE49-F238E27FC236}">
                <a16:creationId xmlns:a16="http://schemas.microsoft.com/office/drawing/2014/main" id="{2F121FA2-6156-44E9-8361-4263F05633E0}"/>
              </a:ext>
            </a:extLst>
          </p:cNvPr>
          <p:cNvSpPr>
            <a:spLocks noGrp="1"/>
          </p:cNvSpPr>
          <p:nvPr/>
        </p:nvSpPr>
        <p:spPr>
          <a:xfrm>
            <a:off x="6324906" y="5359668"/>
            <a:ext cx="323850" cy="152400"/>
          </a:xfrm>
          <a:prstGeom prst="rect">
            <a:avLst/>
          </a:prstGeom>
          <a:noFill/>
          <a:ln w="0">
            <a:noFill/>
            <a:prstDash val="solid"/>
          </a:ln>
        </p:spPr>
        <p:txBody>
          <a:bodyPr anchor="ctr"/>
          <a:lstStyle/>
          <a:p>
            <a:pPr algn="ctr">
              <a:defRPr sz="825" b="1">
                <a:solidFill>
                  <a:srgbClr val="FFFFFF"/>
                </a:solidFill>
              </a:defRPr>
            </a:pPr>
            <a:r>
              <a:rPr sz="825" b="1" dirty="0">
                <a:solidFill>
                  <a:srgbClr val="FFFFFF"/>
                </a:solidFill>
                <a:latin typeface="Kanit" panose="00000500000000000000" pitchFamily="2" charset="-34"/>
                <a:cs typeface="Kanit" panose="00000500000000000000" pitchFamily="2" charset="-34"/>
              </a:rPr>
              <a:t>6B</a:t>
            </a:r>
          </a:p>
        </p:txBody>
      </p:sp>
      <p:sp>
        <p:nvSpPr>
          <p:cNvPr id="77" name="Rectangle: Rounded Corners 76">
            <a:extLst>
              <a:ext uri="{FF2B5EF4-FFF2-40B4-BE49-F238E27FC236}">
                <a16:creationId xmlns:a16="http://schemas.microsoft.com/office/drawing/2014/main" id="{FE4450E5-63AD-4126-99AA-52A1CD7BE1DF}"/>
              </a:ext>
            </a:extLst>
          </p:cNvPr>
          <p:cNvSpPr>
            <a:spLocks noGrp="1"/>
          </p:cNvSpPr>
          <p:nvPr/>
        </p:nvSpPr>
        <p:spPr>
          <a:xfrm>
            <a:off x="6696681" y="5302518"/>
            <a:ext cx="476250" cy="323850"/>
          </a:xfrm>
          <a:prstGeom prst="roundRect">
            <a:avLst>
              <a:gd name="adj" fmla="val 23529"/>
            </a:avLst>
          </a:prstGeom>
          <a:solidFill>
            <a:srgbClr val="DA8B2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78" name="Oval 77">
            <a:extLst>
              <a:ext uri="{FF2B5EF4-FFF2-40B4-BE49-F238E27FC236}">
                <a16:creationId xmlns:a16="http://schemas.microsoft.com/office/drawing/2014/main" id="{14D796E6-CB09-4611-9BD9-4A0CB9B134D4}"/>
              </a:ext>
            </a:extLst>
          </p:cNvPr>
          <p:cNvSpPr>
            <a:spLocks noGrp="1"/>
          </p:cNvSpPr>
          <p:nvPr/>
        </p:nvSpPr>
        <p:spPr>
          <a:xfrm>
            <a:off x="6820506" y="5350143"/>
            <a:ext cx="228600" cy="228600"/>
          </a:xfrm>
          <a:prstGeom prst="ellipse">
            <a:avLst/>
          </a:prstGeom>
          <a:solidFill>
            <a:srgbClr val="FFFFFF"/>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79" name="Rectangle 78">
            <a:extLst>
              <a:ext uri="{FF2B5EF4-FFF2-40B4-BE49-F238E27FC236}">
                <a16:creationId xmlns:a16="http://schemas.microsoft.com/office/drawing/2014/main" id="{F4D3E2A4-79D4-48FB-884D-91C9EDF8398D}"/>
              </a:ext>
            </a:extLst>
          </p:cNvPr>
          <p:cNvSpPr>
            <a:spLocks noGrp="1"/>
          </p:cNvSpPr>
          <p:nvPr/>
        </p:nvSpPr>
        <p:spPr>
          <a:xfrm>
            <a:off x="6820506" y="5369193"/>
            <a:ext cx="228600" cy="171450"/>
          </a:xfrm>
          <a:prstGeom prst="rect">
            <a:avLst/>
          </a:prstGeom>
          <a:noFill/>
          <a:ln w="0">
            <a:noFill/>
            <a:prstDash val="solid"/>
          </a:ln>
        </p:spPr>
        <p:txBody>
          <a:bodyPr anchor="ctr"/>
          <a:lstStyle/>
          <a:p>
            <a:pPr algn="ctr">
              <a:defRPr sz="900" b="1">
                <a:solidFill>
                  <a:srgbClr val="DA8B20"/>
                </a:solidFill>
              </a:defRPr>
            </a:pPr>
            <a:r>
              <a:rPr sz="900" b="1">
                <a:solidFill>
                  <a:srgbClr val="DA8B20"/>
                </a:solidFill>
                <a:latin typeface="Kanit" panose="00000500000000000000" pitchFamily="2" charset="-34"/>
                <a:cs typeface="Kanit" panose="00000500000000000000" pitchFamily="2" charset="-34"/>
              </a:rPr>
              <a:t>✓</a:t>
            </a:r>
          </a:p>
        </p:txBody>
      </p:sp>
      <p:sp>
        <p:nvSpPr>
          <p:cNvPr id="80" name="Rectangle 79">
            <a:extLst>
              <a:ext uri="{FF2B5EF4-FFF2-40B4-BE49-F238E27FC236}">
                <a16:creationId xmlns:a16="http://schemas.microsoft.com/office/drawing/2014/main" id="{90EF8CBA-DD15-4D99-9D09-1C4352B092B4}"/>
              </a:ext>
            </a:extLst>
          </p:cNvPr>
          <p:cNvSpPr>
            <a:spLocks noGrp="1"/>
          </p:cNvSpPr>
          <p:nvPr/>
        </p:nvSpPr>
        <p:spPr>
          <a:xfrm>
            <a:off x="7258657" y="5273943"/>
            <a:ext cx="3086902" cy="161924"/>
          </a:xfrm>
          <a:prstGeom prst="rect">
            <a:avLst/>
          </a:prstGeom>
          <a:noFill/>
          <a:ln w="0">
            <a:noFill/>
            <a:prstDash val="solid"/>
          </a:ln>
        </p:spPr>
        <p:txBody>
          <a:bodyPr anchor="ctr"/>
          <a:lstStyle/>
          <a:p>
            <a:pPr algn="l">
              <a:defRPr sz="900" b="1">
                <a:solidFill>
                  <a:srgbClr val="164A3E"/>
                </a:solidFill>
              </a:defRPr>
            </a:pPr>
            <a:r>
              <a:rPr sz="900" b="1" dirty="0" err="1">
                <a:latin typeface="Kanit" panose="00000500000000000000" pitchFamily="2" charset="-34"/>
                <a:cs typeface="Kanit" panose="00000500000000000000" pitchFamily="2" charset="-34"/>
              </a:rPr>
              <a:t>บันทึก</a:t>
            </a:r>
            <a:r>
              <a:rPr lang="th-TH" sz="900" b="1" dirty="0">
                <a:latin typeface="Kanit" panose="00000500000000000000" pitchFamily="2" charset="-34"/>
                <a:cs typeface="Kanit" panose="00000500000000000000" pitchFamily="2" charset="-34"/>
              </a:rPr>
              <a:t>ยอดคงเหลือบัญชีธนาคาร</a:t>
            </a:r>
            <a:endParaRPr sz="900" b="1" dirty="0">
              <a:latin typeface="Kanit" panose="00000500000000000000" pitchFamily="2" charset="-34"/>
              <a:cs typeface="Kanit" panose="00000500000000000000" pitchFamily="2" charset="-34"/>
            </a:endParaRPr>
          </a:p>
        </p:txBody>
      </p:sp>
      <p:sp>
        <p:nvSpPr>
          <p:cNvPr id="81" name="Rectangle 80">
            <a:extLst>
              <a:ext uri="{FF2B5EF4-FFF2-40B4-BE49-F238E27FC236}">
                <a16:creationId xmlns:a16="http://schemas.microsoft.com/office/drawing/2014/main" id="{A13C02D6-0BC1-4106-8FEE-040E7208D997}"/>
              </a:ext>
            </a:extLst>
          </p:cNvPr>
          <p:cNvSpPr>
            <a:spLocks noGrp="1"/>
          </p:cNvSpPr>
          <p:nvPr/>
        </p:nvSpPr>
        <p:spPr>
          <a:xfrm>
            <a:off x="7258657" y="5435868"/>
            <a:ext cx="3086902" cy="190499"/>
          </a:xfrm>
          <a:prstGeom prst="rect">
            <a:avLst/>
          </a:prstGeom>
          <a:noFill/>
          <a:ln w="0">
            <a:noFill/>
            <a:prstDash val="solid"/>
          </a:ln>
        </p:spPr>
        <p:txBody>
          <a:bodyPr anchor="ctr"/>
          <a:lstStyle/>
          <a:p>
            <a:pPr algn="l">
              <a:defRPr sz="675" b="0">
                <a:solidFill>
                  <a:srgbClr val="657B77"/>
                </a:solidFill>
              </a:defRPr>
            </a:pPr>
            <a:r>
              <a:rPr lang="th-TH" sz="675" b="0" dirty="0">
                <a:solidFill>
                  <a:srgbClr val="657B77"/>
                </a:solidFill>
                <a:latin typeface="Kanit" panose="00000500000000000000" pitchFamily="2" charset="-34"/>
                <a:cs typeface="Kanit" panose="00000500000000000000" pitchFamily="2" charset="-34"/>
              </a:rPr>
              <a:t>เปิดไฟล์ </a:t>
            </a:r>
            <a:r>
              <a:rPr lang="en-US" sz="675" b="0" dirty="0">
                <a:solidFill>
                  <a:srgbClr val="657B77"/>
                </a:solidFill>
                <a:latin typeface="Kanit" panose="00000500000000000000" pitchFamily="2" charset="-34"/>
                <a:cs typeface="Kanit" panose="00000500000000000000" pitchFamily="2" charset="-34"/>
              </a:rPr>
              <a:t>Bank Reconcile </a:t>
            </a:r>
            <a:r>
              <a:rPr lang="th-TH" sz="675" b="0" dirty="0">
                <a:solidFill>
                  <a:srgbClr val="657B77"/>
                </a:solidFill>
                <a:latin typeface="Kanit" panose="00000500000000000000" pitchFamily="2" charset="-34"/>
                <a:cs typeface="Kanit" panose="00000500000000000000" pitchFamily="2" charset="-34"/>
              </a:rPr>
              <a:t>ประจำวัน (</a:t>
            </a:r>
            <a:r>
              <a:rPr lang="en-US" sz="675" b="0" dirty="0">
                <a:solidFill>
                  <a:srgbClr val="657B77"/>
                </a:solidFill>
                <a:latin typeface="Kanit" panose="00000500000000000000" pitchFamily="2" charset="-34"/>
                <a:cs typeface="Kanit" panose="00000500000000000000" pitchFamily="2" charset="-34"/>
              </a:rPr>
              <a:t>Excel) </a:t>
            </a:r>
            <a:r>
              <a:rPr lang="th-TH" sz="675" b="0" dirty="0">
                <a:solidFill>
                  <a:srgbClr val="657B77"/>
                </a:solidFill>
                <a:latin typeface="Kanit" panose="00000500000000000000" pitchFamily="2" charset="-34"/>
                <a:cs typeface="Kanit" panose="00000500000000000000" pitchFamily="2" charset="-34"/>
              </a:rPr>
              <a:t>สำหรับกระทบยอดคงเหลือบัญชีธนาคาร</a:t>
            </a:r>
          </a:p>
        </p:txBody>
      </p:sp>
      <p:sp>
        <p:nvSpPr>
          <p:cNvPr id="82" name="Rectangle: Rounded Corners 81">
            <a:extLst>
              <a:ext uri="{FF2B5EF4-FFF2-40B4-BE49-F238E27FC236}">
                <a16:creationId xmlns:a16="http://schemas.microsoft.com/office/drawing/2014/main" id="{5605B37F-F8DD-46FC-8E95-916DBBDD7D09}"/>
              </a:ext>
            </a:extLst>
          </p:cNvPr>
          <p:cNvSpPr>
            <a:spLocks noGrp="1"/>
          </p:cNvSpPr>
          <p:nvPr/>
        </p:nvSpPr>
        <p:spPr>
          <a:xfrm>
            <a:off x="6268057" y="5664468"/>
            <a:ext cx="4000500" cy="361950"/>
          </a:xfrm>
          <a:prstGeom prst="roundRect">
            <a:avLst>
              <a:gd name="adj" fmla="val 20513"/>
            </a:avLst>
          </a:prstGeom>
          <a:solidFill>
            <a:srgbClr val="FFFFFF"/>
          </a:solidFill>
          <a:ln w="9525">
            <a:solidFill>
              <a:srgbClr val="DA8B20"/>
            </a:solidFill>
            <a:prstDash val="solid"/>
          </a:ln>
        </p:spPr>
        <p:txBody>
          <a:bodyPr/>
          <a:lstStyle/>
          <a:p>
            <a:endParaRPr lang="en-US">
              <a:latin typeface="Kanit" panose="00000500000000000000" pitchFamily="2" charset="-34"/>
              <a:cs typeface="Kanit" panose="00000500000000000000" pitchFamily="2" charset="-34"/>
            </a:endParaRPr>
          </a:p>
        </p:txBody>
      </p:sp>
      <p:sp>
        <p:nvSpPr>
          <p:cNvPr id="83" name="Oval 82">
            <a:extLst>
              <a:ext uri="{FF2B5EF4-FFF2-40B4-BE49-F238E27FC236}">
                <a16:creationId xmlns:a16="http://schemas.microsoft.com/office/drawing/2014/main" id="{23A9E81A-A3E5-427F-99E8-5D95B90BF32B}"/>
              </a:ext>
            </a:extLst>
          </p:cNvPr>
          <p:cNvSpPr>
            <a:spLocks noGrp="1"/>
          </p:cNvSpPr>
          <p:nvPr/>
        </p:nvSpPr>
        <p:spPr>
          <a:xfrm>
            <a:off x="6353781" y="5721618"/>
            <a:ext cx="257175" cy="257175"/>
          </a:xfrm>
          <a:prstGeom prst="ellipse">
            <a:avLst/>
          </a:prstGeom>
          <a:solidFill>
            <a:srgbClr val="DA8B2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84" name="Rectangle 83">
            <a:extLst>
              <a:ext uri="{FF2B5EF4-FFF2-40B4-BE49-F238E27FC236}">
                <a16:creationId xmlns:a16="http://schemas.microsoft.com/office/drawing/2014/main" id="{ED9AD4D1-DBED-4FF0-88FC-D9E7047633B4}"/>
              </a:ext>
            </a:extLst>
          </p:cNvPr>
          <p:cNvSpPr>
            <a:spLocks noGrp="1"/>
          </p:cNvSpPr>
          <p:nvPr/>
        </p:nvSpPr>
        <p:spPr>
          <a:xfrm>
            <a:off x="6353781" y="5759718"/>
            <a:ext cx="257175" cy="171450"/>
          </a:xfrm>
          <a:prstGeom prst="rect">
            <a:avLst/>
          </a:prstGeom>
          <a:noFill/>
          <a:ln w="0">
            <a:noFill/>
            <a:prstDash val="solid"/>
          </a:ln>
        </p:spPr>
        <p:txBody>
          <a:bodyPr anchor="ctr"/>
          <a:lstStyle/>
          <a:p>
            <a:pPr algn="ctr">
              <a:defRPr sz="825" b="1">
                <a:solidFill>
                  <a:srgbClr val="FFFFFF"/>
                </a:solidFill>
              </a:defRPr>
            </a:pPr>
            <a:r>
              <a:rPr sz="825" b="1">
                <a:solidFill>
                  <a:srgbClr val="FFFFFF"/>
                </a:solidFill>
                <a:latin typeface="Kanit" panose="00000500000000000000" pitchFamily="2" charset="-34"/>
                <a:cs typeface="Kanit" panose="00000500000000000000" pitchFamily="2" charset="-34"/>
              </a:rPr>
              <a:t>7</a:t>
            </a:r>
          </a:p>
        </p:txBody>
      </p:sp>
      <p:sp>
        <p:nvSpPr>
          <p:cNvPr id="85" name="Rectangle: Rounded Corners 84">
            <a:extLst>
              <a:ext uri="{FF2B5EF4-FFF2-40B4-BE49-F238E27FC236}">
                <a16:creationId xmlns:a16="http://schemas.microsoft.com/office/drawing/2014/main" id="{B1271E08-CF29-45F1-9A4F-631C6115D553}"/>
              </a:ext>
            </a:extLst>
          </p:cNvPr>
          <p:cNvSpPr>
            <a:spLocks noGrp="1"/>
          </p:cNvSpPr>
          <p:nvPr/>
        </p:nvSpPr>
        <p:spPr>
          <a:xfrm>
            <a:off x="6696681" y="5702568"/>
            <a:ext cx="476250" cy="323850"/>
          </a:xfrm>
          <a:prstGeom prst="roundRect">
            <a:avLst>
              <a:gd name="adj" fmla="val 23529"/>
            </a:avLst>
          </a:prstGeom>
          <a:solidFill>
            <a:srgbClr val="DA8B2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88" name="Rectangle 87">
            <a:extLst>
              <a:ext uri="{FF2B5EF4-FFF2-40B4-BE49-F238E27FC236}">
                <a16:creationId xmlns:a16="http://schemas.microsoft.com/office/drawing/2014/main" id="{FB1BC797-B971-4392-883B-DE9D459532D9}"/>
              </a:ext>
            </a:extLst>
          </p:cNvPr>
          <p:cNvSpPr>
            <a:spLocks noGrp="1"/>
          </p:cNvSpPr>
          <p:nvPr/>
        </p:nvSpPr>
        <p:spPr>
          <a:xfrm>
            <a:off x="7258657" y="5673993"/>
            <a:ext cx="2981024" cy="133350"/>
          </a:xfrm>
          <a:prstGeom prst="rect">
            <a:avLst/>
          </a:prstGeom>
          <a:noFill/>
          <a:ln w="0">
            <a:noFill/>
            <a:prstDash val="solid"/>
          </a:ln>
        </p:spPr>
        <p:txBody>
          <a:bodyPr anchor="ctr"/>
          <a:lstStyle/>
          <a:p>
            <a:pPr algn="l">
              <a:defRPr sz="900" b="1">
                <a:solidFill>
                  <a:srgbClr val="164A3E"/>
                </a:solidFill>
              </a:defRPr>
            </a:pPr>
            <a:r>
              <a:rPr sz="900" b="1" dirty="0" err="1">
                <a:latin typeface="Kanit" panose="00000500000000000000" pitchFamily="2" charset="-34"/>
                <a:cs typeface="Kanit" panose="00000500000000000000" pitchFamily="2" charset="-34"/>
              </a:rPr>
              <a:t>วิเคราะห์รายการผิดปกติ</a:t>
            </a:r>
            <a:endParaRPr sz="900" b="1" dirty="0">
              <a:latin typeface="Kanit" panose="00000500000000000000" pitchFamily="2" charset="-34"/>
              <a:cs typeface="Kanit" panose="00000500000000000000" pitchFamily="2" charset="-34"/>
            </a:endParaRPr>
          </a:p>
        </p:txBody>
      </p:sp>
      <p:sp>
        <p:nvSpPr>
          <p:cNvPr id="89" name="Rectangle 88">
            <a:extLst>
              <a:ext uri="{FF2B5EF4-FFF2-40B4-BE49-F238E27FC236}">
                <a16:creationId xmlns:a16="http://schemas.microsoft.com/office/drawing/2014/main" id="{E3102004-6CAD-4C01-9756-4F4CCD6551CF}"/>
              </a:ext>
            </a:extLst>
          </p:cNvPr>
          <p:cNvSpPr>
            <a:spLocks noGrp="1"/>
          </p:cNvSpPr>
          <p:nvPr/>
        </p:nvSpPr>
        <p:spPr>
          <a:xfrm>
            <a:off x="7258656" y="5835919"/>
            <a:ext cx="3086903" cy="161924"/>
          </a:xfrm>
          <a:prstGeom prst="rect">
            <a:avLst/>
          </a:prstGeom>
          <a:noFill/>
          <a:ln w="0">
            <a:noFill/>
            <a:prstDash val="solid"/>
          </a:ln>
        </p:spPr>
        <p:txBody>
          <a:bodyPr anchor="ctr"/>
          <a:lstStyle/>
          <a:p>
            <a:pPr algn="l">
              <a:defRPr sz="675" b="0">
                <a:solidFill>
                  <a:srgbClr val="657B77"/>
                </a:solidFill>
              </a:defRPr>
            </a:pPr>
            <a:r>
              <a:rPr lang="th-TH" sz="675" b="0" dirty="0">
                <a:solidFill>
                  <a:srgbClr val="657B77"/>
                </a:solidFill>
                <a:latin typeface="Kanit" panose="00000500000000000000" pitchFamily="2" charset="-34"/>
                <a:cs typeface="Kanit" panose="00000500000000000000" pitchFamily="2" charset="-34"/>
              </a:rPr>
              <a:t>นำยอด </a:t>
            </a:r>
            <a:r>
              <a:rPr lang="en-US" sz="675" b="0" dirty="0">
                <a:solidFill>
                  <a:srgbClr val="657B77"/>
                </a:solidFill>
                <a:latin typeface="Kanit" panose="00000500000000000000" pitchFamily="2" charset="-34"/>
                <a:cs typeface="Kanit" panose="00000500000000000000" pitchFamily="2" charset="-34"/>
              </a:rPr>
              <a:t>As at </a:t>
            </a:r>
            <a:r>
              <a:rPr lang="th-TH" sz="675" b="0" dirty="0">
                <a:solidFill>
                  <a:srgbClr val="657B77"/>
                </a:solidFill>
                <a:latin typeface="Kanit" panose="00000500000000000000" pitchFamily="2" charset="-34"/>
                <a:cs typeface="Kanit" panose="00000500000000000000" pitchFamily="2" charset="-34"/>
              </a:rPr>
              <a:t>ของ </a:t>
            </a:r>
            <a:r>
              <a:rPr lang="en-US" sz="675" b="0" dirty="0">
                <a:solidFill>
                  <a:srgbClr val="657B77"/>
                </a:solidFill>
                <a:latin typeface="Kanit" panose="00000500000000000000" pitchFamily="2" charset="-34"/>
                <a:cs typeface="Kanit" panose="00000500000000000000" pitchFamily="2" charset="-34"/>
              </a:rPr>
              <a:t>GL Bank </a:t>
            </a:r>
            <a:r>
              <a:rPr lang="th-TH" sz="675" b="0" dirty="0">
                <a:solidFill>
                  <a:srgbClr val="657B77"/>
                </a:solidFill>
                <a:latin typeface="Kanit" panose="00000500000000000000" pitchFamily="2" charset="-34"/>
                <a:cs typeface="Kanit" panose="00000500000000000000" pitchFamily="2" charset="-34"/>
              </a:rPr>
              <a:t>ใน </a:t>
            </a:r>
            <a:r>
              <a:rPr lang="en-US" sz="675" b="0" dirty="0">
                <a:solidFill>
                  <a:srgbClr val="657B77"/>
                </a:solidFill>
                <a:latin typeface="Kanit" panose="00000500000000000000" pitchFamily="2" charset="-34"/>
                <a:cs typeface="Kanit" panose="00000500000000000000" pitchFamily="2" charset="-34"/>
              </a:rPr>
              <a:t>Dynamics 365 </a:t>
            </a:r>
            <a:r>
              <a:rPr lang="th-TH" sz="675" b="0" dirty="0">
                <a:solidFill>
                  <a:srgbClr val="657B77"/>
                </a:solidFill>
                <a:latin typeface="Kanit" panose="00000500000000000000" pitchFamily="2" charset="-34"/>
                <a:cs typeface="Kanit" panose="00000500000000000000" pitchFamily="2" charset="-34"/>
              </a:rPr>
              <a:t>ณ วันที่ต้องการกระทบยอด มากรอกลงในไฟล์ </a:t>
            </a:r>
            <a:r>
              <a:rPr lang="en-US" sz="675" b="0" dirty="0">
                <a:solidFill>
                  <a:srgbClr val="657B77"/>
                </a:solidFill>
                <a:latin typeface="Kanit" panose="00000500000000000000" pitchFamily="2" charset="-34"/>
                <a:cs typeface="Kanit" panose="00000500000000000000" pitchFamily="2" charset="-34"/>
              </a:rPr>
              <a:t>Reconcile</a:t>
            </a:r>
          </a:p>
        </p:txBody>
      </p:sp>
      <p:sp>
        <p:nvSpPr>
          <p:cNvPr id="90" name="Rectangle: Rounded Corners 89">
            <a:extLst>
              <a:ext uri="{FF2B5EF4-FFF2-40B4-BE49-F238E27FC236}">
                <a16:creationId xmlns:a16="http://schemas.microsoft.com/office/drawing/2014/main" id="{04CE6B01-DFA5-49F4-B33E-7D8B530177A6}"/>
              </a:ext>
            </a:extLst>
          </p:cNvPr>
          <p:cNvSpPr>
            <a:spLocks noGrp="1"/>
          </p:cNvSpPr>
          <p:nvPr/>
        </p:nvSpPr>
        <p:spPr>
          <a:xfrm>
            <a:off x="6268057" y="6064518"/>
            <a:ext cx="4000500" cy="361950"/>
          </a:xfrm>
          <a:prstGeom prst="roundRect">
            <a:avLst>
              <a:gd name="adj" fmla="val 20513"/>
            </a:avLst>
          </a:prstGeom>
          <a:solidFill>
            <a:srgbClr val="FFFFFF"/>
          </a:solidFill>
          <a:ln w="9525">
            <a:solidFill>
              <a:srgbClr val="DA8B20"/>
            </a:solidFill>
            <a:prstDash val="solid"/>
          </a:ln>
        </p:spPr>
        <p:txBody>
          <a:bodyPr/>
          <a:lstStyle/>
          <a:p>
            <a:endParaRPr lang="en-US">
              <a:latin typeface="Kanit" panose="00000500000000000000" pitchFamily="2" charset="-34"/>
              <a:cs typeface="Kanit" panose="00000500000000000000" pitchFamily="2" charset="-34"/>
            </a:endParaRPr>
          </a:p>
        </p:txBody>
      </p:sp>
      <p:sp>
        <p:nvSpPr>
          <p:cNvPr id="91" name="Oval 90">
            <a:extLst>
              <a:ext uri="{FF2B5EF4-FFF2-40B4-BE49-F238E27FC236}">
                <a16:creationId xmlns:a16="http://schemas.microsoft.com/office/drawing/2014/main" id="{C6CD4194-A6C6-49E7-8080-31C66EB28B20}"/>
              </a:ext>
            </a:extLst>
          </p:cNvPr>
          <p:cNvSpPr>
            <a:spLocks noGrp="1"/>
          </p:cNvSpPr>
          <p:nvPr/>
        </p:nvSpPr>
        <p:spPr>
          <a:xfrm>
            <a:off x="6353781" y="6121668"/>
            <a:ext cx="257175" cy="257175"/>
          </a:xfrm>
          <a:prstGeom prst="ellipse">
            <a:avLst/>
          </a:prstGeom>
          <a:solidFill>
            <a:srgbClr val="DA8B2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92" name="Rectangle 91">
            <a:extLst>
              <a:ext uri="{FF2B5EF4-FFF2-40B4-BE49-F238E27FC236}">
                <a16:creationId xmlns:a16="http://schemas.microsoft.com/office/drawing/2014/main" id="{0D2F1D54-201B-4E26-AF58-26A8E62BC490}"/>
              </a:ext>
            </a:extLst>
          </p:cNvPr>
          <p:cNvSpPr>
            <a:spLocks noGrp="1"/>
          </p:cNvSpPr>
          <p:nvPr/>
        </p:nvSpPr>
        <p:spPr>
          <a:xfrm>
            <a:off x="6353781" y="6159768"/>
            <a:ext cx="257175" cy="171450"/>
          </a:xfrm>
          <a:prstGeom prst="rect">
            <a:avLst/>
          </a:prstGeom>
          <a:noFill/>
          <a:ln w="0">
            <a:noFill/>
            <a:prstDash val="solid"/>
          </a:ln>
        </p:spPr>
        <p:txBody>
          <a:bodyPr anchor="ctr"/>
          <a:lstStyle/>
          <a:p>
            <a:pPr algn="ctr">
              <a:defRPr sz="825" b="1">
                <a:solidFill>
                  <a:srgbClr val="FFFFFF"/>
                </a:solidFill>
              </a:defRPr>
            </a:pPr>
            <a:r>
              <a:rPr sz="825" b="1">
                <a:solidFill>
                  <a:srgbClr val="FFFFFF"/>
                </a:solidFill>
                <a:latin typeface="Kanit" panose="00000500000000000000" pitchFamily="2" charset="-34"/>
                <a:cs typeface="Kanit" panose="00000500000000000000" pitchFamily="2" charset="-34"/>
              </a:rPr>
              <a:t>8</a:t>
            </a:r>
          </a:p>
        </p:txBody>
      </p:sp>
      <p:sp>
        <p:nvSpPr>
          <p:cNvPr id="93" name="Rectangle: Rounded Corners 92">
            <a:extLst>
              <a:ext uri="{FF2B5EF4-FFF2-40B4-BE49-F238E27FC236}">
                <a16:creationId xmlns:a16="http://schemas.microsoft.com/office/drawing/2014/main" id="{53E38A17-4B62-411C-B2A5-8E1AE0451FD4}"/>
              </a:ext>
            </a:extLst>
          </p:cNvPr>
          <p:cNvSpPr>
            <a:spLocks noGrp="1"/>
          </p:cNvSpPr>
          <p:nvPr/>
        </p:nvSpPr>
        <p:spPr>
          <a:xfrm>
            <a:off x="6696681" y="6102618"/>
            <a:ext cx="476250" cy="323850"/>
          </a:xfrm>
          <a:prstGeom prst="roundRect">
            <a:avLst>
              <a:gd name="adj" fmla="val 23529"/>
            </a:avLst>
          </a:prstGeom>
          <a:solidFill>
            <a:srgbClr val="DA8B2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94" name="Oval 93">
            <a:extLst>
              <a:ext uri="{FF2B5EF4-FFF2-40B4-BE49-F238E27FC236}">
                <a16:creationId xmlns:a16="http://schemas.microsoft.com/office/drawing/2014/main" id="{7F13A2CD-84D8-4E3C-974D-9BF4D97001B6}"/>
              </a:ext>
            </a:extLst>
          </p:cNvPr>
          <p:cNvSpPr>
            <a:spLocks noGrp="1"/>
          </p:cNvSpPr>
          <p:nvPr/>
        </p:nvSpPr>
        <p:spPr>
          <a:xfrm>
            <a:off x="6820506" y="6150243"/>
            <a:ext cx="228600" cy="228600"/>
          </a:xfrm>
          <a:prstGeom prst="ellipse">
            <a:avLst/>
          </a:prstGeom>
          <a:solidFill>
            <a:srgbClr val="FFFFFF"/>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95" name="Rectangle 94">
            <a:extLst>
              <a:ext uri="{FF2B5EF4-FFF2-40B4-BE49-F238E27FC236}">
                <a16:creationId xmlns:a16="http://schemas.microsoft.com/office/drawing/2014/main" id="{42D8A97B-5245-4896-9EF1-C529EA434EE3}"/>
              </a:ext>
            </a:extLst>
          </p:cNvPr>
          <p:cNvSpPr>
            <a:spLocks noGrp="1"/>
          </p:cNvSpPr>
          <p:nvPr/>
        </p:nvSpPr>
        <p:spPr>
          <a:xfrm>
            <a:off x="6820506" y="6169293"/>
            <a:ext cx="228600" cy="171450"/>
          </a:xfrm>
          <a:prstGeom prst="rect">
            <a:avLst/>
          </a:prstGeom>
          <a:noFill/>
          <a:ln w="0">
            <a:noFill/>
            <a:prstDash val="solid"/>
          </a:ln>
        </p:spPr>
        <p:txBody>
          <a:bodyPr anchor="ctr"/>
          <a:lstStyle/>
          <a:p>
            <a:pPr algn="ctr">
              <a:defRPr sz="900" b="1">
                <a:solidFill>
                  <a:srgbClr val="DA8B20"/>
                </a:solidFill>
              </a:defRPr>
            </a:pPr>
            <a:r>
              <a:rPr sz="900" b="1">
                <a:solidFill>
                  <a:srgbClr val="DA8B20"/>
                </a:solidFill>
                <a:latin typeface="Kanit" panose="00000500000000000000" pitchFamily="2" charset="-34"/>
                <a:cs typeface="Kanit" panose="00000500000000000000" pitchFamily="2" charset="-34"/>
              </a:rPr>
              <a:t>✓</a:t>
            </a:r>
          </a:p>
        </p:txBody>
      </p:sp>
      <p:sp>
        <p:nvSpPr>
          <p:cNvPr id="96" name="Rectangle 95">
            <a:extLst>
              <a:ext uri="{FF2B5EF4-FFF2-40B4-BE49-F238E27FC236}">
                <a16:creationId xmlns:a16="http://schemas.microsoft.com/office/drawing/2014/main" id="{3E2C5174-B30B-4E98-A95B-49B3522DC4BF}"/>
              </a:ext>
            </a:extLst>
          </p:cNvPr>
          <p:cNvSpPr>
            <a:spLocks noGrp="1"/>
          </p:cNvSpPr>
          <p:nvPr/>
        </p:nvSpPr>
        <p:spPr>
          <a:xfrm>
            <a:off x="7258657" y="6074043"/>
            <a:ext cx="3009900" cy="133350"/>
          </a:xfrm>
          <a:prstGeom prst="rect">
            <a:avLst/>
          </a:prstGeom>
          <a:noFill/>
          <a:ln w="0">
            <a:noFill/>
            <a:prstDash val="solid"/>
          </a:ln>
        </p:spPr>
        <p:txBody>
          <a:bodyPr anchor="ctr"/>
          <a:lstStyle/>
          <a:p>
            <a:pPr algn="l">
              <a:defRPr sz="900" b="1">
                <a:solidFill>
                  <a:srgbClr val="164A3E"/>
                </a:solidFill>
              </a:defRPr>
            </a:pPr>
            <a:r>
              <a:rPr lang="th-TH" sz="900" b="1" dirty="0">
                <a:latin typeface="Kanit" panose="00000500000000000000" pitchFamily="2" charset="-34"/>
                <a:cs typeface="Kanit" panose="00000500000000000000" pitchFamily="2" charset="-34"/>
              </a:rPr>
              <a:t>กรอกลงในไฟล์ </a:t>
            </a:r>
            <a:r>
              <a:rPr lang="en-US" sz="900" b="1" dirty="0">
                <a:latin typeface="Kanit" panose="00000500000000000000" pitchFamily="2" charset="-34"/>
                <a:cs typeface="Kanit" panose="00000500000000000000" pitchFamily="2" charset="-34"/>
              </a:rPr>
              <a:t>Bank Reconcile </a:t>
            </a:r>
            <a:r>
              <a:rPr lang="th-TH" sz="900" b="1" dirty="0">
                <a:latin typeface="Kanit" panose="00000500000000000000" pitchFamily="2" charset="-34"/>
                <a:cs typeface="Kanit" panose="00000500000000000000" pitchFamily="2" charset="-34"/>
              </a:rPr>
              <a:t>ประจำวัน</a:t>
            </a:r>
          </a:p>
        </p:txBody>
      </p:sp>
      <p:sp>
        <p:nvSpPr>
          <p:cNvPr id="97" name="Rectangle 96">
            <a:extLst>
              <a:ext uri="{FF2B5EF4-FFF2-40B4-BE49-F238E27FC236}">
                <a16:creationId xmlns:a16="http://schemas.microsoft.com/office/drawing/2014/main" id="{9FC95D42-F678-4099-A668-38D4179D1CBB}"/>
              </a:ext>
            </a:extLst>
          </p:cNvPr>
          <p:cNvSpPr>
            <a:spLocks noGrp="1"/>
          </p:cNvSpPr>
          <p:nvPr/>
        </p:nvSpPr>
        <p:spPr>
          <a:xfrm>
            <a:off x="7258657" y="6235968"/>
            <a:ext cx="2694572" cy="190500"/>
          </a:xfrm>
          <a:prstGeom prst="rect">
            <a:avLst/>
          </a:prstGeom>
          <a:noFill/>
          <a:ln w="0">
            <a:noFill/>
            <a:prstDash val="solid"/>
          </a:ln>
        </p:spPr>
        <p:txBody>
          <a:bodyPr anchor="ctr"/>
          <a:lstStyle/>
          <a:p>
            <a:pPr algn="l">
              <a:defRPr sz="675" b="0">
                <a:solidFill>
                  <a:srgbClr val="657B77"/>
                </a:solidFill>
              </a:defRPr>
            </a:pPr>
            <a:r>
              <a:rPr lang="th-TH" sz="675" b="0" dirty="0">
                <a:solidFill>
                  <a:srgbClr val="657B77"/>
                </a:solidFill>
                <a:latin typeface="Kanit" panose="00000500000000000000" pitchFamily="2" charset="-34"/>
                <a:cs typeface="Kanit" panose="00000500000000000000" pitchFamily="2" charset="-34"/>
              </a:rPr>
              <a:t>นำยอดคงเหลือตาม </a:t>
            </a:r>
            <a:r>
              <a:rPr lang="en-US" sz="675" b="0" dirty="0">
                <a:solidFill>
                  <a:srgbClr val="657B77"/>
                </a:solidFill>
                <a:latin typeface="Kanit" panose="00000500000000000000" pitchFamily="2" charset="-34"/>
                <a:cs typeface="Kanit" panose="00000500000000000000" pitchFamily="2" charset="-34"/>
              </a:rPr>
              <a:t>Bank Statement </a:t>
            </a:r>
            <a:r>
              <a:rPr lang="th-TH" sz="675" b="0" dirty="0">
                <a:solidFill>
                  <a:srgbClr val="657B77"/>
                </a:solidFill>
                <a:latin typeface="Kanit" panose="00000500000000000000" pitchFamily="2" charset="-34"/>
                <a:cs typeface="Kanit" panose="00000500000000000000" pitchFamily="2" charset="-34"/>
              </a:rPr>
              <a:t>ณ วันเดียวกัน มากรอกลงในไฟล์ </a:t>
            </a:r>
            <a:r>
              <a:rPr lang="en-US" sz="675" b="0" dirty="0">
                <a:solidFill>
                  <a:srgbClr val="657B77"/>
                </a:solidFill>
                <a:latin typeface="Kanit" panose="00000500000000000000" pitchFamily="2" charset="-34"/>
                <a:cs typeface="Kanit" panose="00000500000000000000" pitchFamily="2" charset="-34"/>
              </a:rPr>
              <a:t>Bank Reconcile </a:t>
            </a:r>
            <a:r>
              <a:rPr lang="th-TH" sz="675" b="0" dirty="0">
                <a:solidFill>
                  <a:srgbClr val="657B77"/>
                </a:solidFill>
                <a:latin typeface="Kanit" panose="00000500000000000000" pitchFamily="2" charset="-34"/>
                <a:cs typeface="Kanit" panose="00000500000000000000" pitchFamily="2" charset="-34"/>
              </a:rPr>
              <a:t>ประจำวัน</a:t>
            </a:r>
          </a:p>
        </p:txBody>
      </p:sp>
      <p:sp>
        <p:nvSpPr>
          <p:cNvPr id="99" name="Rectangle 98">
            <a:extLst>
              <a:ext uri="{FF2B5EF4-FFF2-40B4-BE49-F238E27FC236}">
                <a16:creationId xmlns:a16="http://schemas.microsoft.com/office/drawing/2014/main" id="{50F45785-BC43-473D-AA85-A704F68C604B}"/>
              </a:ext>
            </a:extLst>
          </p:cNvPr>
          <p:cNvSpPr>
            <a:spLocks noGrp="1"/>
          </p:cNvSpPr>
          <p:nvPr/>
        </p:nvSpPr>
        <p:spPr>
          <a:xfrm>
            <a:off x="838200" y="6600825"/>
            <a:ext cx="10515600" cy="161925"/>
          </a:xfrm>
          <a:prstGeom prst="rect">
            <a:avLst/>
          </a:prstGeom>
          <a:noFill/>
          <a:ln w="0">
            <a:noFill/>
            <a:prstDash val="solid"/>
          </a:ln>
        </p:spPr>
        <p:txBody>
          <a:bodyPr anchor="ctr"/>
          <a:lstStyle/>
          <a:p>
            <a:pPr algn="ctr">
              <a:defRPr sz="750" b="1">
                <a:solidFill>
                  <a:srgbClr val="FFFFFF"/>
                </a:solidFill>
              </a:defRPr>
            </a:pPr>
            <a:r>
              <a:rPr sz="750" b="1">
                <a:solidFill>
                  <a:srgbClr val="FFFFFF"/>
                </a:solidFill>
                <a:latin typeface="Kanit" panose="00000500000000000000" pitchFamily="2" charset="-34"/>
                <a:cs typeface="Kanit" panose="00000500000000000000" pitchFamily="2" charset="-34"/>
              </a:rPr>
              <a:t>ผลลัพธ์ควบคุม  •  รายการที่ Post แล้ว  •  ข้อยกเว้นมีหลักฐาน  •  ผลต่างหลังปรับปรุง = 0</a:t>
            </a:r>
          </a:p>
        </p:txBody>
      </p:sp>
      <p:sp>
        <p:nvSpPr>
          <p:cNvPr id="102" name="age-mark">
            <a:extLst>
              <a:ext uri="{FF2B5EF4-FFF2-40B4-BE49-F238E27FC236}">
                <a16:creationId xmlns:a16="http://schemas.microsoft.com/office/drawing/2014/main" id="{D5857074-C1E8-3B71-CCC9-24DDB5D36E62}"/>
              </a:ext>
            </a:extLst>
          </p:cNvPr>
          <p:cNvSpPr>
            <a:spLocks noGrp="1"/>
          </p:cNvSpPr>
          <p:nvPr/>
        </p:nvSpPr>
        <p:spPr>
          <a:xfrm>
            <a:off x="10972800" y="419100"/>
            <a:ext cx="666750" cy="590550"/>
          </a:xfrm>
          <a:prstGeom prst="roundRect">
            <a:avLst>
              <a:gd name="adj" fmla="val 50000"/>
            </a:avLst>
          </a:prstGeom>
          <a:solidFill>
            <a:srgbClr val="E3F3EC"/>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04" name="age">
            <a:extLst>
              <a:ext uri="{FF2B5EF4-FFF2-40B4-BE49-F238E27FC236}">
                <a16:creationId xmlns:a16="http://schemas.microsoft.com/office/drawing/2014/main" id="{69B71CD6-0594-A2E2-9A3D-6E54B7166B7B}"/>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latin typeface="Kanit" panose="00000500000000000000" pitchFamily="2" charset="-34"/>
                <a:cs typeface="Kanit" panose="00000500000000000000" pitchFamily="2" charset="-34"/>
              </a:rPr>
              <a:t> </a:t>
            </a:r>
            <a:endParaRPr sz="1350" b="1" dirty="0">
              <a:solidFill>
                <a:srgbClr val="0A8F62"/>
              </a:solidFill>
              <a:latin typeface="Kanit" panose="00000500000000000000" pitchFamily="2" charset="-34"/>
              <a:cs typeface="Kanit" panose="00000500000000000000" pitchFamily="2" charset="-34"/>
            </a:endParaRPr>
          </a:p>
        </p:txBody>
      </p:sp>
      <p:pic>
        <p:nvPicPr>
          <p:cNvPr id="106" name="Picture 105" descr="Home - บริษัท เอเชีย กรีน เอนเนอจี จำกัด (มหาชน)">
            <a:extLst>
              <a:ext uri="{FF2B5EF4-FFF2-40B4-BE49-F238E27FC236}">
                <a16:creationId xmlns:a16="http://schemas.microsoft.com/office/drawing/2014/main" id="{6325D83F-9C65-96A6-F1D6-8FE373E805D2}"/>
              </a:ext>
            </a:extLst>
          </p:cNvPr>
          <p:cNvPicPr>
            <a:picLocks noChangeAspect="1"/>
          </p:cNvPicPr>
          <p:nvPr/>
        </p:nvPicPr>
        <p:blipFill>
          <a:blip r:embed="rId3"/>
          <a:stretch>
            <a:fillRect/>
          </a:stretch>
        </p:blipFill>
        <p:spPr>
          <a:xfrm>
            <a:off x="11087411" y="584335"/>
            <a:ext cx="416319" cy="253866"/>
          </a:xfrm>
          <a:prstGeom prst="rect">
            <a:avLst/>
          </a:prstGeom>
        </p:spPr>
      </p:pic>
      <p:pic>
        <p:nvPicPr>
          <p:cNvPr id="108" name="Image 1" descr="/home/claude/ic/filter_FFFFFF.png">
            <a:extLst>
              <a:ext uri="{FF2B5EF4-FFF2-40B4-BE49-F238E27FC236}">
                <a16:creationId xmlns:a16="http://schemas.microsoft.com/office/drawing/2014/main" id="{86DA7CB9-C0C4-F22C-3887-CA9DDF335264}"/>
              </a:ext>
            </a:extLst>
          </p:cNvPr>
          <p:cNvPicPr>
            <a:picLocks noChangeAspect="1"/>
          </p:cNvPicPr>
          <p:nvPr/>
        </p:nvPicPr>
        <p:blipFill>
          <a:blip r:embed="rId4"/>
          <a:stretch>
            <a:fillRect/>
          </a:stretch>
        </p:blipFill>
        <p:spPr>
          <a:xfrm>
            <a:off x="2717035" y="3168650"/>
            <a:ext cx="136525" cy="136525"/>
          </a:xfrm>
          <a:prstGeom prst="rect">
            <a:avLst/>
          </a:prstGeom>
        </p:spPr>
      </p:pic>
      <p:pic>
        <p:nvPicPr>
          <p:cNvPr id="110" name="Image 1" descr="/home/claude/ic/filter_FFFFFF.png">
            <a:extLst>
              <a:ext uri="{FF2B5EF4-FFF2-40B4-BE49-F238E27FC236}">
                <a16:creationId xmlns:a16="http://schemas.microsoft.com/office/drawing/2014/main" id="{B1CF2944-2A60-9CED-854D-6984B85D7D9A}"/>
              </a:ext>
            </a:extLst>
          </p:cNvPr>
          <p:cNvPicPr>
            <a:picLocks noChangeAspect="1"/>
          </p:cNvPicPr>
          <p:nvPr/>
        </p:nvPicPr>
        <p:blipFill>
          <a:blip r:embed="rId4"/>
          <a:stretch>
            <a:fillRect/>
          </a:stretch>
        </p:blipFill>
        <p:spPr>
          <a:xfrm>
            <a:off x="6856600" y="5794643"/>
            <a:ext cx="152399" cy="152399"/>
          </a:xfrm>
          <a:prstGeom prst="rect">
            <a:avLst/>
          </a:prstGeom>
        </p:spPr>
      </p:pic>
      <p:cxnSp>
        <p:nvCxnSpPr>
          <p:cNvPr id="115" name="Straight Connector 114">
            <a:extLst>
              <a:ext uri="{FF2B5EF4-FFF2-40B4-BE49-F238E27FC236}">
                <a16:creationId xmlns:a16="http://schemas.microsoft.com/office/drawing/2014/main" id="{8A5FEEC3-71A4-BC55-B885-35720F72CA67}"/>
              </a:ext>
            </a:extLst>
          </p:cNvPr>
          <p:cNvCxnSpPr/>
          <p:nvPr/>
        </p:nvCxnSpPr>
        <p:spPr>
          <a:xfrm>
            <a:off x="3103750" y="4711700"/>
            <a:ext cx="5715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6" name="Arrow: Down 115">
            <a:extLst>
              <a:ext uri="{FF2B5EF4-FFF2-40B4-BE49-F238E27FC236}">
                <a16:creationId xmlns:a16="http://schemas.microsoft.com/office/drawing/2014/main" id="{4C6489CB-1284-1DE3-6DFC-A7D9D7920147}"/>
              </a:ext>
            </a:extLst>
          </p:cNvPr>
          <p:cNvSpPr>
            <a:spLocks noGrp="1"/>
          </p:cNvSpPr>
          <p:nvPr/>
        </p:nvSpPr>
        <p:spPr>
          <a:xfrm>
            <a:off x="5827900" y="4572000"/>
            <a:ext cx="266700" cy="123825"/>
          </a:xfrm>
          <a:prstGeom prst="downArrow">
            <a:avLst/>
          </a:prstGeom>
          <a:solidFill>
            <a:srgbClr val="C7D9D4"/>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17" name="Arrow: Down 116">
            <a:extLst>
              <a:ext uri="{FF2B5EF4-FFF2-40B4-BE49-F238E27FC236}">
                <a16:creationId xmlns:a16="http://schemas.microsoft.com/office/drawing/2014/main" id="{16EE05EB-562B-821A-9D5A-8A3C01544DA3}"/>
              </a:ext>
            </a:extLst>
          </p:cNvPr>
          <p:cNvSpPr>
            <a:spLocks noGrp="1"/>
          </p:cNvSpPr>
          <p:nvPr/>
        </p:nvSpPr>
        <p:spPr>
          <a:xfrm>
            <a:off x="3033900" y="4715934"/>
            <a:ext cx="266700" cy="123825"/>
          </a:xfrm>
          <a:prstGeom prst="downArrow">
            <a:avLst/>
          </a:prstGeom>
          <a:solidFill>
            <a:srgbClr val="C7D9D4"/>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18" name="Arrow: Down 117">
            <a:extLst>
              <a:ext uri="{FF2B5EF4-FFF2-40B4-BE49-F238E27FC236}">
                <a16:creationId xmlns:a16="http://schemas.microsoft.com/office/drawing/2014/main" id="{3A95743D-C697-B96C-22B2-0E97A1E2E393}"/>
              </a:ext>
            </a:extLst>
          </p:cNvPr>
          <p:cNvSpPr>
            <a:spLocks noGrp="1"/>
          </p:cNvSpPr>
          <p:nvPr/>
        </p:nvSpPr>
        <p:spPr>
          <a:xfrm>
            <a:off x="8628250" y="4714875"/>
            <a:ext cx="266700" cy="123825"/>
          </a:xfrm>
          <a:prstGeom prst="downArrow">
            <a:avLst/>
          </a:prstGeom>
          <a:solidFill>
            <a:srgbClr val="C7D9D4"/>
          </a:solidFill>
          <a:ln w="0">
            <a:noFill/>
            <a:prstDash val="solid"/>
          </a:ln>
        </p:spPr>
        <p:txBody>
          <a:bodyPr/>
          <a:lstStyle/>
          <a:p>
            <a:endParaRPr lang="en-US">
              <a:latin typeface="Kanit" panose="00000500000000000000" pitchFamily="2" charset="-34"/>
              <a:cs typeface="Kanit" panose="00000500000000000000" pitchFamily="2" charset="-34"/>
            </a:endParaRPr>
          </a:p>
        </p:txBody>
      </p:sp>
      <p:cxnSp>
        <p:nvCxnSpPr>
          <p:cNvPr id="119" name="Straight Connector 118">
            <a:extLst>
              <a:ext uri="{FF2B5EF4-FFF2-40B4-BE49-F238E27FC236}">
                <a16:creationId xmlns:a16="http://schemas.microsoft.com/office/drawing/2014/main" id="{E76E0C54-C78B-95FC-14E0-23503494158D}"/>
              </a:ext>
            </a:extLst>
          </p:cNvPr>
          <p:cNvCxnSpPr/>
          <p:nvPr/>
        </p:nvCxnSpPr>
        <p:spPr>
          <a:xfrm>
            <a:off x="3103750" y="1807633"/>
            <a:ext cx="5715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83342004-72F1-6488-E7A1-AEAC99B6142F}"/>
              </a:ext>
            </a:extLst>
          </p:cNvPr>
          <p:cNvCxnSpPr>
            <a:cxnSpLocks/>
          </p:cNvCxnSpPr>
          <p:nvPr/>
        </p:nvCxnSpPr>
        <p:spPr>
          <a:xfrm>
            <a:off x="3103750" y="1704975"/>
            <a:ext cx="0" cy="9842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A4A567EA-A7A7-67ED-C1B1-03D87B1435AA}"/>
              </a:ext>
            </a:extLst>
          </p:cNvPr>
          <p:cNvCxnSpPr>
            <a:cxnSpLocks/>
          </p:cNvCxnSpPr>
          <p:nvPr/>
        </p:nvCxnSpPr>
        <p:spPr>
          <a:xfrm>
            <a:off x="8818750" y="1704975"/>
            <a:ext cx="0" cy="9842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2" name="Arrow: Down 121">
            <a:extLst>
              <a:ext uri="{FF2B5EF4-FFF2-40B4-BE49-F238E27FC236}">
                <a16:creationId xmlns:a16="http://schemas.microsoft.com/office/drawing/2014/main" id="{85912A71-9897-60C1-6AC3-25E1F98CA6FE}"/>
              </a:ext>
            </a:extLst>
          </p:cNvPr>
          <p:cNvSpPr>
            <a:spLocks noGrp="1"/>
          </p:cNvSpPr>
          <p:nvPr/>
        </p:nvSpPr>
        <p:spPr>
          <a:xfrm>
            <a:off x="5827900" y="1795464"/>
            <a:ext cx="266700" cy="94931"/>
          </a:xfrm>
          <a:prstGeom prst="downArrow">
            <a:avLst/>
          </a:prstGeom>
          <a:solidFill>
            <a:srgbClr val="C7D9D4"/>
          </a:solidFill>
          <a:ln w="0">
            <a:noFill/>
            <a:prstDash val="solid"/>
          </a:ln>
        </p:spPr>
        <p:txBody>
          <a:bodyPr/>
          <a:lstStyle/>
          <a:p>
            <a:endParaRPr lang="en-US">
              <a:latin typeface="Kanit" panose="00000500000000000000" pitchFamily="2" charset="-34"/>
              <a:cs typeface="Kanit" panose="00000500000000000000" pitchFamily="2" charset="-34"/>
            </a:endParaRPr>
          </a:p>
        </p:txBody>
      </p:sp>
      <p:pic>
        <p:nvPicPr>
          <p:cNvPr id="126" name="Graphic 125" descr="Bank with solid fill">
            <a:extLst>
              <a:ext uri="{FF2B5EF4-FFF2-40B4-BE49-F238E27FC236}">
                <a16:creationId xmlns:a16="http://schemas.microsoft.com/office/drawing/2014/main" id="{26DE547E-D829-76CA-C3AB-174A392CA5A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58614" y="1966340"/>
            <a:ext cx="243206" cy="243206"/>
          </a:xfrm>
          <a:prstGeom prst="rect">
            <a:avLst/>
          </a:prstGeom>
        </p:spPr>
      </p:pic>
      <p:cxnSp>
        <p:nvCxnSpPr>
          <p:cNvPr id="98" name="Straight Connector 97">
            <a:extLst>
              <a:ext uri="{FF2B5EF4-FFF2-40B4-BE49-F238E27FC236}">
                <a16:creationId xmlns:a16="http://schemas.microsoft.com/office/drawing/2014/main" id="{ACF5408D-78DE-5088-2D08-ABDB5CEB89B5}"/>
              </a:ext>
            </a:extLst>
          </p:cNvPr>
          <p:cNvCxnSpPr>
            <a:cxnSpLocks/>
          </p:cNvCxnSpPr>
          <p:nvPr/>
        </p:nvCxnSpPr>
        <p:spPr>
          <a:xfrm>
            <a:off x="1115031" y="3555532"/>
            <a:ext cx="10553700" cy="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D9DA8222-6D26-50E9-3552-F9BC15A7F088}"/>
              </a:ext>
            </a:extLst>
          </p:cNvPr>
          <p:cNvCxnSpPr>
            <a:cxnSpLocks/>
          </p:cNvCxnSpPr>
          <p:nvPr/>
        </p:nvCxnSpPr>
        <p:spPr>
          <a:xfrm>
            <a:off x="1115031" y="4766711"/>
            <a:ext cx="10553700" cy="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14" name="Slide Number Placeholder 1">
            <a:extLst>
              <a:ext uri="{FF2B5EF4-FFF2-40B4-BE49-F238E27FC236}">
                <a16:creationId xmlns:a16="http://schemas.microsoft.com/office/drawing/2014/main" id="{9282E500-7631-9911-DB70-39808CD7C6DD}"/>
              </a:ext>
            </a:extLst>
          </p:cNvPr>
          <p:cNvSpPr txBox="1">
            <a:spLocks/>
          </p:cNvSpPr>
          <p:nvPr/>
        </p:nvSpPr>
        <p:spPr>
          <a:xfrm>
            <a:off x="10728900" y="6600237"/>
            <a:ext cx="1422400" cy="2434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46">
              <a:defRPr/>
            </a:pPr>
            <a:fld id="{5E5634F8-C5C6-4843-9A92-B93B76582613}" type="slidenum">
              <a:rPr lang="en-US" sz="1333" smtClean="0">
                <a:solidFill>
                  <a:prstClr val="black"/>
                </a:solidFill>
                <a:latin typeface="Poppins" panose="00000500000000000000" pitchFamily="2" charset="0"/>
                <a:cs typeface="Poppins" panose="00000500000000000000" pitchFamily="2" charset="0"/>
              </a:rPr>
              <a:pPr algn="r" defTabSz="914446">
                <a:defRPr/>
              </a:pPr>
              <a:t>9</a:t>
            </a:fld>
            <a:endParaRPr lang="en-US" sz="1333" dirty="0">
              <a:solidFill>
                <a:prstClr val="black"/>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98654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op-line">
            <a:extLst>
              <a:ext uri="{FF2B5EF4-FFF2-40B4-BE49-F238E27FC236}">
                <a16:creationId xmlns:a16="http://schemas.microsoft.com/office/drawing/2014/main" id="{2C7F2F7D-E64A-4434-86BA-8A3FDB32C3C7}"/>
              </a:ext>
            </a:extLst>
          </p:cNvPr>
          <p:cNvSpPr>
            <a:spLocks noGrp="1"/>
          </p:cNvSpPr>
          <p:nvPr/>
        </p:nvSpPr>
        <p:spPr>
          <a:xfrm>
            <a:off x="0" y="0"/>
            <a:ext cx="12192000" cy="114300"/>
          </a:xfrm>
          <a:prstGeom prst="rect">
            <a:avLst/>
          </a:prstGeom>
          <a:solidFill>
            <a:srgbClr val="0A8F62"/>
          </a:solidFill>
          <a:ln w="0">
            <a:noFill/>
            <a:prstDash val="solid"/>
          </a:ln>
        </p:spPr>
        <p:txBody>
          <a:bodyPr/>
          <a:lstStyle/>
          <a:p>
            <a:endParaRPr lang="en-US"/>
          </a:p>
        </p:txBody>
      </p:sp>
      <p:sp>
        <p:nvSpPr>
          <p:cNvPr id="2" name="eyebrow">
            <a:extLst>
              <a:ext uri="{FF2B5EF4-FFF2-40B4-BE49-F238E27FC236}">
                <a16:creationId xmlns:a16="http://schemas.microsoft.com/office/drawing/2014/main" id="{0EDAA66A-4CCF-428D-B876-D5ABDCBF744C}"/>
              </a:ext>
            </a:extLst>
          </p:cNvPr>
          <p:cNvSpPr>
            <a:spLocks noGrp="1"/>
          </p:cNvSpPr>
          <p:nvPr/>
        </p:nvSpPr>
        <p:spPr>
          <a:xfrm>
            <a:off x="495300" y="285750"/>
            <a:ext cx="5905500" cy="209550"/>
          </a:xfrm>
          <a:prstGeom prst="rect">
            <a:avLst/>
          </a:prstGeom>
          <a:noFill/>
          <a:ln w="0">
            <a:noFill/>
            <a:prstDash val="solid"/>
          </a:ln>
        </p:spPr>
        <p:txBody>
          <a:bodyPr anchor="t"/>
          <a:lstStyle/>
          <a:p>
            <a:pPr algn="l">
              <a:defRPr sz="975" b="1">
                <a:solidFill>
                  <a:srgbClr val="0A8F62"/>
                </a:solidFill>
              </a:defRPr>
            </a:pPr>
            <a:r>
              <a:rPr sz="975" b="1">
                <a:solidFill>
                  <a:srgbClr val="0A8F62"/>
                </a:solidFill>
              </a:rPr>
              <a:t>PROJECT SCOPE AND APPROACH  |  02  AP – INTERCOMPANY BILLING &amp; EXPENSE</a:t>
            </a:r>
          </a:p>
        </p:txBody>
      </p:sp>
      <p:sp>
        <p:nvSpPr>
          <p:cNvPr id="3" name="title">
            <a:extLst>
              <a:ext uri="{FF2B5EF4-FFF2-40B4-BE49-F238E27FC236}">
                <a16:creationId xmlns:a16="http://schemas.microsoft.com/office/drawing/2014/main" id="{E71AFA52-20F3-4BB7-8012-D04AA6ADD61E}"/>
              </a:ext>
            </a:extLst>
          </p:cNvPr>
          <p:cNvSpPr>
            <a:spLocks noGrp="1"/>
          </p:cNvSpPr>
          <p:nvPr/>
        </p:nvSpPr>
        <p:spPr>
          <a:xfrm>
            <a:off x="495300" y="571500"/>
            <a:ext cx="10287000" cy="438150"/>
          </a:xfrm>
          <a:prstGeom prst="rect">
            <a:avLst/>
          </a:prstGeom>
          <a:noFill/>
          <a:ln w="0">
            <a:noFill/>
            <a:prstDash val="solid"/>
          </a:ln>
        </p:spPr>
        <p:txBody>
          <a:bodyPr anchor="t"/>
          <a:lstStyle/>
          <a:p>
            <a:pPr>
              <a:defRPr sz="2550" b="1">
                <a:solidFill>
                  <a:srgbClr val="153E37"/>
                </a:solidFill>
              </a:defRPr>
            </a:pPr>
            <a:r>
              <a:rPr lang="en-US" sz="2550" b="1" dirty="0">
                <a:solidFill>
                  <a:srgbClr val="153E37"/>
                </a:solidFill>
                <a:latin typeface="Kanit" panose="00000500000000000000" pitchFamily="2" charset="-34"/>
                <a:cs typeface="Kanit" panose="00000500000000000000" pitchFamily="2" charset="-34"/>
              </a:rPr>
              <a:t>Process2: </a:t>
            </a:r>
            <a:r>
              <a:rPr sz="2550" b="1" dirty="0" err="1">
                <a:solidFill>
                  <a:srgbClr val="153E37"/>
                </a:solidFill>
                <a:latin typeface="Kanit" panose="00000500000000000000" pitchFamily="2" charset="-34"/>
                <a:cs typeface="Kanit" panose="00000500000000000000" pitchFamily="2" charset="-34"/>
              </a:rPr>
              <a:t>เปิดบิลเรียกเก็บและบันทึกค่าใช้จ่ายระหว่างกันอัตโนมัติ</a:t>
            </a:r>
            <a:endParaRPr sz="2550" b="1" dirty="0">
              <a:solidFill>
                <a:srgbClr val="153E37"/>
              </a:solidFill>
              <a:latin typeface="Kanit" panose="00000500000000000000" pitchFamily="2" charset="-34"/>
              <a:cs typeface="Kanit" panose="00000500000000000000" pitchFamily="2" charset="-34"/>
            </a:endParaRPr>
          </a:p>
        </p:txBody>
      </p:sp>
      <p:sp>
        <p:nvSpPr>
          <p:cNvPr id="4" name="subtitle">
            <a:extLst>
              <a:ext uri="{FF2B5EF4-FFF2-40B4-BE49-F238E27FC236}">
                <a16:creationId xmlns:a16="http://schemas.microsoft.com/office/drawing/2014/main" id="{72E477A2-DF08-4DB0-8F47-3FF1F08727F4}"/>
              </a:ext>
            </a:extLst>
          </p:cNvPr>
          <p:cNvSpPr>
            <a:spLocks noGrp="1"/>
          </p:cNvSpPr>
          <p:nvPr/>
        </p:nvSpPr>
        <p:spPr>
          <a:xfrm>
            <a:off x="495300" y="1038225"/>
            <a:ext cx="10287000" cy="285750"/>
          </a:xfrm>
          <a:prstGeom prst="rect">
            <a:avLst/>
          </a:prstGeom>
          <a:noFill/>
          <a:ln w="0">
            <a:noFill/>
            <a:prstDash val="solid"/>
          </a:ln>
        </p:spPr>
        <p:txBody>
          <a:bodyPr anchor="t"/>
          <a:lstStyle/>
          <a:p>
            <a:pPr algn="l">
              <a:defRPr sz="1275" b="0">
                <a:solidFill>
                  <a:srgbClr val="60736F"/>
                </a:solidFill>
              </a:defRPr>
            </a:pPr>
            <a:r>
              <a:rPr sz="1275" b="0" dirty="0" err="1">
                <a:solidFill>
                  <a:srgbClr val="60736F"/>
                </a:solidFill>
                <a:latin typeface="Kanit" panose="00000500000000000000" pitchFamily="2" charset="-34"/>
                <a:cs typeface="Kanit" panose="00000500000000000000" pitchFamily="2" charset="-34"/>
              </a:rPr>
              <a:t>เชื่อมรายการ</a:t>
            </a:r>
            <a:r>
              <a:rPr sz="1275" b="0" dirty="0">
                <a:solidFill>
                  <a:srgbClr val="60736F"/>
                </a:solidFill>
                <a:latin typeface="Kanit" panose="00000500000000000000" pitchFamily="2" charset="-34"/>
                <a:cs typeface="Kanit" panose="00000500000000000000" pitchFamily="2" charset="-34"/>
              </a:rPr>
              <a:t> AR </a:t>
            </a:r>
            <a:r>
              <a:rPr sz="1275" b="0" dirty="0" err="1">
                <a:solidFill>
                  <a:srgbClr val="60736F"/>
                </a:solidFill>
                <a:latin typeface="Kanit" panose="00000500000000000000" pitchFamily="2" charset="-34"/>
                <a:cs typeface="Kanit" panose="00000500000000000000" pitchFamily="2" charset="-34"/>
              </a:rPr>
              <a:t>ของบริษัทผู้เรียกเก็บกับ</a:t>
            </a:r>
            <a:r>
              <a:rPr sz="1275" b="0" dirty="0">
                <a:solidFill>
                  <a:srgbClr val="60736F"/>
                </a:solidFill>
                <a:latin typeface="Kanit" panose="00000500000000000000" pitchFamily="2" charset="-34"/>
                <a:cs typeface="Kanit" panose="00000500000000000000" pitchFamily="2" charset="-34"/>
              </a:rPr>
              <a:t> AP </a:t>
            </a:r>
            <a:r>
              <a:rPr sz="1275" b="0" dirty="0" err="1">
                <a:solidFill>
                  <a:srgbClr val="60736F"/>
                </a:solidFill>
                <a:latin typeface="Kanit" panose="00000500000000000000" pitchFamily="2" charset="-34"/>
                <a:cs typeface="Kanit" panose="00000500000000000000" pitchFamily="2" charset="-34"/>
              </a:rPr>
              <a:t>ของบริษัทคู่ค้าในเครือ</a:t>
            </a:r>
            <a:r>
              <a:rPr sz="1275" b="0" dirty="0">
                <a:solidFill>
                  <a:srgbClr val="60736F"/>
                </a:solidFill>
                <a:latin typeface="Kanit" panose="00000500000000000000" pitchFamily="2" charset="-34"/>
                <a:cs typeface="Kanit" panose="00000500000000000000" pitchFamily="2" charset="-34"/>
              </a:rPr>
              <a:t> </a:t>
            </a:r>
            <a:r>
              <a:rPr sz="1275" b="0" dirty="0" err="1">
                <a:solidFill>
                  <a:srgbClr val="60736F"/>
                </a:solidFill>
                <a:latin typeface="Kanit" panose="00000500000000000000" pitchFamily="2" charset="-34"/>
                <a:cs typeface="Kanit" panose="00000500000000000000" pitchFamily="2" charset="-34"/>
              </a:rPr>
              <a:t>ลดการบันทึกข้อมูลซ้ำ</a:t>
            </a:r>
            <a:r>
              <a:rPr lang="en-US" sz="1275" b="0" dirty="0">
                <a:solidFill>
                  <a:srgbClr val="60736F"/>
                </a:solidFill>
                <a:latin typeface="Kanit" panose="00000500000000000000" pitchFamily="2" charset="-34"/>
                <a:cs typeface="Kanit" panose="00000500000000000000" pitchFamily="2" charset="-34"/>
              </a:rPr>
              <a:t> </a:t>
            </a:r>
            <a:r>
              <a:rPr lang="th-TH" sz="1275" b="1" dirty="0">
                <a:solidFill>
                  <a:srgbClr val="FF0000"/>
                </a:solidFill>
                <a:latin typeface="Kanit" panose="00000500000000000000" pitchFamily="2" charset="-34"/>
                <a:cs typeface="Kanit" panose="00000500000000000000" pitchFamily="2" charset="-34"/>
              </a:rPr>
              <a:t>ปัจจุบันใช้คนคีย์ข้อมูล บ.</a:t>
            </a:r>
            <a:r>
              <a:rPr lang="en-US" sz="1275" b="1" dirty="0">
                <a:solidFill>
                  <a:srgbClr val="FF0000"/>
                </a:solidFill>
                <a:latin typeface="Kanit" panose="00000500000000000000" pitchFamily="2" charset="-34"/>
                <a:cs typeface="Kanit" panose="00000500000000000000" pitchFamily="2" charset="-34"/>
              </a:rPr>
              <a:t> A 6 </a:t>
            </a:r>
            <a:r>
              <a:rPr lang="th-TH" sz="1275" b="1" dirty="0">
                <a:solidFill>
                  <a:srgbClr val="FF0000"/>
                </a:solidFill>
                <a:latin typeface="Kanit" panose="00000500000000000000" pitchFamily="2" charset="-34"/>
                <a:cs typeface="Kanit" panose="00000500000000000000" pitchFamily="2" charset="-34"/>
              </a:rPr>
              <a:t>คน</a:t>
            </a:r>
            <a:r>
              <a:rPr lang="en-US" sz="1275" b="1" dirty="0">
                <a:solidFill>
                  <a:srgbClr val="FF0000"/>
                </a:solidFill>
                <a:latin typeface="Kanit" panose="00000500000000000000" pitchFamily="2" charset="-34"/>
                <a:cs typeface="Kanit" panose="00000500000000000000" pitchFamily="2" charset="-34"/>
              </a:rPr>
              <a:t>, B 5 </a:t>
            </a:r>
            <a:r>
              <a:rPr lang="th-TH" sz="1275" b="1" dirty="0">
                <a:solidFill>
                  <a:srgbClr val="FF0000"/>
                </a:solidFill>
                <a:latin typeface="Kanit" panose="00000500000000000000" pitchFamily="2" charset="-34"/>
                <a:cs typeface="Kanit" panose="00000500000000000000" pitchFamily="2" charset="-34"/>
              </a:rPr>
              <a:t>คน</a:t>
            </a:r>
            <a:endParaRPr sz="1275" b="1" dirty="0">
              <a:solidFill>
                <a:srgbClr val="FF0000"/>
              </a:solidFill>
              <a:latin typeface="Kanit" panose="00000500000000000000" pitchFamily="2" charset="-34"/>
              <a:cs typeface="Kanit" panose="00000500000000000000" pitchFamily="2" charset="-34"/>
            </a:endParaRPr>
          </a:p>
        </p:txBody>
      </p:sp>
      <p:sp>
        <p:nvSpPr>
          <p:cNvPr id="8" name="arrow-0">
            <a:extLst>
              <a:ext uri="{FF2B5EF4-FFF2-40B4-BE49-F238E27FC236}">
                <a16:creationId xmlns:a16="http://schemas.microsoft.com/office/drawing/2014/main" id="{4E530C91-DDF2-4C1D-BE2A-7D0D7C4B72BD}"/>
              </a:ext>
            </a:extLst>
          </p:cNvPr>
          <p:cNvSpPr>
            <a:spLocks noGrp="1"/>
          </p:cNvSpPr>
          <p:nvPr/>
        </p:nvSpPr>
        <p:spPr>
          <a:xfrm>
            <a:off x="2554605" y="2847975"/>
            <a:ext cx="247650" cy="323850"/>
          </a:xfrm>
          <a:prstGeom prst="roundRect">
            <a:avLst>
              <a:gd name="adj" fmla="val 50000"/>
            </a:avLst>
          </a:prstGeom>
          <a:solidFill>
            <a:srgbClr val="D6E6E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9" name="arrow-t-0">
            <a:extLst>
              <a:ext uri="{FF2B5EF4-FFF2-40B4-BE49-F238E27FC236}">
                <a16:creationId xmlns:a16="http://schemas.microsoft.com/office/drawing/2014/main" id="{8642DF88-EBF6-48B8-B066-377548C2EB71}"/>
              </a:ext>
            </a:extLst>
          </p:cNvPr>
          <p:cNvSpPr>
            <a:spLocks noGrp="1"/>
          </p:cNvSpPr>
          <p:nvPr/>
        </p:nvSpPr>
        <p:spPr>
          <a:xfrm>
            <a:off x="2554605" y="2828925"/>
            <a:ext cx="247650" cy="285750"/>
          </a:xfrm>
          <a:prstGeom prst="rect">
            <a:avLst/>
          </a:prstGeom>
          <a:noFill/>
          <a:ln w="0">
            <a:noFill/>
            <a:prstDash val="solid"/>
          </a:ln>
        </p:spPr>
        <p:txBody>
          <a:bodyPr anchor="ctr"/>
          <a:lstStyle/>
          <a:p>
            <a:pPr algn="ctr">
              <a:defRPr sz="2100" b="1">
                <a:solidFill>
                  <a:srgbClr val="0A8F62"/>
                </a:solidFill>
              </a:defRPr>
            </a:pPr>
            <a:r>
              <a:rPr sz="2100" b="1">
                <a:solidFill>
                  <a:srgbClr val="0A8F62"/>
                </a:solidFill>
                <a:latin typeface="Kanit" panose="00000500000000000000" pitchFamily="2" charset="-34"/>
                <a:cs typeface="Kanit" panose="00000500000000000000" pitchFamily="2" charset="-34"/>
              </a:rPr>
              <a:t>›</a:t>
            </a:r>
          </a:p>
        </p:txBody>
      </p:sp>
      <p:sp>
        <p:nvSpPr>
          <p:cNvPr id="10" name="arrow-1">
            <a:extLst>
              <a:ext uri="{FF2B5EF4-FFF2-40B4-BE49-F238E27FC236}">
                <a16:creationId xmlns:a16="http://schemas.microsoft.com/office/drawing/2014/main" id="{52540956-258C-4905-8B9C-06928BA4F71F}"/>
              </a:ext>
            </a:extLst>
          </p:cNvPr>
          <p:cNvSpPr>
            <a:spLocks noGrp="1"/>
          </p:cNvSpPr>
          <p:nvPr/>
        </p:nvSpPr>
        <p:spPr>
          <a:xfrm>
            <a:off x="4852035" y="2847975"/>
            <a:ext cx="247650" cy="323850"/>
          </a:xfrm>
          <a:prstGeom prst="roundRect">
            <a:avLst>
              <a:gd name="adj" fmla="val 50000"/>
            </a:avLst>
          </a:prstGeom>
          <a:solidFill>
            <a:srgbClr val="D6E6E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1" name="arrow-t-1">
            <a:extLst>
              <a:ext uri="{FF2B5EF4-FFF2-40B4-BE49-F238E27FC236}">
                <a16:creationId xmlns:a16="http://schemas.microsoft.com/office/drawing/2014/main" id="{A742C41E-2F88-43D0-970E-1C9C72D46E61}"/>
              </a:ext>
            </a:extLst>
          </p:cNvPr>
          <p:cNvSpPr>
            <a:spLocks noGrp="1"/>
          </p:cNvSpPr>
          <p:nvPr/>
        </p:nvSpPr>
        <p:spPr>
          <a:xfrm>
            <a:off x="4852035" y="2828925"/>
            <a:ext cx="247650" cy="285750"/>
          </a:xfrm>
          <a:prstGeom prst="rect">
            <a:avLst/>
          </a:prstGeom>
          <a:noFill/>
          <a:ln w="0">
            <a:noFill/>
            <a:prstDash val="solid"/>
          </a:ln>
        </p:spPr>
        <p:txBody>
          <a:bodyPr anchor="ctr"/>
          <a:lstStyle/>
          <a:p>
            <a:pPr algn="ctr">
              <a:defRPr sz="2100" b="1">
                <a:solidFill>
                  <a:srgbClr val="0A8F62"/>
                </a:solidFill>
              </a:defRPr>
            </a:pPr>
            <a:r>
              <a:rPr sz="2100" b="1">
                <a:solidFill>
                  <a:srgbClr val="0A8F62"/>
                </a:solidFill>
                <a:latin typeface="Kanit" panose="00000500000000000000" pitchFamily="2" charset="-34"/>
                <a:cs typeface="Kanit" panose="00000500000000000000" pitchFamily="2" charset="-34"/>
              </a:rPr>
              <a:t>›</a:t>
            </a:r>
          </a:p>
        </p:txBody>
      </p:sp>
      <p:sp>
        <p:nvSpPr>
          <p:cNvPr id="12" name="arrow-2">
            <a:extLst>
              <a:ext uri="{FF2B5EF4-FFF2-40B4-BE49-F238E27FC236}">
                <a16:creationId xmlns:a16="http://schemas.microsoft.com/office/drawing/2014/main" id="{5818C2B5-967D-42F4-95DE-82359D6B0329}"/>
              </a:ext>
            </a:extLst>
          </p:cNvPr>
          <p:cNvSpPr>
            <a:spLocks noGrp="1"/>
          </p:cNvSpPr>
          <p:nvPr/>
        </p:nvSpPr>
        <p:spPr>
          <a:xfrm>
            <a:off x="7149465" y="2847975"/>
            <a:ext cx="247650" cy="323850"/>
          </a:xfrm>
          <a:prstGeom prst="roundRect">
            <a:avLst>
              <a:gd name="adj" fmla="val 50000"/>
            </a:avLst>
          </a:prstGeom>
          <a:solidFill>
            <a:srgbClr val="D6E6E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3" name="arrow-t-2">
            <a:extLst>
              <a:ext uri="{FF2B5EF4-FFF2-40B4-BE49-F238E27FC236}">
                <a16:creationId xmlns:a16="http://schemas.microsoft.com/office/drawing/2014/main" id="{CD40DDF5-89AA-434F-A93D-40A9A9D23853}"/>
              </a:ext>
            </a:extLst>
          </p:cNvPr>
          <p:cNvSpPr>
            <a:spLocks noGrp="1"/>
          </p:cNvSpPr>
          <p:nvPr/>
        </p:nvSpPr>
        <p:spPr>
          <a:xfrm>
            <a:off x="7149465" y="2828925"/>
            <a:ext cx="247650" cy="285750"/>
          </a:xfrm>
          <a:prstGeom prst="rect">
            <a:avLst/>
          </a:prstGeom>
          <a:noFill/>
          <a:ln w="0">
            <a:noFill/>
            <a:prstDash val="solid"/>
          </a:ln>
        </p:spPr>
        <p:txBody>
          <a:bodyPr anchor="ctr"/>
          <a:lstStyle/>
          <a:p>
            <a:pPr algn="ctr">
              <a:defRPr sz="2100" b="1">
                <a:solidFill>
                  <a:srgbClr val="0A8F62"/>
                </a:solidFill>
              </a:defRPr>
            </a:pPr>
            <a:r>
              <a:rPr sz="2100" b="1">
                <a:solidFill>
                  <a:srgbClr val="0A8F62"/>
                </a:solidFill>
                <a:latin typeface="Kanit" panose="00000500000000000000" pitchFamily="2" charset="-34"/>
                <a:cs typeface="Kanit" panose="00000500000000000000" pitchFamily="2" charset="-34"/>
              </a:rPr>
              <a:t>›</a:t>
            </a:r>
          </a:p>
        </p:txBody>
      </p:sp>
      <p:sp>
        <p:nvSpPr>
          <p:cNvPr id="14" name="arrow-3">
            <a:extLst>
              <a:ext uri="{FF2B5EF4-FFF2-40B4-BE49-F238E27FC236}">
                <a16:creationId xmlns:a16="http://schemas.microsoft.com/office/drawing/2014/main" id="{ACF1DB3F-C44D-4FB5-ABAB-F750254E9038}"/>
              </a:ext>
            </a:extLst>
          </p:cNvPr>
          <p:cNvSpPr>
            <a:spLocks noGrp="1"/>
          </p:cNvSpPr>
          <p:nvPr/>
        </p:nvSpPr>
        <p:spPr>
          <a:xfrm>
            <a:off x="9446895" y="2847975"/>
            <a:ext cx="247650" cy="323850"/>
          </a:xfrm>
          <a:prstGeom prst="roundRect">
            <a:avLst>
              <a:gd name="adj" fmla="val 50000"/>
            </a:avLst>
          </a:prstGeom>
          <a:solidFill>
            <a:srgbClr val="D6E6E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5" name="arrow-t-3">
            <a:extLst>
              <a:ext uri="{FF2B5EF4-FFF2-40B4-BE49-F238E27FC236}">
                <a16:creationId xmlns:a16="http://schemas.microsoft.com/office/drawing/2014/main" id="{B18169B2-572F-4A4C-B7A7-4E516798549C}"/>
              </a:ext>
            </a:extLst>
          </p:cNvPr>
          <p:cNvSpPr>
            <a:spLocks noGrp="1"/>
          </p:cNvSpPr>
          <p:nvPr/>
        </p:nvSpPr>
        <p:spPr>
          <a:xfrm>
            <a:off x="9446895" y="2828925"/>
            <a:ext cx="247650" cy="285750"/>
          </a:xfrm>
          <a:prstGeom prst="rect">
            <a:avLst/>
          </a:prstGeom>
          <a:noFill/>
          <a:ln w="0">
            <a:noFill/>
            <a:prstDash val="solid"/>
          </a:ln>
        </p:spPr>
        <p:txBody>
          <a:bodyPr anchor="ctr"/>
          <a:lstStyle/>
          <a:p>
            <a:pPr algn="ctr">
              <a:defRPr sz="2100" b="1">
                <a:solidFill>
                  <a:srgbClr val="0A8F62"/>
                </a:solidFill>
              </a:defRPr>
            </a:pPr>
            <a:r>
              <a:rPr sz="2100" b="1">
                <a:solidFill>
                  <a:srgbClr val="0A8F62"/>
                </a:solidFill>
                <a:latin typeface="Kanit" panose="00000500000000000000" pitchFamily="2" charset="-34"/>
                <a:cs typeface="Kanit" panose="00000500000000000000" pitchFamily="2" charset="-34"/>
              </a:rPr>
              <a:t>›</a:t>
            </a:r>
          </a:p>
        </p:txBody>
      </p:sp>
      <p:sp>
        <p:nvSpPr>
          <p:cNvPr id="16" name="step-0">
            <a:extLst>
              <a:ext uri="{FF2B5EF4-FFF2-40B4-BE49-F238E27FC236}">
                <a16:creationId xmlns:a16="http://schemas.microsoft.com/office/drawing/2014/main" id="{01C121EB-7353-4E9F-9BEB-6E2F50D166D9}"/>
              </a:ext>
            </a:extLst>
          </p:cNvPr>
          <p:cNvSpPr>
            <a:spLocks noGrp="1"/>
          </p:cNvSpPr>
          <p:nvPr/>
        </p:nvSpPr>
        <p:spPr>
          <a:xfrm>
            <a:off x="514350" y="1809750"/>
            <a:ext cx="1973580" cy="2400300"/>
          </a:xfrm>
          <a:prstGeom prst="roundRect">
            <a:avLst>
              <a:gd name="adj" fmla="val 5792"/>
            </a:avLst>
          </a:prstGeom>
          <a:solidFill>
            <a:srgbClr val="FFFFFF"/>
          </a:solidFill>
          <a:ln w="9525">
            <a:solidFill>
              <a:srgbClr val="D5E4DF"/>
            </a:solidFill>
            <a:prstDash val="solid"/>
          </a:ln>
        </p:spPr>
        <p:txBody>
          <a:bodyPr/>
          <a:lstStyle/>
          <a:p>
            <a:endParaRPr lang="en-US">
              <a:latin typeface="Kanit" panose="00000500000000000000" pitchFamily="2" charset="-34"/>
              <a:cs typeface="Kanit" panose="00000500000000000000" pitchFamily="2" charset="-34"/>
            </a:endParaRPr>
          </a:p>
        </p:txBody>
      </p:sp>
      <p:sp>
        <p:nvSpPr>
          <p:cNvPr id="17" name="step-num-bg-0">
            <a:extLst>
              <a:ext uri="{FF2B5EF4-FFF2-40B4-BE49-F238E27FC236}">
                <a16:creationId xmlns:a16="http://schemas.microsoft.com/office/drawing/2014/main" id="{F50A3E2C-5E86-4234-B5BD-FE9643683CF1}"/>
              </a:ext>
            </a:extLst>
          </p:cNvPr>
          <p:cNvSpPr>
            <a:spLocks noGrp="1"/>
          </p:cNvSpPr>
          <p:nvPr/>
        </p:nvSpPr>
        <p:spPr>
          <a:xfrm>
            <a:off x="666750" y="1962150"/>
            <a:ext cx="323850" cy="323850"/>
          </a:xfrm>
          <a:prstGeom prst="roundRect">
            <a:avLst>
              <a:gd name="adj" fmla="val 50000"/>
            </a:avLst>
          </a:prstGeom>
          <a:solidFill>
            <a:srgbClr val="E0F2E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8" name="step-num-0">
            <a:extLst>
              <a:ext uri="{FF2B5EF4-FFF2-40B4-BE49-F238E27FC236}">
                <a16:creationId xmlns:a16="http://schemas.microsoft.com/office/drawing/2014/main" id="{DC2D7E76-1FCB-4253-8C9B-A441D8BB63E0}"/>
              </a:ext>
            </a:extLst>
          </p:cNvPr>
          <p:cNvSpPr>
            <a:spLocks noGrp="1"/>
          </p:cNvSpPr>
          <p:nvPr/>
        </p:nvSpPr>
        <p:spPr>
          <a:xfrm>
            <a:off x="666750" y="2019300"/>
            <a:ext cx="323850" cy="190500"/>
          </a:xfrm>
          <a:prstGeom prst="rect">
            <a:avLst/>
          </a:prstGeom>
          <a:noFill/>
          <a:ln w="0">
            <a:noFill/>
            <a:prstDash val="solid"/>
          </a:ln>
        </p:spPr>
        <p:txBody>
          <a:bodyPr anchor="ctr"/>
          <a:lstStyle/>
          <a:p>
            <a:pPr algn="ctr">
              <a:defRPr sz="1050" b="1">
                <a:solidFill>
                  <a:srgbClr val="0A8F62"/>
                </a:solidFill>
              </a:defRPr>
            </a:pPr>
            <a:r>
              <a:rPr sz="1050" b="1">
                <a:solidFill>
                  <a:srgbClr val="0A8F62"/>
                </a:solidFill>
                <a:latin typeface="Kanit" panose="00000500000000000000" pitchFamily="2" charset="-34"/>
                <a:cs typeface="Kanit" panose="00000500000000000000" pitchFamily="2" charset="-34"/>
              </a:rPr>
              <a:t>1</a:t>
            </a:r>
          </a:p>
        </p:txBody>
      </p:sp>
      <p:sp>
        <p:nvSpPr>
          <p:cNvPr id="19" name="step-head-0">
            <a:extLst>
              <a:ext uri="{FF2B5EF4-FFF2-40B4-BE49-F238E27FC236}">
                <a16:creationId xmlns:a16="http://schemas.microsoft.com/office/drawing/2014/main" id="{D08F8ACF-5940-4E37-8D49-742D59C24612}"/>
              </a:ext>
            </a:extLst>
          </p:cNvPr>
          <p:cNvSpPr>
            <a:spLocks noGrp="1"/>
          </p:cNvSpPr>
          <p:nvPr/>
        </p:nvSpPr>
        <p:spPr>
          <a:xfrm>
            <a:off x="666749" y="2400300"/>
            <a:ext cx="1735455" cy="438150"/>
          </a:xfrm>
          <a:prstGeom prst="rect">
            <a:avLst/>
          </a:prstGeom>
          <a:noFill/>
          <a:ln w="0">
            <a:noFill/>
            <a:prstDash val="solid"/>
          </a:ln>
        </p:spPr>
        <p:txBody>
          <a:bodyPr anchor="t"/>
          <a:lstStyle/>
          <a:p>
            <a:pPr algn="l">
              <a:defRPr sz="1425" b="1">
                <a:solidFill>
                  <a:srgbClr val="173F38"/>
                </a:solidFill>
              </a:defRPr>
            </a:pPr>
            <a:r>
              <a:rPr sz="1425" b="1" dirty="0">
                <a:solidFill>
                  <a:srgbClr val="173F38"/>
                </a:solidFill>
                <a:latin typeface="Kanit" panose="00000500000000000000" pitchFamily="2" charset="-34"/>
                <a:cs typeface="Kanit" panose="00000500000000000000" pitchFamily="2" charset="-34"/>
              </a:rPr>
              <a:t>AR </a:t>
            </a:r>
            <a:r>
              <a:rPr sz="1425" b="1" dirty="0" err="1">
                <a:solidFill>
                  <a:srgbClr val="173F38"/>
                </a:solidFill>
                <a:latin typeface="Kanit" panose="00000500000000000000" pitchFamily="2" charset="-34"/>
                <a:cs typeface="Kanit" panose="00000500000000000000" pitchFamily="2" charset="-34"/>
              </a:rPr>
              <a:t>บริษัท</a:t>
            </a:r>
            <a:r>
              <a:rPr sz="1425" b="1" dirty="0">
                <a:solidFill>
                  <a:srgbClr val="173F38"/>
                </a:solidFill>
                <a:latin typeface="Kanit" panose="00000500000000000000" pitchFamily="2" charset="-34"/>
                <a:cs typeface="Kanit" panose="00000500000000000000" pitchFamily="2" charset="-34"/>
              </a:rPr>
              <a:t> A </a:t>
            </a:r>
            <a:r>
              <a:rPr sz="1425" b="1" dirty="0" err="1">
                <a:solidFill>
                  <a:srgbClr val="173F38"/>
                </a:solidFill>
                <a:latin typeface="Kanit" panose="00000500000000000000" pitchFamily="2" charset="-34"/>
                <a:cs typeface="Kanit" panose="00000500000000000000" pitchFamily="2" charset="-34"/>
              </a:rPr>
              <a:t>เปิดบิล</a:t>
            </a:r>
            <a:endParaRPr sz="1425" b="1" dirty="0">
              <a:solidFill>
                <a:srgbClr val="173F38"/>
              </a:solidFill>
              <a:latin typeface="Kanit" panose="00000500000000000000" pitchFamily="2" charset="-34"/>
              <a:cs typeface="Kanit" panose="00000500000000000000" pitchFamily="2" charset="-34"/>
            </a:endParaRPr>
          </a:p>
        </p:txBody>
      </p:sp>
      <p:sp>
        <p:nvSpPr>
          <p:cNvPr id="20" name="step-body-0">
            <a:extLst>
              <a:ext uri="{FF2B5EF4-FFF2-40B4-BE49-F238E27FC236}">
                <a16:creationId xmlns:a16="http://schemas.microsoft.com/office/drawing/2014/main" id="{BB836694-35A4-4F03-B46A-D7CDF6C49760}"/>
              </a:ext>
            </a:extLst>
          </p:cNvPr>
          <p:cNvSpPr>
            <a:spLocks noGrp="1"/>
          </p:cNvSpPr>
          <p:nvPr/>
        </p:nvSpPr>
        <p:spPr>
          <a:xfrm>
            <a:off x="666750" y="2876550"/>
            <a:ext cx="1668780" cy="1181100"/>
          </a:xfrm>
          <a:prstGeom prst="rect">
            <a:avLst/>
          </a:prstGeom>
          <a:noFill/>
          <a:ln w="0">
            <a:noFill/>
            <a:prstDash val="solid"/>
          </a:ln>
        </p:spPr>
        <p:txBody>
          <a:bodyPr anchor="t"/>
          <a:lstStyle/>
          <a:p>
            <a:pPr algn="l">
              <a:defRPr sz="1125" b="0">
                <a:solidFill>
                  <a:srgbClr val="526863"/>
                </a:solidFill>
              </a:defRPr>
            </a:pPr>
            <a:r>
              <a:rPr sz="1125" b="0">
                <a:solidFill>
                  <a:srgbClr val="526863"/>
                </a:solidFill>
                <a:latin typeface="Kanit" panose="00000500000000000000" pitchFamily="2" charset="-34"/>
                <a:cs typeface="Kanit" panose="00000500000000000000" pitchFamily="2" charset="-34"/>
              </a:rPr>
              <a:t>User สร้างรายการเรียกเก็บและระบุบริษัทคู่ค้าในเครือ</a:t>
            </a:r>
          </a:p>
        </p:txBody>
      </p:sp>
      <p:sp>
        <p:nvSpPr>
          <p:cNvPr id="21" name="tag-bg-0">
            <a:extLst>
              <a:ext uri="{FF2B5EF4-FFF2-40B4-BE49-F238E27FC236}">
                <a16:creationId xmlns:a16="http://schemas.microsoft.com/office/drawing/2014/main" id="{B23B199E-F2AE-4017-ACA1-49B482FE2A86}"/>
              </a:ext>
            </a:extLst>
          </p:cNvPr>
          <p:cNvSpPr>
            <a:spLocks noGrp="1"/>
          </p:cNvSpPr>
          <p:nvPr/>
        </p:nvSpPr>
        <p:spPr>
          <a:xfrm>
            <a:off x="666750" y="3838575"/>
            <a:ext cx="1668780" cy="228600"/>
          </a:xfrm>
          <a:prstGeom prst="roundRect">
            <a:avLst>
              <a:gd name="adj" fmla="val 50000"/>
            </a:avLst>
          </a:prstGeom>
          <a:solidFill>
            <a:srgbClr val="E3F3EC"/>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2" name="tag-0">
            <a:extLst>
              <a:ext uri="{FF2B5EF4-FFF2-40B4-BE49-F238E27FC236}">
                <a16:creationId xmlns:a16="http://schemas.microsoft.com/office/drawing/2014/main" id="{C14AAFC9-24EE-48CE-BD7E-081B3D1DE7EB}"/>
              </a:ext>
            </a:extLst>
          </p:cNvPr>
          <p:cNvSpPr>
            <a:spLocks noGrp="1"/>
          </p:cNvSpPr>
          <p:nvPr/>
        </p:nvSpPr>
        <p:spPr>
          <a:xfrm>
            <a:off x="666750" y="3876675"/>
            <a:ext cx="1668780" cy="161925"/>
          </a:xfrm>
          <a:prstGeom prst="rect">
            <a:avLst/>
          </a:prstGeom>
          <a:noFill/>
          <a:ln w="0">
            <a:noFill/>
            <a:prstDash val="solid"/>
          </a:ln>
        </p:spPr>
        <p:txBody>
          <a:bodyPr anchor="ctr"/>
          <a:lstStyle/>
          <a:p>
            <a:pPr algn="ctr">
              <a:defRPr sz="900" b="1">
                <a:solidFill>
                  <a:srgbClr val="087650"/>
                </a:solidFill>
              </a:defRPr>
            </a:pPr>
            <a:r>
              <a:rPr sz="900" b="1">
                <a:solidFill>
                  <a:srgbClr val="087650"/>
                </a:solidFill>
                <a:latin typeface="Kanit" panose="00000500000000000000" pitchFamily="2" charset="-34"/>
                <a:cs typeface="Kanit" panose="00000500000000000000" pitchFamily="2" charset="-34"/>
              </a:rPr>
              <a:t>ERP / AR</a:t>
            </a:r>
          </a:p>
        </p:txBody>
      </p:sp>
      <p:sp>
        <p:nvSpPr>
          <p:cNvPr id="23" name="step-1">
            <a:extLst>
              <a:ext uri="{FF2B5EF4-FFF2-40B4-BE49-F238E27FC236}">
                <a16:creationId xmlns:a16="http://schemas.microsoft.com/office/drawing/2014/main" id="{1F1BBB20-E5B0-45F8-8318-5F389157B938}"/>
              </a:ext>
            </a:extLst>
          </p:cNvPr>
          <p:cNvSpPr>
            <a:spLocks noGrp="1"/>
          </p:cNvSpPr>
          <p:nvPr/>
        </p:nvSpPr>
        <p:spPr>
          <a:xfrm>
            <a:off x="2811780" y="1809750"/>
            <a:ext cx="1973580" cy="2400300"/>
          </a:xfrm>
          <a:prstGeom prst="roundRect">
            <a:avLst>
              <a:gd name="adj" fmla="val 5792"/>
            </a:avLst>
          </a:prstGeom>
          <a:solidFill>
            <a:srgbClr val="FFFFFF"/>
          </a:solidFill>
          <a:ln w="9525">
            <a:solidFill>
              <a:srgbClr val="D5E4DF"/>
            </a:solidFill>
            <a:prstDash val="solid"/>
          </a:ln>
        </p:spPr>
        <p:txBody>
          <a:bodyPr/>
          <a:lstStyle/>
          <a:p>
            <a:endParaRPr lang="en-US">
              <a:latin typeface="Kanit" panose="00000500000000000000" pitchFamily="2" charset="-34"/>
              <a:cs typeface="Kanit" panose="00000500000000000000" pitchFamily="2" charset="-34"/>
            </a:endParaRPr>
          </a:p>
        </p:txBody>
      </p:sp>
      <p:sp>
        <p:nvSpPr>
          <p:cNvPr id="24" name="step-num-bg-1">
            <a:extLst>
              <a:ext uri="{FF2B5EF4-FFF2-40B4-BE49-F238E27FC236}">
                <a16:creationId xmlns:a16="http://schemas.microsoft.com/office/drawing/2014/main" id="{543EE026-EDF0-4CBD-84D8-0B1C9F1D28F6}"/>
              </a:ext>
            </a:extLst>
          </p:cNvPr>
          <p:cNvSpPr>
            <a:spLocks noGrp="1"/>
          </p:cNvSpPr>
          <p:nvPr/>
        </p:nvSpPr>
        <p:spPr>
          <a:xfrm>
            <a:off x="2964180" y="1962150"/>
            <a:ext cx="323850" cy="323850"/>
          </a:xfrm>
          <a:prstGeom prst="roundRect">
            <a:avLst>
              <a:gd name="adj" fmla="val 50000"/>
            </a:avLst>
          </a:prstGeom>
          <a:solidFill>
            <a:srgbClr val="E0F2E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5" name="step-num-1">
            <a:extLst>
              <a:ext uri="{FF2B5EF4-FFF2-40B4-BE49-F238E27FC236}">
                <a16:creationId xmlns:a16="http://schemas.microsoft.com/office/drawing/2014/main" id="{57215F6B-39F2-46A5-88DF-9F22C3BC51B8}"/>
              </a:ext>
            </a:extLst>
          </p:cNvPr>
          <p:cNvSpPr>
            <a:spLocks noGrp="1"/>
          </p:cNvSpPr>
          <p:nvPr/>
        </p:nvSpPr>
        <p:spPr>
          <a:xfrm>
            <a:off x="2964180" y="2019300"/>
            <a:ext cx="323850" cy="190500"/>
          </a:xfrm>
          <a:prstGeom prst="rect">
            <a:avLst/>
          </a:prstGeom>
          <a:noFill/>
          <a:ln w="0">
            <a:noFill/>
            <a:prstDash val="solid"/>
          </a:ln>
        </p:spPr>
        <p:txBody>
          <a:bodyPr anchor="ctr"/>
          <a:lstStyle/>
          <a:p>
            <a:pPr algn="ctr">
              <a:defRPr sz="1050" b="1">
                <a:solidFill>
                  <a:srgbClr val="0A8F62"/>
                </a:solidFill>
              </a:defRPr>
            </a:pPr>
            <a:r>
              <a:rPr sz="1050" b="1">
                <a:solidFill>
                  <a:srgbClr val="0A8F62"/>
                </a:solidFill>
                <a:latin typeface="Kanit" panose="00000500000000000000" pitchFamily="2" charset="-34"/>
                <a:cs typeface="Kanit" panose="00000500000000000000" pitchFamily="2" charset="-34"/>
              </a:rPr>
              <a:t>2</a:t>
            </a:r>
          </a:p>
        </p:txBody>
      </p:sp>
      <p:sp>
        <p:nvSpPr>
          <p:cNvPr id="26" name="step-head-1">
            <a:extLst>
              <a:ext uri="{FF2B5EF4-FFF2-40B4-BE49-F238E27FC236}">
                <a16:creationId xmlns:a16="http://schemas.microsoft.com/office/drawing/2014/main" id="{E84D6AF5-5C02-4FF7-9C0C-7B56B0E2C970}"/>
              </a:ext>
            </a:extLst>
          </p:cNvPr>
          <p:cNvSpPr>
            <a:spLocks noGrp="1"/>
          </p:cNvSpPr>
          <p:nvPr/>
        </p:nvSpPr>
        <p:spPr>
          <a:xfrm>
            <a:off x="2964180" y="2400300"/>
            <a:ext cx="1668780" cy="438150"/>
          </a:xfrm>
          <a:prstGeom prst="rect">
            <a:avLst/>
          </a:prstGeom>
          <a:noFill/>
          <a:ln w="0">
            <a:noFill/>
            <a:prstDash val="solid"/>
          </a:ln>
        </p:spPr>
        <p:txBody>
          <a:bodyPr anchor="t"/>
          <a:lstStyle/>
          <a:p>
            <a:pPr algn="l">
              <a:defRPr sz="1425" b="1">
                <a:solidFill>
                  <a:srgbClr val="173F38"/>
                </a:solidFill>
              </a:defRPr>
            </a:pPr>
            <a:r>
              <a:rPr sz="1425" b="1" dirty="0" err="1">
                <a:solidFill>
                  <a:srgbClr val="173F38"/>
                </a:solidFill>
                <a:latin typeface="Kanit" panose="00000500000000000000" pitchFamily="2" charset="-34"/>
                <a:cs typeface="Kanit" panose="00000500000000000000" pitchFamily="2" charset="-34"/>
              </a:rPr>
              <a:t>ส่งข้อมูลระหว่างบริษัท</a:t>
            </a:r>
            <a:endParaRPr sz="1425" b="1" dirty="0">
              <a:solidFill>
                <a:srgbClr val="173F38"/>
              </a:solidFill>
              <a:latin typeface="Kanit" panose="00000500000000000000" pitchFamily="2" charset="-34"/>
              <a:cs typeface="Kanit" panose="00000500000000000000" pitchFamily="2" charset="-34"/>
            </a:endParaRPr>
          </a:p>
        </p:txBody>
      </p:sp>
      <p:sp>
        <p:nvSpPr>
          <p:cNvPr id="27" name="step-body-1">
            <a:extLst>
              <a:ext uri="{FF2B5EF4-FFF2-40B4-BE49-F238E27FC236}">
                <a16:creationId xmlns:a16="http://schemas.microsoft.com/office/drawing/2014/main" id="{40587128-2D53-4E38-B59D-6E482A8890A3}"/>
              </a:ext>
            </a:extLst>
          </p:cNvPr>
          <p:cNvSpPr>
            <a:spLocks noGrp="1"/>
          </p:cNvSpPr>
          <p:nvPr/>
        </p:nvSpPr>
        <p:spPr>
          <a:xfrm>
            <a:off x="2964180" y="2876550"/>
            <a:ext cx="1668780" cy="1181100"/>
          </a:xfrm>
          <a:prstGeom prst="rect">
            <a:avLst/>
          </a:prstGeom>
          <a:noFill/>
          <a:ln w="0">
            <a:noFill/>
            <a:prstDash val="solid"/>
          </a:ln>
        </p:spPr>
        <p:txBody>
          <a:bodyPr anchor="t"/>
          <a:lstStyle/>
          <a:p>
            <a:pPr algn="l">
              <a:defRPr sz="1125" b="0">
                <a:solidFill>
                  <a:srgbClr val="526863"/>
                </a:solidFill>
              </a:defRPr>
            </a:pPr>
            <a:r>
              <a:rPr sz="1125" b="0" dirty="0" err="1">
                <a:solidFill>
                  <a:srgbClr val="526863"/>
                </a:solidFill>
                <a:latin typeface="Kanit" panose="00000500000000000000" pitchFamily="2" charset="-34"/>
                <a:cs typeface="Kanit" panose="00000500000000000000" pitchFamily="2" charset="-34"/>
              </a:rPr>
              <a:t>ระบบส่งข้อมูล</a:t>
            </a:r>
            <a:r>
              <a:rPr sz="1125" b="0" dirty="0">
                <a:solidFill>
                  <a:srgbClr val="526863"/>
                </a:solidFill>
                <a:latin typeface="Kanit" panose="00000500000000000000" pitchFamily="2" charset="-34"/>
                <a:cs typeface="Kanit" panose="00000500000000000000" pitchFamily="2" charset="-34"/>
              </a:rPr>
              <a:t> Invoice, Amount, Tax </a:t>
            </a:r>
            <a:r>
              <a:rPr sz="1125" b="0" dirty="0" err="1">
                <a:solidFill>
                  <a:srgbClr val="526863"/>
                </a:solidFill>
                <a:latin typeface="Kanit" panose="00000500000000000000" pitchFamily="2" charset="-34"/>
                <a:cs typeface="Kanit" panose="00000500000000000000" pitchFamily="2" charset="-34"/>
              </a:rPr>
              <a:t>และ</a:t>
            </a:r>
            <a:r>
              <a:rPr sz="1125" b="0" dirty="0">
                <a:solidFill>
                  <a:srgbClr val="526863"/>
                </a:solidFill>
                <a:latin typeface="Kanit" panose="00000500000000000000" pitchFamily="2" charset="-34"/>
                <a:cs typeface="Kanit" panose="00000500000000000000" pitchFamily="2" charset="-34"/>
              </a:rPr>
              <a:t> Reference </a:t>
            </a:r>
            <a:r>
              <a:rPr sz="1125" b="0" dirty="0" err="1">
                <a:solidFill>
                  <a:srgbClr val="526863"/>
                </a:solidFill>
                <a:latin typeface="Kanit" panose="00000500000000000000" pitchFamily="2" charset="-34"/>
                <a:cs typeface="Kanit" panose="00000500000000000000" pitchFamily="2" charset="-34"/>
              </a:rPr>
              <a:t>ไปยังบริษัท</a:t>
            </a:r>
            <a:r>
              <a:rPr sz="1125" b="0" dirty="0">
                <a:solidFill>
                  <a:srgbClr val="526863"/>
                </a:solidFill>
                <a:latin typeface="Kanit" panose="00000500000000000000" pitchFamily="2" charset="-34"/>
                <a:cs typeface="Kanit" panose="00000500000000000000" pitchFamily="2" charset="-34"/>
              </a:rPr>
              <a:t> B</a:t>
            </a:r>
          </a:p>
        </p:txBody>
      </p:sp>
      <p:sp>
        <p:nvSpPr>
          <p:cNvPr id="28" name="tag-bg-1">
            <a:extLst>
              <a:ext uri="{FF2B5EF4-FFF2-40B4-BE49-F238E27FC236}">
                <a16:creationId xmlns:a16="http://schemas.microsoft.com/office/drawing/2014/main" id="{074D29C4-A539-421D-AD91-D50EF5DEB46A}"/>
              </a:ext>
            </a:extLst>
          </p:cNvPr>
          <p:cNvSpPr>
            <a:spLocks noGrp="1"/>
          </p:cNvSpPr>
          <p:nvPr/>
        </p:nvSpPr>
        <p:spPr>
          <a:xfrm>
            <a:off x="2964180" y="3838575"/>
            <a:ext cx="1668780" cy="228600"/>
          </a:xfrm>
          <a:prstGeom prst="roundRect">
            <a:avLst>
              <a:gd name="adj" fmla="val 50000"/>
            </a:avLst>
          </a:prstGeom>
          <a:solidFill>
            <a:srgbClr val="E3F3EC"/>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9" name="tag-1">
            <a:extLst>
              <a:ext uri="{FF2B5EF4-FFF2-40B4-BE49-F238E27FC236}">
                <a16:creationId xmlns:a16="http://schemas.microsoft.com/office/drawing/2014/main" id="{F7C1F21E-6141-4E4F-B317-F82A47ABDE88}"/>
              </a:ext>
            </a:extLst>
          </p:cNvPr>
          <p:cNvSpPr>
            <a:spLocks noGrp="1"/>
          </p:cNvSpPr>
          <p:nvPr/>
        </p:nvSpPr>
        <p:spPr>
          <a:xfrm>
            <a:off x="2964180" y="3876675"/>
            <a:ext cx="1668780" cy="161925"/>
          </a:xfrm>
          <a:prstGeom prst="rect">
            <a:avLst/>
          </a:prstGeom>
          <a:noFill/>
          <a:ln w="0">
            <a:noFill/>
            <a:prstDash val="solid"/>
          </a:ln>
        </p:spPr>
        <p:txBody>
          <a:bodyPr anchor="ctr"/>
          <a:lstStyle/>
          <a:p>
            <a:pPr algn="ctr">
              <a:defRPr sz="900" b="1">
                <a:solidFill>
                  <a:srgbClr val="087650"/>
                </a:solidFill>
              </a:defRPr>
            </a:pPr>
            <a:r>
              <a:rPr sz="900" b="1">
                <a:solidFill>
                  <a:srgbClr val="087650"/>
                </a:solidFill>
                <a:latin typeface="Kanit" panose="00000500000000000000" pitchFamily="2" charset="-34"/>
                <a:cs typeface="Kanit" panose="00000500000000000000" pitchFamily="2" charset="-34"/>
              </a:rPr>
              <a:t>RPA / WORKFLOW</a:t>
            </a:r>
          </a:p>
        </p:txBody>
      </p:sp>
      <p:sp>
        <p:nvSpPr>
          <p:cNvPr id="30" name="step-2">
            <a:extLst>
              <a:ext uri="{FF2B5EF4-FFF2-40B4-BE49-F238E27FC236}">
                <a16:creationId xmlns:a16="http://schemas.microsoft.com/office/drawing/2014/main" id="{FC9011B2-C0C5-49DF-AE87-CA6FCD69D0CC}"/>
              </a:ext>
            </a:extLst>
          </p:cNvPr>
          <p:cNvSpPr>
            <a:spLocks noGrp="1"/>
          </p:cNvSpPr>
          <p:nvPr/>
        </p:nvSpPr>
        <p:spPr>
          <a:xfrm>
            <a:off x="5109210" y="1809750"/>
            <a:ext cx="1973580" cy="2400300"/>
          </a:xfrm>
          <a:prstGeom prst="roundRect">
            <a:avLst>
              <a:gd name="adj" fmla="val 5792"/>
            </a:avLst>
          </a:prstGeom>
          <a:solidFill>
            <a:srgbClr val="FFFFFF"/>
          </a:solidFill>
          <a:ln w="9525">
            <a:solidFill>
              <a:srgbClr val="D5E4DF"/>
            </a:solidFill>
            <a:prstDash val="solid"/>
          </a:ln>
        </p:spPr>
        <p:txBody>
          <a:bodyPr/>
          <a:lstStyle/>
          <a:p>
            <a:endParaRPr lang="en-US">
              <a:latin typeface="Kanit" panose="00000500000000000000" pitchFamily="2" charset="-34"/>
              <a:cs typeface="Kanit" panose="00000500000000000000" pitchFamily="2" charset="-34"/>
            </a:endParaRPr>
          </a:p>
        </p:txBody>
      </p:sp>
      <p:sp>
        <p:nvSpPr>
          <p:cNvPr id="31" name="step-num-bg-2">
            <a:extLst>
              <a:ext uri="{FF2B5EF4-FFF2-40B4-BE49-F238E27FC236}">
                <a16:creationId xmlns:a16="http://schemas.microsoft.com/office/drawing/2014/main" id="{988EA532-C938-4120-B544-CE20FFA28558}"/>
              </a:ext>
            </a:extLst>
          </p:cNvPr>
          <p:cNvSpPr>
            <a:spLocks noGrp="1"/>
          </p:cNvSpPr>
          <p:nvPr/>
        </p:nvSpPr>
        <p:spPr>
          <a:xfrm>
            <a:off x="5261610" y="1962150"/>
            <a:ext cx="323850" cy="323850"/>
          </a:xfrm>
          <a:prstGeom prst="roundRect">
            <a:avLst>
              <a:gd name="adj" fmla="val 50000"/>
            </a:avLst>
          </a:prstGeom>
          <a:solidFill>
            <a:srgbClr val="E0F2E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2" name="step-num-2">
            <a:extLst>
              <a:ext uri="{FF2B5EF4-FFF2-40B4-BE49-F238E27FC236}">
                <a16:creationId xmlns:a16="http://schemas.microsoft.com/office/drawing/2014/main" id="{1F52AF33-528E-4D8D-A6AF-1DC3962A50DF}"/>
              </a:ext>
            </a:extLst>
          </p:cNvPr>
          <p:cNvSpPr>
            <a:spLocks noGrp="1"/>
          </p:cNvSpPr>
          <p:nvPr/>
        </p:nvSpPr>
        <p:spPr>
          <a:xfrm>
            <a:off x="5261610" y="2019300"/>
            <a:ext cx="323850" cy="190500"/>
          </a:xfrm>
          <a:prstGeom prst="rect">
            <a:avLst/>
          </a:prstGeom>
          <a:noFill/>
          <a:ln w="0">
            <a:noFill/>
            <a:prstDash val="solid"/>
          </a:ln>
        </p:spPr>
        <p:txBody>
          <a:bodyPr anchor="ctr"/>
          <a:lstStyle/>
          <a:p>
            <a:pPr algn="ctr">
              <a:defRPr sz="1050" b="1">
                <a:solidFill>
                  <a:srgbClr val="0A8F62"/>
                </a:solidFill>
              </a:defRPr>
            </a:pPr>
            <a:r>
              <a:rPr sz="1050" b="1">
                <a:solidFill>
                  <a:srgbClr val="0A8F62"/>
                </a:solidFill>
                <a:latin typeface="Kanit" panose="00000500000000000000" pitchFamily="2" charset="-34"/>
                <a:cs typeface="Kanit" panose="00000500000000000000" pitchFamily="2" charset="-34"/>
              </a:rPr>
              <a:t>3</a:t>
            </a:r>
          </a:p>
        </p:txBody>
      </p:sp>
      <p:sp>
        <p:nvSpPr>
          <p:cNvPr id="33" name="step-head-2">
            <a:extLst>
              <a:ext uri="{FF2B5EF4-FFF2-40B4-BE49-F238E27FC236}">
                <a16:creationId xmlns:a16="http://schemas.microsoft.com/office/drawing/2014/main" id="{9BDD712E-59F4-4D5B-AAE3-B819EB627251}"/>
              </a:ext>
            </a:extLst>
          </p:cNvPr>
          <p:cNvSpPr>
            <a:spLocks noGrp="1"/>
          </p:cNvSpPr>
          <p:nvPr/>
        </p:nvSpPr>
        <p:spPr>
          <a:xfrm>
            <a:off x="5261610" y="2400300"/>
            <a:ext cx="1668780" cy="438150"/>
          </a:xfrm>
          <a:prstGeom prst="rect">
            <a:avLst/>
          </a:prstGeom>
          <a:noFill/>
          <a:ln w="0">
            <a:noFill/>
            <a:prstDash val="solid"/>
          </a:ln>
        </p:spPr>
        <p:txBody>
          <a:bodyPr anchor="t"/>
          <a:lstStyle/>
          <a:p>
            <a:pPr algn="l">
              <a:defRPr sz="1425" b="1">
                <a:solidFill>
                  <a:srgbClr val="173F38"/>
                </a:solidFill>
              </a:defRPr>
            </a:pPr>
            <a:r>
              <a:rPr sz="1425" b="1">
                <a:solidFill>
                  <a:srgbClr val="173F38"/>
                </a:solidFill>
                <a:latin typeface="Kanit" panose="00000500000000000000" pitchFamily="2" charset="-34"/>
                <a:cs typeface="Kanit" panose="00000500000000000000" pitchFamily="2" charset="-34"/>
              </a:rPr>
              <a:t>จับคู่ Item</a:t>
            </a:r>
          </a:p>
        </p:txBody>
      </p:sp>
      <p:sp>
        <p:nvSpPr>
          <p:cNvPr id="34" name="step-body-2">
            <a:extLst>
              <a:ext uri="{FF2B5EF4-FFF2-40B4-BE49-F238E27FC236}">
                <a16:creationId xmlns:a16="http://schemas.microsoft.com/office/drawing/2014/main" id="{0E9F4CFE-300E-44FA-AFDB-B12382C52504}"/>
              </a:ext>
            </a:extLst>
          </p:cNvPr>
          <p:cNvSpPr>
            <a:spLocks noGrp="1"/>
          </p:cNvSpPr>
          <p:nvPr/>
        </p:nvSpPr>
        <p:spPr>
          <a:xfrm>
            <a:off x="5261610" y="2876550"/>
            <a:ext cx="1668780" cy="1181100"/>
          </a:xfrm>
          <a:prstGeom prst="rect">
            <a:avLst/>
          </a:prstGeom>
          <a:noFill/>
          <a:ln w="0">
            <a:noFill/>
            <a:prstDash val="solid"/>
          </a:ln>
        </p:spPr>
        <p:txBody>
          <a:bodyPr anchor="t"/>
          <a:lstStyle/>
          <a:p>
            <a:pPr algn="l">
              <a:defRPr sz="1125" b="0">
                <a:solidFill>
                  <a:srgbClr val="526863"/>
                </a:solidFill>
              </a:defRPr>
            </a:pPr>
            <a:r>
              <a:rPr sz="1125" b="0">
                <a:solidFill>
                  <a:srgbClr val="526863"/>
                </a:solidFill>
                <a:latin typeface="Kanit" panose="00000500000000000000" pitchFamily="2" charset="-34"/>
                <a:cs typeface="Kanit" panose="00000500000000000000" pitchFamily="2" charset="-34"/>
              </a:rPr>
              <a:t>Item รายได้ฝั่ง AR Match กับ Item ค่าใช้จ่ายฝั่ง AP ตาม Mapping Master</a:t>
            </a:r>
          </a:p>
        </p:txBody>
      </p:sp>
      <p:sp>
        <p:nvSpPr>
          <p:cNvPr id="35" name="tag-bg-2">
            <a:extLst>
              <a:ext uri="{FF2B5EF4-FFF2-40B4-BE49-F238E27FC236}">
                <a16:creationId xmlns:a16="http://schemas.microsoft.com/office/drawing/2014/main" id="{092C862C-525A-4043-B1F9-4FFF0509FA6D}"/>
              </a:ext>
            </a:extLst>
          </p:cNvPr>
          <p:cNvSpPr>
            <a:spLocks noGrp="1"/>
          </p:cNvSpPr>
          <p:nvPr/>
        </p:nvSpPr>
        <p:spPr>
          <a:xfrm>
            <a:off x="5261610" y="3838575"/>
            <a:ext cx="1668780" cy="228600"/>
          </a:xfrm>
          <a:prstGeom prst="roundRect">
            <a:avLst>
              <a:gd name="adj" fmla="val 50000"/>
            </a:avLst>
          </a:prstGeom>
          <a:solidFill>
            <a:srgbClr val="E3F3EC"/>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6" name="tag-2">
            <a:extLst>
              <a:ext uri="{FF2B5EF4-FFF2-40B4-BE49-F238E27FC236}">
                <a16:creationId xmlns:a16="http://schemas.microsoft.com/office/drawing/2014/main" id="{9572CFA8-18D1-43E1-8A86-304B02FBB1CC}"/>
              </a:ext>
            </a:extLst>
          </p:cNvPr>
          <p:cNvSpPr>
            <a:spLocks noGrp="1"/>
          </p:cNvSpPr>
          <p:nvPr/>
        </p:nvSpPr>
        <p:spPr>
          <a:xfrm>
            <a:off x="5261610" y="3876675"/>
            <a:ext cx="1668780" cy="161925"/>
          </a:xfrm>
          <a:prstGeom prst="rect">
            <a:avLst/>
          </a:prstGeom>
          <a:noFill/>
          <a:ln w="0">
            <a:noFill/>
            <a:prstDash val="solid"/>
          </a:ln>
        </p:spPr>
        <p:txBody>
          <a:bodyPr anchor="ctr"/>
          <a:lstStyle/>
          <a:p>
            <a:pPr algn="ctr">
              <a:defRPr sz="900" b="1">
                <a:solidFill>
                  <a:srgbClr val="087650"/>
                </a:solidFill>
              </a:defRPr>
            </a:pPr>
            <a:r>
              <a:rPr sz="900" b="1">
                <a:solidFill>
                  <a:srgbClr val="087650"/>
                </a:solidFill>
                <a:latin typeface="Kanit" panose="00000500000000000000" pitchFamily="2" charset="-34"/>
                <a:cs typeface="Kanit" panose="00000500000000000000" pitchFamily="2" charset="-34"/>
              </a:rPr>
              <a:t>MAPPING RULE</a:t>
            </a:r>
          </a:p>
        </p:txBody>
      </p:sp>
      <p:sp>
        <p:nvSpPr>
          <p:cNvPr id="37" name="step-3">
            <a:extLst>
              <a:ext uri="{FF2B5EF4-FFF2-40B4-BE49-F238E27FC236}">
                <a16:creationId xmlns:a16="http://schemas.microsoft.com/office/drawing/2014/main" id="{D886F783-5B44-4CC6-9925-0DB47C09D86F}"/>
              </a:ext>
            </a:extLst>
          </p:cNvPr>
          <p:cNvSpPr>
            <a:spLocks noGrp="1"/>
          </p:cNvSpPr>
          <p:nvPr/>
        </p:nvSpPr>
        <p:spPr>
          <a:xfrm>
            <a:off x="7406640" y="1809750"/>
            <a:ext cx="1973580" cy="2400300"/>
          </a:xfrm>
          <a:prstGeom prst="roundRect">
            <a:avLst>
              <a:gd name="adj" fmla="val 5792"/>
            </a:avLst>
          </a:prstGeom>
          <a:solidFill>
            <a:srgbClr val="FFFFFF"/>
          </a:solidFill>
          <a:ln w="9525">
            <a:solidFill>
              <a:srgbClr val="D5E4DF"/>
            </a:solidFill>
            <a:prstDash val="solid"/>
          </a:ln>
        </p:spPr>
        <p:txBody>
          <a:bodyPr/>
          <a:lstStyle/>
          <a:p>
            <a:endParaRPr lang="en-US">
              <a:latin typeface="Kanit" panose="00000500000000000000" pitchFamily="2" charset="-34"/>
              <a:cs typeface="Kanit" panose="00000500000000000000" pitchFamily="2" charset="-34"/>
            </a:endParaRPr>
          </a:p>
        </p:txBody>
      </p:sp>
      <p:sp>
        <p:nvSpPr>
          <p:cNvPr id="38" name="step-num-bg-3">
            <a:extLst>
              <a:ext uri="{FF2B5EF4-FFF2-40B4-BE49-F238E27FC236}">
                <a16:creationId xmlns:a16="http://schemas.microsoft.com/office/drawing/2014/main" id="{A9E82621-85F6-473A-8402-A8E44CA6F8D1}"/>
              </a:ext>
            </a:extLst>
          </p:cNvPr>
          <p:cNvSpPr>
            <a:spLocks noGrp="1"/>
          </p:cNvSpPr>
          <p:nvPr/>
        </p:nvSpPr>
        <p:spPr>
          <a:xfrm>
            <a:off x="7559040" y="1962150"/>
            <a:ext cx="323850" cy="323850"/>
          </a:xfrm>
          <a:prstGeom prst="roundRect">
            <a:avLst>
              <a:gd name="adj" fmla="val 50000"/>
            </a:avLst>
          </a:prstGeom>
          <a:solidFill>
            <a:srgbClr val="E0F2E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9" name="step-num-3">
            <a:extLst>
              <a:ext uri="{FF2B5EF4-FFF2-40B4-BE49-F238E27FC236}">
                <a16:creationId xmlns:a16="http://schemas.microsoft.com/office/drawing/2014/main" id="{B004F651-2D74-4821-8CAF-879BE728854A}"/>
              </a:ext>
            </a:extLst>
          </p:cNvPr>
          <p:cNvSpPr>
            <a:spLocks noGrp="1"/>
          </p:cNvSpPr>
          <p:nvPr/>
        </p:nvSpPr>
        <p:spPr>
          <a:xfrm>
            <a:off x="7559040" y="2019300"/>
            <a:ext cx="323850" cy="190500"/>
          </a:xfrm>
          <a:prstGeom prst="rect">
            <a:avLst/>
          </a:prstGeom>
          <a:noFill/>
          <a:ln w="0">
            <a:noFill/>
            <a:prstDash val="solid"/>
          </a:ln>
        </p:spPr>
        <p:txBody>
          <a:bodyPr anchor="ctr"/>
          <a:lstStyle/>
          <a:p>
            <a:pPr algn="ctr">
              <a:defRPr sz="1050" b="1">
                <a:solidFill>
                  <a:srgbClr val="0A8F62"/>
                </a:solidFill>
              </a:defRPr>
            </a:pPr>
            <a:r>
              <a:rPr sz="1050" b="1">
                <a:solidFill>
                  <a:srgbClr val="0A8F62"/>
                </a:solidFill>
                <a:latin typeface="Kanit" panose="00000500000000000000" pitchFamily="2" charset="-34"/>
                <a:cs typeface="Kanit" panose="00000500000000000000" pitchFamily="2" charset="-34"/>
              </a:rPr>
              <a:t>4</a:t>
            </a:r>
          </a:p>
        </p:txBody>
      </p:sp>
      <p:sp>
        <p:nvSpPr>
          <p:cNvPr id="40" name="step-head-3">
            <a:extLst>
              <a:ext uri="{FF2B5EF4-FFF2-40B4-BE49-F238E27FC236}">
                <a16:creationId xmlns:a16="http://schemas.microsoft.com/office/drawing/2014/main" id="{3DE56D28-6FD8-4189-8442-E27E5B96DD91}"/>
              </a:ext>
            </a:extLst>
          </p:cNvPr>
          <p:cNvSpPr>
            <a:spLocks noGrp="1"/>
          </p:cNvSpPr>
          <p:nvPr/>
        </p:nvSpPr>
        <p:spPr>
          <a:xfrm>
            <a:off x="7559040" y="2400300"/>
            <a:ext cx="1668780" cy="438150"/>
          </a:xfrm>
          <a:prstGeom prst="rect">
            <a:avLst/>
          </a:prstGeom>
          <a:noFill/>
          <a:ln w="0">
            <a:noFill/>
            <a:prstDash val="solid"/>
          </a:ln>
        </p:spPr>
        <p:txBody>
          <a:bodyPr anchor="t"/>
          <a:lstStyle/>
          <a:p>
            <a:pPr algn="l">
              <a:defRPr sz="1425" b="1">
                <a:solidFill>
                  <a:srgbClr val="173F38"/>
                </a:solidFill>
              </a:defRPr>
            </a:pPr>
            <a:r>
              <a:rPr sz="1425" b="1">
                <a:solidFill>
                  <a:srgbClr val="173F38"/>
                </a:solidFill>
                <a:latin typeface="Kanit" panose="00000500000000000000" pitchFamily="2" charset="-34"/>
                <a:cs typeface="Kanit" panose="00000500000000000000" pitchFamily="2" charset="-34"/>
              </a:rPr>
              <a:t>สร้าง AP อัตโนมัติ</a:t>
            </a:r>
          </a:p>
        </p:txBody>
      </p:sp>
      <p:sp>
        <p:nvSpPr>
          <p:cNvPr id="41" name="step-body-3">
            <a:extLst>
              <a:ext uri="{FF2B5EF4-FFF2-40B4-BE49-F238E27FC236}">
                <a16:creationId xmlns:a16="http://schemas.microsoft.com/office/drawing/2014/main" id="{154F9E40-E018-45A4-A8BD-EA6B2393EF25}"/>
              </a:ext>
            </a:extLst>
          </p:cNvPr>
          <p:cNvSpPr>
            <a:spLocks noGrp="1"/>
          </p:cNvSpPr>
          <p:nvPr/>
        </p:nvSpPr>
        <p:spPr>
          <a:xfrm>
            <a:off x="7559040" y="2876550"/>
            <a:ext cx="1668780" cy="1181100"/>
          </a:xfrm>
          <a:prstGeom prst="rect">
            <a:avLst/>
          </a:prstGeom>
          <a:noFill/>
          <a:ln w="0">
            <a:noFill/>
            <a:prstDash val="solid"/>
          </a:ln>
        </p:spPr>
        <p:txBody>
          <a:bodyPr anchor="t"/>
          <a:lstStyle/>
          <a:p>
            <a:pPr algn="l">
              <a:defRPr sz="1125" b="0">
                <a:solidFill>
                  <a:srgbClr val="526863"/>
                </a:solidFill>
              </a:defRPr>
            </a:pPr>
            <a:r>
              <a:rPr sz="1125" b="0">
                <a:solidFill>
                  <a:srgbClr val="526863"/>
                </a:solidFill>
                <a:latin typeface="Kanit" panose="00000500000000000000" pitchFamily="2" charset="-34"/>
                <a:cs typeface="Kanit" panose="00000500000000000000" pitchFamily="2" charset="-34"/>
              </a:rPr>
              <a:t>ระบบสร้างรายการค่าใช้จ่ายใน AP ของบริษัท B พร้อมเอกสารอ้างอิง</a:t>
            </a:r>
          </a:p>
        </p:txBody>
      </p:sp>
      <p:sp>
        <p:nvSpPr>
          <p:cNvPr id="42" name="tag-bg-3">
            <a:extLst>
              <a:ext uri="{FF2B5EF4-FFF2-40B4-BE49-F238E27FC236}">
                <a16:creationId xmlns:a16="http://schemas.microsoft.com/office/drawing/2014/main" id="{7D773635-E44D-4265-A6E2-6CB0E3681B39}"/>
              </a:ext>
            </a:extLst>
          </p:cNvPr>
          <p:cNvSpPr>
            <a:spLocks noGrp="1"/>
          </p:cNvSpPr>
          <p:nvPr/>
        </p:nvSpPr>
        <p:spPr>
          <a:xfrm>
            <a:off x="7559040" y="3838575"/>
            <a:ext cx="1668780" cy="228600"/>
          </a:xfrm>
          <a:prstGeom prst="roundRect">
            <a:avLst>
              <a:gd name="adj" fmla="val 50000"/>
            </a:avLst>
          </a:prstGeom>
          <a:solidFill>
            <a:srgbClr val="E3F3EC"/>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43" name="tag-3">
            <a:extLst>
              <a:ext uri="{FF2B5EF4-FFF2-40B4-BE49-F238E27FC236}">
                <a16:creationId xmlns:a16="http://schemas.microsoft.com/office/drawing/2014/main" id="{26C20970-3513-40D3-A76C-C63C8F5B3E80}"/>
              </a:ext>
            </a:extLst>
          </p:cNvPr>
          <p:cNvSpPr>
            <a:spLocks noGrp="1"/>
          </p:cNvSpPr>
          <p:nvPr/>
        </p:nvSpPr>
        <p:spPr>
          <a:xfrm>
            <a:off x="7559040" y="3876675"/>
            <a:ext cx="1668780" cy="161925"/>
          </a:xfrm>
          <a:prstGeom prst="rect">
            <a:avLst/>
          </a:prstGeom>
          <a:noFill/>
          <a:ln w="0">
            <a:noFill/>
            <a:prstDash val="solid"/>
          </a:ln>
        </p:spPr>
        <p:txBody>
          <a:bodyPr anchor="ctr"/>
          <a:lstStyle/>
          <a:p>
            <a:pPr algn="ctr">
              <a:defRPr sz="900" b="1">
                <a:solidFill>
                  <a:srgbClr val="087650"/>
                </a:solidFill>
              </a:defRPr>
            </a:pPr>
            <a:r>
              <a:rPr sz="900" b="1">
                <a:solidFill>
                  <a:srgbClr val="087650"/>
                </a:solidFill>
                <a:latin typeface="Kanit" panose="00000500000000000000" pitchFamily="2" charset="-34"/>
                <a:cs typeface="Kanit" panose="00000500000000000000" pitchFamily="2" charset="-34"/>
              </a:rPr>
              <a:t>ERP / AP</a:t>
            </a:r>
          </a:p>
        </p:txBody>
      </p:sp>
      <p:sp>
        <p:nvSpPr>
          <p:cNvPr id="44" name="step-4">
            <a:extLst>
              <a:ext uri="{FF2B5EF4-FFF2-40B4-BE49-F238E27FC236}">
                <a16:creationId xmlns:a16="http://schemas.microsoft.com/office/drawing/2014/main" id="{7D072EF1-808C-48D9-B2C6-45A8EC65E8C5}"/>
              </a:ext>
            </a:extLst>
          </p:cNvPr>
          <p:cNvSpPr>
            <a:spLocks noGrp="1"/>
          </p:cNvSpPr>
          <p:nvPr/>
        </p:nvSpPr>
        <p:spPr>
          <a:xfrm>
            <a:off x="9704070" y="1809750"/>
            <a:ext cx="1973580" cy="2400300"/>
          </a:xfrm>
          <a:prstGeom prst="roundRect">
            <a:avLst>
              <a:gd name="adj" fmla="val 5792"/>
            </a:avLst>
          </a:prstGeom>
          <a:solidFill>
            <a:srgbClr val="FFFFFF"/>
          </a:solidFill>
          <a:ln w="9525">
            <a:solidFill>
              <a:srgbClr val="D5E4DF"/>
            </a:solidFill>
            <a:prstDash val="solid"/>
          </a:ln>
        </p:spPr>
        <p:txBody>
          <a:bodyPr/>
          <a:lstStyle/>
          <a:p>
            <a:endParaRPr lang="en-US">
              <a:latin typeface="Kanit" panose="00000500000000000000" pitchFamily="2" charset="-34"/>
              <a:cs typeface="Kanit" panose="00000500000000000000" pitchFamily="2" charset="-34"/>
            </a:endParaRPr>
          </a:p>
        </p:txBody>
      </p:sp>
      <p:sp>
        <p:nvSpPr>
          <p:cNvPr id="45" name="step-num-bg-4">
            <a:extLst>
              <a:ext uri="{FF2B5EF4-FFF2-40B4-BE49-F238E27FC236}">
                <a16:creationId xmlns:a16="http://schemas.microsoft.com/office/drawing/2014/main" id="{C310551F-6B2F-4B4A-9504-8070C25BE5EF}"/>
              </a:ext>
            </a:extLst>
          </p:cNvPr>
          <p:cNvSpPr>
            <a:spLocks noGrp="1"/>
          </p:cNvSpPr>
          <p:nvPr/>
        </p:nvSpPr>
        <p:spPr>
          <a:xfrm>
            <a:off x="9856470" y="1962150"/>
            <a:ext cx="323850" cy="323850"/>
          </a:xfrm>
          <a:prstGeom prst="roundRect">
            <a:avLst>
              <a:gd name="adj" fmla="val 50000"/>
            </a:avLst>
          </a:prstGeom>
          <a:solidFill>
            <a:srgbClr val="F4E6D3"/>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46" name="step-num-4">
            <a:extLst>
              <a:ext uri="{FF2B5EF4-FFF2-40B4-BE49-F238E27FC236}">
                <a16:creationId xmlns:a16="http://schemas.microsoft.com/office/drawing/2014/main" id="{1C9C64DF-3B70-4C38-9194-CCE3049DA06A}"/>
              </a:ext>
            </a:extLst>
          </p:cNvPr>
          <p:cNvSpPr>
            <a:spLocks noGrp="1"/>
          </p:cNvSpPr>
          <p:nvPr/>
        </p:nvSpPr>
        <p:spPr>
          <a:xfrm>
            <a:off x="9856470" y="2019300"/>
            <a:ext cx="323850" cy="190500"/>
          </a:xfrm>
          <a:prstGeom prst="rect">
            <a:avLst/>
          </a:prstGeom>
          <a:noFill/>
          <a:ln w="0">
            <a:noFill/>
            <a:prstDash val="solid"/>
          </a:ln>
        </p:spPr>
        <p:txBody>
          <a:bodyPr anchor="ctr"/>
          <a:lstStyle/>
          <a:p>
            <a:pPr algn="ctr">
              <a:defRPr sz="1050" b="1">
                <a:solidFill>
                  <a:srgbClr val="B56C17"/>
                </a:solidFill>
              </a:defRPr>
            </a:pPr>
            <a:r>
              <a:rPr sz="1050" b="1">
                <a:solidFill>
                  <a:srgbClr val="B56C17"/>
                </a:solidFill>
                <a:latin typeface="Kanit" panose="00000500000000000000" pitchFamily="2" charset="-34"/>
                <a:cs typeface="Kanit" panose="00000500000000000000" pitchFamily="2" charset="-34"/>
              </a:rPr>
              <a:t>5</a:t>
            </a:r>
          </a:p>
        </p:txBody>
      </p:sp>
      <p:sp>
        <p:nvSpPr>
          <p:cNvPr id="47" name="step-head-4">
            <a:extLst>
              <a:ext uri="{FF2B5EF4-FFF2-40B4-BE49-F238E27FC236}">
                <a16:creationId xmlns:a16="http://schemas.microsoft.com/office/drawing/2014/main" id="{6A2D0026-6AE9-4EA3-9265-46ECCC430B80}"/>
              </a:ext>
            </a:extLst>
          </p:cNvPr>
          <p:cNvSpPr>
            <a:spLocks noGrp="1"/>
          </p:cNvSpPr>
          <p:nvPr/>
        </p:nvSpPr>
        <p:spPr>
          <a:xfrm>
            <a:off x="9856470" y="2400300"/>
            <a:ext cx="1668780" cy="438150"/>
          </a:xfrm>
          <a:prstGeom prst="rect">
            <a:avLst/>
          </a:prstGeom>
          <a:noFill/>
          <a:ln w="0">
            <a:noFill/>
            <a:prstDash val="solid"/>
          </a:ln>
        </p:spPr>
        <p:txBody>
          <a:bodyPr anchor="t"/>
          <a:lstStyle/>
          <a:p>
            <a:pPr algn="l">
              <a:defRPr sz="1425" b="1">
                <a:solidFill>
                  <a:srgbClr val="173F38"/>
                </a:solidFill>
              </a:defRPr>
            </a:pPr>
            <a:r>
              <a:rPr sz="1425" b="1">
                <a:solidFill>
                  <a:srgbClr val="173F38"/>
                </a:solidFill>
                <a:latin typeface="Kanit" panose="00000500000000000000" pitchFamily="2" charset="-34"/>
                <a:cs typeface="Kanit" panose="00000500000000000000" pitchFamily="2" charset="-34"/>
              </a:rPr>
              <a:t>Review &amp; Post</a:t>
            </a:r>
          </a:p>
        </p:txBody>
      </p:sp>
      <p:sp>
        <p:nvSpPr>
          <p:cNvPr id="48" name="step-body-4">
            <a:extLst>
              <a:ext uri="{FF2B5EF4-FFF2-40B4-BE49-F238E27FC236}">
                <a16:creationId xmlns:a16="http://schemas.microsoft.com/office/drawing/2014/main" id="{75487D9F-E64D-4DBB-9671-CC221824E35A}"/>
              </a:ext>
            </a:extLst>
          </p:cNvPr>
          <p:cNvSpPr>
            <a:spLocks noGrp="1"/>
          </p:cNvSpPr>
          <p:nvPr/>
        </p:nvSpPr>
        <p:spPr>
          <a:xfrm>
            <a:off x="9856470" y="2876550"/>
            <a:ext cx="1668780" cy="1181100"/>
          </a:xfrm>
          <a:prstGeom prst="rect">
            <a:avLst/>
          </a:prstGeom>
          <a:noFill/>
          <a:ln w="0">
            <a:noFill/>
            <a:prstDash val="solid"/>
          </a:ln>
        </p:spPr>
        <p:txBody>
          <a:bodyPr anchor="t"/>
          <a:lstStyle/>
          <a:p>
            <a:pPr algn="l">
              <a:defRPr sz="1125" b="0">
                <a:solidFill>
                  <a:srgbClr val="526863"/>
                </a:solidFill>
              </a:defRPr>
            </a:pPr>
            <a:r>
              <a:rPr sz="1125" b="0">
                <a:solidFill>
                  <a:srgbClr val="526863"/>
                </a:solidFill>
                <a:latin typeface="Kanit" panose="00000500000000000000" pitchFamily="2" charset="-34"/>
                <a:cs typeface="Kanit" panose="00000500000000000000" pitchFamily="2" charset="-34"/>
              </a:rPr>
              <a:t>ผู้รับผิดชอบตรวจสอบ อนุมัติ และ Post ทั้งสองบริษัท</a:t>
            </a:r>
          </a:p>
        </p:txBody>
      </p:sp>
      <p:sp>
        <p:nvSpPr>
          <p:cNvPr id="49" name="tag-bg-4">
            <a:extLst>
              <a:ext uri="{FF2B5EF4-FFF2-40B4-BE49-F238E27FC236}">
                <a16:creationId xmlns:a16="http://schemas.microsoft.com/office/drawing/2014/main" id="{D2CB1EFE-9EC2-40C8-BDD6-1F35CEB2B4AC}"/>
              </a:ext>
            </a:extLst>
          </p:cNvPr>
          <p:cNvSpPr>
            <a:spLocks noGrp="1"/>
          </p:cNvSpPr>
          <p:nvPr/>
        </p:nvSpPr>
        <p:spPr>
          <a:xfrm>
            <a:off x="9856470" y="3838575"/>
            <a:ext cx="1668780" cy="228600"/>
          </a:xfrm>
          <a:prstGeom prst="roundRect">
            <a:avLst>
              <a:gd name="adj" fmla="val 50000"/>
            </a:avLst>
          </a:prstGeom>
          <a:solidFill>
            <a:srgbClr val="F4E6D3"/>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0" name="tag-4">
            <a:extLst>
              <a:ext uri="{FF2B5EF4-FFF2-40B4-BE49-F238E27FC236}">
                <a16:creationId xmlns:a16="http://schemas.microsoft.com/office/drawing/2014/main" id="{F2556EE2-C4CC-488F-843F-0B0B1C8B9699}"/>
              </a:ext>
            </a:extLst>
          </p:cNvPr>
          <p:cNvSpPr>
            <a:spLocks noGrp="1"/>
          </p:cNvSpPr>
          <p:nvPr/>
        </p:nvSpPr>
        <p:spPr>
          <a:xfrm>
            <a:off x="9856470" y="3876675"/>
            <a:ext cx="1668780" cy="161925"/>
          </a:xfrm>
          <a:prstGeom prst="rect">
            <a:avLst/>
          </a:prstGeom>
          <a:noFill/>
          <a:ln w="0">
            <a:noFill/>
            <a:prstDash val="solid"/>
          </a:ln>
        </p:spPr>
        <p:txBody>
          <a:bodyPr anchor="ctr"/>
          <a:lstStyle/>
          <a:p>
            <a:pPr algn="ctr">
              <a:defRPr sz="900" b="1">
                <a:solidFill>
                  <a:srgbClr val="A96214"/>
                </a:solidFill>
              </a:defRPr>
            </a:pPr>
            <a:r>
              <a:rPr sz="900" b="1">
                <a:solidFill>
                  <a:srgbClr val="A96214"/>
                </a:solidFill>
                <a:latin typeface="Kanit" panose="00000500000000000000" pitchFamily="2" charset="-34"/>
                <a:cs typeface="Kanit" panose="00000500000000000000" pitchFamily="2" charset="-34"/>
              </a:rPr>
              <a:t>USER APPROVAL</a:t>
            </a:r>
          </a:p>
        </p:txBody>
      </p:sp>
      <p:sp>
        <p:nvSpPr>
          <p:cNvPr id="51" name="bottom-band">
            <a:extLst>
              <a:ext uri="{FF2B5EF4-FFF2-40B4-BE49-F238E27FC236}">
                <a16:creationId xmlns:a16="http://schemas.microsoft.com/office/drawing/2014/main" id="{2CCEF4A8-198C-43B4-9D3B-664308F9D3AA}"/>
              </a:ext>
            </a:extLst>
          </p:cNvPr>
          <p:cNvSpPr>
            <a:spLocks noGrp="1"/>
          </p:cNvSpPr>
          <p:nvPr/>
        </p:nvSpPr>
        <p:spPr>
          <a:xfrm>
            <a:off x="495300" y="4514850"/>
            <a:ext cx="11201400" cy="1657350"/>
          </a:xfrm>
          <a:prstGeom prst="roundRect">
            <a:avLst>
              <a:gd name="adj" fmla="val 6897"/>
            </a:avLst>
          </a:prstGeom>
          <a:solidFill>
            <a:srgbClr val="173F38"/>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2" name="control-label">
            <a:extLst>
              <a:ext uri="{FF2B5EF4-FFF2-40B4-BE49-F238E27FC236}">
                <a16:creationId xmlns:a16="http://schemas.microsoft.com/office/drawing/2014/main" id="{99A6D997-A7C4-4DC5-B0D9-ADFE41AAC4D0}"/>
              </a:ext>
            </a:extLst>
          </p:cNvPr>
          <p:cNvSpPr>
            <a:spLocks noGrp="1"/>
          </p:cNvSpPr>
          <p:nvPr/>
        </p:nvSpPr>
        <p:spPr>
          <a:xfrm>
            <a:off x="742950" y="4705350"/>
            <a:ext cx="4762500" cy="238125"/>
          </a:xfrm>
          <a:prstGeom prst="rect">
            <a:avLst/>
          </a:prstGeom>
          <a:noFill/>
          <a:ln w="0">
            <a:noFill/>
            <a:prstDash val="solid"/>
          </a:ln>
        </p:spPr>
        <p:txBody>
          <a:bodyPr anchor="t"/>
          <a:lstStyle/>
          <a:p>
            <a:pPr algn="l">
              <a:defRPr sz="1350" b="1">
                <a:solidFill>
                  <a:srgbClr val="83D9BA"/>
                </a:solidFill>
              </a:defRPr>
            </a:pPr>
            <a:r>
              <a:rPr sz="1350" b="1">
                <a:solidFill>
                  <a:srgbClr val="83D9BA"/>
                </a:solidFill>
                <a:latin typeface="Kanit" panose="00000500000000000000" pitchFamily="2" charset="-34"/>
                <a:cs typeface="Kanit" panose="00000500000000000000" pitchFamily="2" charset="-34"/>
              </a:rPr>
              <a:t>CONTROL POINT</a:t>
            </a:r>
          </a:p>
        </p:txBody>
      </p:sp>
      <p:sp>
        <p:nvSpPr>
          <p:cNvPr id="53" name="control-body">
            <a:extLst>
              <a:ext uri="{FF2B5EF4-FFF2-40B4-BE49-F238E27FC236}">
                <a16:creationId xmlns:a16="http://schemas.microsoft.com/office/drawing/2014/main" id="{A87AC0C7-41E5-48DF-B51D-D8CD73E28A26}"/>
              </a:ext>
            </a:extLst>
          </p:cNvPr>
          <p:cNvSpPr>
            <a:spLocks noGrp="1"/>
          </p:cNvSpPr>
          <p:nvPr/>
        </p:nvSpPr>
        <p:spPr>
          <a:xfrm>
            <a:off x="742950" y="5010150"/>
            <a:ext cx="4762500" cy="933450"/>
          </a:xfrm>
          <a:prstGeom prst="rect">
            <a:avLst/>
          </a:prstGeom>
          <a:noFill/>
          <a:ln w="0">
            <a:noFill/>
            <a:prstDash val="solid"/>
          </a:ln>
        </p:spPr>
        <p:txBody>
          <a:bodyPr anchor="t"/>
          <a:lstStyle/>
          <a:p>
            <a:pPr algn="l">
              <a:defRPr sz="1200" b="0">
                <a:solidFill>
                  <a:srgbClr val="E2ECE9"/>
                </a:solidFill>
              </a:defRPr>
            </a:pPr>
            <a:r>
              <a:rPr sz="1200" b="0">
                <a:solidFill>
                  <a:srgbClr val="E2ECE9"/>
                </a:solidFill>
                <a:latin typeface="Kanit" panose="00000500000000000000" pitchFamily="2" charset="-34"/>
                <a:cs typeface="Kanit" panose="00000500000000000000" pitchFamily="2" charset="-34"/>
              </a:rPr>
              <a:t>• Mapping บริษัท ลูกค้า/ผู้ขาย รายได้และค่าใช้จ่าย</a:t>
            </a:r>
          </a:p>
          <a:p>
            <a:pPr algn="l">
              <a:defRPr sz="1200" b="0">
                <a:solidFill>
                  <a:srgbClr val="E2ECE9"/>
                </a:solidFill>
              </a:defRPr>
            </a:pPr>
            <a:r>
              <a:rPr sz="1200" b="0">
                <a:solidFill>
                  <a:srgbClr val="E2ECE9"/>
                </a:solidFill>
                <a:latin typeface="Kanit" panose="00000500000000000000" pitchFamily="2" charset="-34"/>
                <a:cs typeface="Kanit" panose="00000500000000000000" pitchFamily="2" charset="-34"/>
              </a:rPr>
              <a:t>• ตรวจยอด ภาษี Currency และ Reference</a:t>
            </a:r>
          </a:p>
          <a:p>
            <a:pPr algn="l">
              <a:defRPr sz="1200" b="0">
                <a:solidFill>
                  <a:srgbClr val="E2ECE9"/>
                </a:solidFill>
              </a:defRPr>
            </a:pPr>
            <a:r>
              <a:rPr sz="1200" b="0">
                <a:solidFill>
                  <a:srgbClr val="E2ECE9"/>
                </a:solidFill>
                <a:latin typeface="Kanit" panose="00000500000000000000" pitchFamily="2" charset="-34"/>
                <a:cs typeface="Kanit" panose="00000500000000000000" pitchFamily="2" charset="-34"/>
              </a:rPr>
              <a:t>• Workflow อนุมัติแยกตามบริษัท</a:t>
            </a:r>
          </a:p>
        </p:txBody>
      </p:sp>
      <p:sp>
        <p:nvSpPr>
          <p:cNvPr id="54" name="bottom-divider">
            <a:extLst>
              <a:ext uri="{FF2B5EF4-FFF2-40B4-BE49-F238E27FC236}">
                <a16:creationId xmlns:a16="http://schemas.microsoft.com/office/drawing/2014/main" id="{C99FAD0A-2F67-45CC-9C69-44F278EA3778}"/>
              </a:ext>
            </a:extLst>
          </p:cNvPr>
          <p:cNvSpPr>
            <a:spLocks noGrp="1"/>
          </p:cNvSpPr>
          <p:nvPr/>
        </p:nvSpPr>
        <p:spPr>
          <a:xfrm>
            <a:off x="6000750" y="4724400"/>
            <a:ext cx="9525" cy="1200150"/>
          </a:xfrm>
          <a:prstGeom prst="rect">
            <a:avLst/>
          </a:prstGeom>
          <a:solidFill>
            <a:srgbClr val="487269"/>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5" name="result-label">
            <a:extLst>
              <a:ext uri="{FF2B5EF4-FFF2-40B4-BE49-F238E27FC236}">
                <a16:creationId xmlns:a16="http://schemas.microsoft.com/office/drawing/2014/main" id="{D66C850D-6D48-49DC-AD43-DEB5141AB7F9}"/>
              </a:ext>
            </a:extLst>
          </p:cNvPr>
          <p:cNvSpPr>
            <a:spLocks noGrp="1"/>
          </p:cNvSpPr>
          <p:nvPr/>
        </p:nvSpPr>
        <p:spPr>
          <a:xfrm>
            <a:off x="6286500" y="4705350"/>
            <a:ext cx="4762500" cy="238125"/>
          </a:xfrm>
          <a:prstGeom prst="rect">
            <a:avLst/>
          </a:prstGeom>
          <a:noFill/>
          <a:ln w="0">
            <a:noFill/>
            <a:prstDash val="solid"/>
          </a:ln>
        </p:spPr>
        <p:txBody>
          <a:bodyPr anchor="t"/>
          <a:lstStyle/>
          <a:p>
            <a:pPr algn="l">
              <a:defRPr sz="1350" b="1">
                <a:solidFill>
                  <a:srgbClr val="F0BE77"/>
                </a:solidFill>
              </a:defRPr>
            </a:pPr>
            <a:r>
              <a:rPr sz="1350" b="1">
                <a:solidFill>
                  <a:srgbClr val="F0BE77"/>
                </a:solidFill>
                <a:latin typeface="Kanit" panose="00000500000000000000" pitchFamily="2" charset="-34"/>
                <a:cs typeface="Kanit" panose="00000500000000000000" pitchFamily="2" charset="-34"/>
              </a:rPr>
              <a:t>EXPECTED RESULT</a:t>
            </a:r>
          </a:p>
        </p:txBody>
      </p:sp>
      <p:sp>
        <p:nvSpPr>
          <p:cNvPr id="56" name="result-body">
            <a:extLst>
              <a:ext uri="{FF2B5EF4-FFF2-40B4-BE49-F238E27FC236}">
                <a16:creationId xmlns:a16="http://schemas.microsoft.com/office/drawing/2014/main" id="{D333AF0C-430D-47A6-B02D-9CE7AEB0BB93}"/>
              </a:ext>
            </a:extLst>
          </p:cNvPr>
          <p:cNvSpPr>
            <a:spLocks noGrp="1"/>
          </p:cNvSpPr>
          <p:nvPr/>
        </p:nvSpPr>
        <p:spPr>
          <a:xfrm>
            <a:off x="6286500" y="5010150"/>
            <a:ext cx="4857750" cy="933450"/>
          </a:xfrm>
          <a:prstGeom prst="rect">
            <a:avLst/>
          </a:prstGeom>
          <a:noFill/>
          <a:ln w="0">
            <a:noFill/>
            <a:prstDash val="solid"/>
          </a:ln>
        </p:spPr>
        <p:txBody>
          <a:bodyPr anchor="t"/>
          <a:lstStyle/>
          <a:p>
            <a:pPr algn="l">
              <a:defRPr sz="1200" b="0">
                <a:solidFill>
                  <a:srgbClr val="FFFFFF"/>
                </a:solidFill>
              </a:defRPr>
            </a:pPr>
            <a:r>
              <a:rPr sz="1200" b="0">
                <a:solidFill>
                  <a:srgbClr val="FFFFFF"/>
                </a:solidFill>
                <a:latin typeface="Kanit" panose="00000500000000000000" pitchFamily="2" charset="-34"/>
                <a:cs typeface="Kanit" panose="00000500000000000000" pitchFamily="2" charset="-34"/>
              </a:rPr>
              <a:t>• ลดการคีย์ข้อมูลซ้ำระหว่างบริษัท</a:t>
            </a:r>
          </a:p>
          <a:p>
            <a:pPr algn="l">
              <a:defRPr sz="1200" b="0">
                <a:solidFill>
                  <a:srgbClr val="FFFFFF"/>
                </a:solidFill>
              </a:defRPr>
            </a:pPr>
            <a:r>
              <a:rPr sz="1200" b="0">
                <a:solidFill>
                  <a:srgbClr val="FFFFFF"/>
                </a:solidFill>
                <a:latin typeface="Kanit" panose="00000500000000000000" pitchFamily="2" charset="-34"/>
                <a:cs typeface="Kanit" panose="00000500000000000000" pitchFamily="2" charset="-34"/>
              </a:rPr>
              <a:t>• รายการ AR/AP ตรงกันและตรวจสอบย้อนกลับได้</a:t>
            </a:r>
          </a:p>
          <a:p>
            <a:pPr algn="l">
              <a:defRPr sz="1200" b="0">
                <a:solidFill>
                  <a:srgbClr val="FFFFFF"/>
                </a:solidFill>
              </a:defRPr>
            </a:pPr>
            <a:r>
              <a:rPr sz="1200" b="0">
                <a:solidFill>
                  <a:srgbClr val="FFFFFF"/>
                </a:solidFill>
                <a:latin typeface="Kanit" panose="00000500000000000000" pitchFamily="2" charset="-34"/>
                <a:cs typeface="Kanit" panose="00000500000000000000" pitchFamily="2" charset="-34"/>
              </a:rPr>
              <a:t>• ลดเวลาการปิดบัญชี Intercompany</a:t>
            </a:r>
          </a:p>
        </p:txBody>
      </p:sp>
      <p:sp>
        <p:nvSpPr>
          <p:cNvPr id="60" name="Title 1">
            <a:extLst>
              <a:ext uri="{FF2B5EF4-FFF2-40B4-BE49-F238E27FC236}">
                <a16:creationId xmlns:a16="http://schemas.microsoft.com/office/drawing/2014/main" id="{A768EE31-AD26-A126-FCB9-B41DDE394C97}"/>
              </a:ext>
            </a:extLst>
          </p:cNvPr>
          <p:cNvSpPr txBox="1">
            <a:spLocks/>
          </p:cNvSpPr>
          <p:nvPr/>
        </p:nvSpPr>
        <p:spPr>
          <a:xfrm>
            <a:off x="9496112" y="1050523"/>
            <a:ext cx="2048074" cy="684402"/>
          </a:xfrm>
          <a:prstGeom prst="rect">
            <a:avLst/>
          </a:prstGeom>
        </p:spPr>
        <p:txBody>
          <a:bodyP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h-TH" sz="1100" dirty="0">
                <a:latin typeface="Kanit" panose="00000500000000000000" pitchFamily="2" charset="-34"/>
                <a:cs typeface="Kanit" panose="00000500000000000000" pitchFamily="2" charset="-34"/>
              </a:rPr>
              <a:t>ประเภทรายได้และค่าใช้จ่าย</a:t>
            </a:r>
            <a:endParaRPr lang="en-US" sz="1100" dirty="0">
              <a:latin typeface="Kanit" panose="00000500000000000000" pitchFamily="2" charset="-34"/>
              <a:cs typeface="Kanit" panose="00000500000000000000" pitchFamily="2" charset="-34"/>
            </a:endParaRPr>
          </a:p>
          <a:p>
            <a:r>
              <a:rPr lang="th-TH" sz="1100" dirty="0">
                <a:latin typeface="Kanit" panose="00000500000000000000" pitchFamily="2" charset="-34"/>
                <a:cs typeface="Kanit" panose="00000500000000000000" pitchFamily="2" charset="-34"/>
              </a:rPr>
              <a:t>1. สินค้าถ่านหิน</a:t>
            </a:r>
            <a:r>
              <a:rPr lang="en-US" sz="1100" dirty="0">
                <a:latin typeface="Kanit" panose="00000500000000000000" pitchFamily="2" charset="-34"/>
                <a:cs typeface="Kanit" panose="00000500000000000000" pitchFamily="2" charset="-34"/>
              </a:rPr>
              <a:t>/</a:t>
            </a:r>
            <a:r>
              <a:rPr lang="th-TH" sz="1100" dirty="0">
                <a:latin typeface="Kanit" panose="00000500000000000000" pitchFamily="2" charset="-34"/>
                <a:cs typeface="Kanit" panose="00000500000000000000" pitchFamily="2" charset="-34"/>
              </a:rPr>
              <a:t>น้ำมัน</a:t>
            </a:r>
            <a:br>
              <a:rPr lang="th-TH" sz="1100" dirty="0">
                <a:latin typeface="Kanit" panose="00000500000000000000" pitchFamily="2" charset="-34"/>
                <a:cs typeface="Kanit" panose="00000500000000000000" pitchFamily="2" charset="-34"/>
              </a:rPr>
            </a:br>
            <a:r>
              <a:rPr lang="th-TH" sz="1100" dirty="0">
                <a:latin typeface="Kanit" panose="00000500000000000000" pitchFamily="2" charset="-34"/>
                <a:cs typeface="Kanit" panose="00000500000000000000" pitchFamily="2" charset="-34"/>
              </a:rPr>
              <a:t>2. งานบริการ</a:t>
            </a:r>
            <a:br>
              <a:rPr lang="th-TH" sz="1100" dirty="0">
                <a:latin typeface="Kanit" panose="00000500000000000000" pitchFamily="2" charset="-34"/>
                <a:cs typeface="Kanit" panose="00000500000000000000" pitchFamily="2" charset="-34"/>
              </a:rPr>
            </a:br>
            <a:r>
              <a:rPr lang="th-TH" sz="1100" dirty="0">
                <a:latin typeface="Kanit" panose="00000500000000000000" pitchFamily="2" charset="-34"/>
                <a:cs typeface="Kanit" panose="00000500000000000000" pitchFamily="2" charset="-34"/>
              </a:rPr>
              <a:t>    2.1 งานขนส่งทางบก</a:t>
            </a:r>
            <a:br>
              <a:rPr lang="th-TH" sz="1100" dirty="0">
                <a:latin typeface="Kanit" panose="00000500000000000000" pitchFamily="2" charset="-34"/>
                <a:cs typeface="Kanit" panose="00000500000000000000" pitchFamily="2" charset="-34"/>
              </a:rPr>
            </a:br>
            <a:r>
              <a:rPr lang="th-TH" sz="1100" dirty="0">
                <a:latin typeface="Kanit" panose="00000500000000000000" pitchFamily="2" charset="-34"/>
                <a:cs typeface="Kanit" panose="00000500000000000000" pitchFamily="2" charset="-34"/>
              </a:rPr>
              <a:t>    2.2 งานขนส่งทางน้ำ</a:t>
            </a:r>
            <a:br>
              <a:rPr lang="th-TH" sz="1100" dirty="0">
                <a:latin typeface="Kanit" panose="00000500000000000000" pitchFamily="2" charset="-34"/>
                <a:cs typeface="Kanit" panose="00000500000000000000" pitchFamily="2" charset="-34"/>
              </a:rPr>
            </a:br>
            <a:r>
              <a:rPr lang="th-TH" sz="1100" dirty="0">
                <a:latin typeface="Kanit" panose="00000500000000000000" pitchFamily="2" charset="-34"/>
                <a:cs typeface="Kanit" panose="00000500000000000000" pitchFamily="2" charset="-34"/>
              </a:rPr>
              <a:t>    2.3 งานบริการผ่านท่า</a:t>
            </a:r>
            <a:endParaRPr lang="en-US" sz="1100" dirty="0">
              <a:latin typeface="Kanit" panose="00000500000000000000" pitchFamily="2" charset="-34"/>
              <a:cs typeface="Kanit" panose="00000500000000000000" pitchFamily="2" charset="-34"/>
            </a:endParaRPr>
          </a:p>
        </p:txBody>
      </p:sp>
      <p:sp>
        <p:nvSpPr>
          <p:cNvPr id="62" name="age-mark">
            <a:extLst>
              <a:ext uri="{FF2B5EF4-FFF2-40B4-BE49-F238E27FC236}">
                <a16:creationId xmlns:a16="http://schemas.microsoft.com/office/drawing/2014/main" id="{10FB0B89-CB4F-9BDD-B689-58DB92D842FA}"/>
              </a:ext>
            </a:extLst>
          </p:cNvPr>
          <p:cNvSpPr>
            <a:spLocks noGrp="1"/>
          </p:cNvSpPr>
          <p:nvPr/>
        </p:nvSpPr>
        <p:spPr>
          <a:xfrm>
            <a:off x="10972800" y="419100"/>
            <a:ext cx="666750" cy="590550"/>
          </a:xfrm>
          <a:prstGeom prst="roundRect">
            <a:avLst>
              <a:gd name="adj" fmla="val 50000"/>
            </a:avLst>
          </a:prstGeom>
          <a:solidFill>
            <a:srgbClr val="E3F3EC"/>
          </a:solidFill>
          <a:ln w="0">
            <a:noFill/>
            <a:prstDash val="solid"/>
          </a:ln>
        </p:spPr>
        <p:txBody>
          <a:bodyPr/>
          <a:lstStyle/>
          <a:p>
            <a:endParaRPr lang="en-US"/>
          </a:p>
        </p:txBody>
      </p:sp>
      <p:sp>
        <p:nvSpPr>
          <p:cNvPr id="64" name="age">
            <a:extLst>
              <a:ext uri="{FF2B5EF4-FFF2-40B4-BE49-F238E27FC236}">
                <a16:creationId xmlns:a16="http://schemas.microsoft.com/office/drawing/2014/main" id="{2975539C-69E7-6FB6-A02D-9704C1749737}"/>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pic>
        <p:nvPicPr>
          <p:cNvPr id="66" name="Picture 65" descr="Home - บริษัท เอเชีย กรีน เอนเนอจี จำกัด (มหาชน)">
            <a:extLst>
              <a:ext uri="{FF2B5EF4-FFF2-40B4-BE49-F238E27FC236}">
                <a16:creationId xmlns:a16="http://schemas.microsoft.com/office/drawing/2014/main" id="{C20D5290-24C9-0B28-851D-27B1191031B9}"/>
              </a:ext>
            </a:extLst>
          </p:cNvPr>
          <p:cNvPicPr>
            <a:picLocks noChangeAspect="1"/>
          </p:cNvPicPr>
          <p:nvPr/>
        </p:nvPicPr>
        <p:blipFill>
          <a:blip r:embed="rId3"/>
          <a:stretch>
            <a:fillRect/>
          </a:stretch>
        </p:blipFill>
        <p:spPr>
          <a:xfrm>
            <a:off x="11087411" y="584335"/>
            <a:ext cx="416319" cy="253866"/>
          </a:xfrm>
          <a:prstGeom prst="rect">
            <a:avLst/>
          </a:prstGeom>
        </p:spPr>
      </p:pic>
      <p:sp>
        <p:nvSpPr>
          <p:cNvPr id="5" name="Slide Number Placeholder 1">
            <a:extLst>
              <a:ext uri="{FF2B5EF4-FFF2-40B4-BE49-F238E27FC236}">
                <a16:creationId xmlns:a16="http://schemas.microsoft.com/office/drawing/2014/main" id="{7075FAB1-EB23-7363-08E9-46EEDFCA53E2}"/>
              </a:ext>
            </a:extLst>
          </p:cNvPr>
          <p:cNvSpPr txBox="1">
            <a:spLocks/>
          </p:cNvSpPr>
          <p:nvPr/>
        </p:nvSpPr>
        <p:spPr>
          <a:xfrm>
            <a:off x="10728900" y="6600237"/>
            <a:ext cx="1422400" cy="2434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46">
              <a:defRPr/>
            </a:pPr>
            <a:fld id="{5E5634F8-C5C6-4843-9A92-B93B76582613}" type="slidenum">
              <a:rPr lang="en-US" sz="1333" smtClean="0">
                <a:solidFill>
                  <a:prstClr val="black"/>
                </a:solidFill>
                <a:latin typeface="Poppins" panose="00000500000000000000" pitchFamily="2" charset="0"/>
                <a:cs typeface="Poppins" panose="00000500000000000000" pitchFamily="2" charset="0"/>
              </a:rPr>
              <a:pPr algn="r" defTabSz="914446">
                <a:defRPr/>
              </a:pPr>
              <a:t>10</a:t>
            </a:fld>
            <a:endParaRPr lang="en-US" sz="1333" dirty="0">
              <a:solidFill>
                <a:prstClr val="black"/>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942494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op-line">
            <a:extLst>
              <a:ext uri="{FF2B5EF4-FFF2-40B4-BE49-F238E27FC236}">
                <a16:creationId xmlns:a16="http://schemas.microsoft.com/office/drawing/2014/main" id="{9FF1BA84-F73F-4A71-A0E0-73A0A91577FD}"/>
              </a:ext>
            </a:extLst>
          </p:cNvPr>
          <p:cNvSpPr>
            <a:spLocks noGrp="1"/>
          </p:cNvSpPr>
          <p:nvPr/>
        </p:nvSpPr>
        <p:spPr>
          <a:xfrm>
            <a:off x="0" y="0"/>
            <a:ext cx="12192000" cy="114300"/>
          </a:xfrm>
          <a:prstGeom prst="rect">
            <a:avLst/>
          </a:prstGeom>
          <a:solidFill>
            <a:srgbClr val="0A8F62"/>
          </a:solidFill>
          <a:ln w="0">
            <a:noFill/>
            <a:prstDash val="solid"/>
          </a:ln>
        </p:spPr>
        <p:txBody>
          <a:bodyPr/>
          <a:lstStyle/>
          <a:p>
            <a:endParaRPr lang="en-US"/>
          </a:p>
        </p:txBody>
      </p:sp>
      <p:sp>
        <p:nvSpPr>
          <p:cNvPr id="2" name="eyebrow">
            <a:extLst>
              <a:ext uri="{FF2B5EF4-FFF2-40B4-BE49-F238E27FC236}">
                <a16:creationId xmlns:a16="http://schemas.microsoft.com/office/drawing/2014/main" id="{3F9FB77B-9171-4985-ACCD-D232BEF0BF33}"/>
              </a:ext>
            </a:extLst>
          </p:cNvPr>
          <p:cNvSpPr>
            <a:spLocks noGrp="1"/>
          </p:cNvSpPr>
          <p:nvPr/>
        </p:nvSpPr>
        <p:spPr>
          <a:xfrm>
            <a:off x="514350" y="285750"/>
            <a:ext cx="5905500" cy="209550"/>
          </a:xfrm>
          <a:prstGeom prst="rect">
            <a:avLst/>
          </a:prstGeom>
          <a:noFill/>
          <a:ln w="0">
            <a:noFill/>
            <a:prstDash val="solid"/>
          </a:ln>
        </p:spPr>
        <p:txBody>
          <a:bodyPr anchor="t"/>
          <a:lstStyle/>
          <a:p>
            <a:pPr algn="l">
              <a:defRPr sz="975" b="1">
                <a:solidFill>
                  <a:srgbClr val="0A8F62"/>
                </a:solidFill>
              </a:defRPr>
            </a:pPr>
            <a:r>
              <a:rPr sz="975" b="1">
                <a:solidFill>
                  <a:srgbClr val="0A8F62"/>
                </a:solidFill>
              </a:rPr>
              <a:t>PROJECT SCOPE AND APPROACH  |  03  AP – INVOICE PROCESSING</a:t>
            </a:r>
          </a:p>
        </p:txBody>
      </p:sp>
      <p:sp>
        <p:nvSpPr>
          <p:cNvPr id="3" name="title">
            <a:extLst>
              <a:ext uri="{FF2B5EF4-FFF2-40B4-BE49-F238E27FC236}">
                <a16:creationId xmlns:a16="http://schemas.microsoft.com/office/drawing/2014/main" id="{773B1433-B368-4B16-A69C-54403F2FD6F8}"/>
              </a:ext>
            </a:extLst>
          </p:cNvPr>
          <p:cNvSpPr>
            <a:spLocks noGrp="1"/>
          </p:cNvSpPr>
          <p:nvPr/>
        </p:nvSpPr>
        <p:spPr>
          <a:xfrm>
            <a:off x="514350" y="571500"/>
            <a:ext cx="10287000" cy="438150"/>
          </a:xfrm>
          <a:prstGeom prst="rect">
            <a:avLst/>
          </a:prstGeom>
          <a:noFill/>
          <a:ln w="0">
            <a:noFill/>
            <a:prstDash val="solid"/>
          </a:ln>
        </p:spPr>
        <p:txBody>
          <a:bodyPr anchor="t"/>
          <a:lstStyle/>
          <a:p>
            <a:pPr>
              <a:defRPr sz="2550" b="1">
                <a:solidFill>
                  <a:srgbClr val="153E37"/>
                </a:solidFill>
              </a:defRPr>
            </a:pPr>
            <a:r>
              <a:rPr lang="en-US" sz="2550" b="1" dirty="0">
                <a:solidFill>
                  <a:srgbClr val="153E37"/>
                </a:solidFill>
                <a:latin typeface="Kanit" panose="00000500000000000000" pitchFamily="2" charset="-34"/>
                <a:cs typeface="Kanit" panose="00000500000000000000" pitchFamily="2" charset="-34"/>
              </a:rPr>
              <a:t>Process3: </a:t>
            </a:r>
            <a:r>
              <a:rPr sz="2550" b="1" dirty="0" err="1">
                <a:solidFill>
                  <a:srgbClr val="153E37"/>
                </a:solidFill>
                <a:latin typeface="Kanit" panose="00000500000000000000" pitchFamily="2" charset="-34"/>
                <a:cs typeface="Kanit" panose="00000500000000000000" pitchFamily="2" charset="-34"/>
              </a:rPr>
              <a:t>ประมวลผลใบแจ้งหนี้ด้วย</a:t>
            </a:r>
            <a:r>
              <a:rPr sz="2550" b="1" dirty="0">
                <a:solidFill>
                  <a:srgbClr val="153E37"/>
                </a:solidFill>
                <a:latin typeface="Kanit" panose="00000500000000000000" pitchFamily="2" charset="-34"/>
                <a:cs typeface="Kanit" panose="00000500000000000000" pitchFamily="2" charset="-34"/>
              </a:rPr>
              <a:t> RPA + AI/OCR</a:t>
            </a:r>
          </a:p>
        </p:txBody>
      </p:sp>
      <p:sp>
        <p:nvSpPr>
          <p:cNvPr id="4" name="subtitle">
            <a:extLst>
              <a:ext uri="{FF2B5EF4-FFF2-40B4-BE49-F238E27FC236}">
                <a16:creationId xmlns:a16="http://schemas.microsoft.com/office/drawing/2014/main" id="{FF45BAA9-1B12-4875-865B-77D47482F8BC}"/>
              </a:ext>
            </a:extLst>
          </p:cNvPr>
          <p:cNvSpPr>
            <a:spLocks noGrp="1"/>
          </p:cNvSpPr>
          <p:nvPr/>
        </p:nvSpPr>
        <p:spPr>
          <a:xfrm>
            <a:off x="495300" y="1038225"/>
            <a:ext cx="10287000" cy="285750"/>
          </a:xfrm>
          <a:prstGeom prst="rect">
            <a:avLst/>
          </a:prstGeom>
          <a:noFill/>
          <a:ln w="0">
            <a:noFill/>
            <a:prstDash val="solid"/>
          </a:ln>
        </p:spPr>
        <p:txBody>
          <a:bodyPr anchor="t"/>
          <a:lstStyle/>
          <a:p>
            <a:pPr algn="l">
              <a:defRPr sz="1275" b="0">
                <a:solidFill>
                  <a:srgbClr val="60736F"/>
                </a:solidFill>
              </a:defRPr>
            </a:pPr>
            <a:r>
              <a:rPr sz="1275" b="0" dirty="0" err="1">
                <a:solidFill>
                  <a:srgbClr val="60736F"/>
                </a:solidFill>
                <a:latin typeface="Kanit" panose="00000500000000000000" pitchFamily="2" charset="-34"/>
                <a:cs typeface="Kanit" panose="00000500000000000000" pitchFamily="2" charset="-34"/>
              </a:rPr>
              <a:t>อ่านข้อมูลใบแจ้งหนี้</a:t>
            </a:r>
            <a:r>
              <a:rPr sz="1275" b="0" dirty="0">
                <a:solidFill>
                  <a:srgbClr val="60736F"/>
                </a:solidFill>
                <a:latin typeface="Kanit" panose="00000500000000000000" pitchFamily="2" charset="-34"/>
                <a:cs typeface="Kanit" panose="00000500000000000000" pitchFamily="2" charset="-34"/>
              </a:rPr>
              <a:t> </a:t>
            </a:r>
            <a:r>
              <a:rPr sz="1275" b="0" dirty="0" err="1">
                <a:solidFill>
                  <a:srgbClr val="60736F"/>
                </a:solidFill>
                <a:latin typeface="Kanit" panose="00000500000000000000" pitchFamily="2" charset="-34"/>
                <a:cs typeface="Kanit" panose="00000500000000000000" pitchFamily="2" charset="-34"/>
              </a:rPr>
              <a:t>ตรวจสอบผู้ขายและภาษี</a:t>
            </a:r>
            <a:r>
              <a:rPr sz="1275" b="0" dirty="0">
                <a:solidFill>
                  <a:srgbClr val="60736F"/>
                </a:solidFill>
                <a:latin typeface="Kanit" panose="00000500000000000000" pitchFamily="2" charset="-34"/>
                <a:cs typeface="Kanit" panose="00000500000000000000" pitchFamily="2" charset="-34"/>
              </a:rPr>
              <a:t> </a:t>
            </a:r>
            <a:r>
              <a:rPr sz="1275" b="0" dirty="0" err="1">
                <a:solidFill>
                  <a:srgbClr val="60736F"/>
                </a:solidFill>
                <a:latin typeface="Kanit" panose="00000500000000000000" pitchFamily="2" charset="-34"/>
                <a:cs typeface="Kanit" panose="00000500000000000000" pitchFamily="2" charset="-34"/>
              </a:rPr>
              <a:t>จับคู่</a:t>
            </a:r>
            <a:r>
              <a:rPr sz="1275" b="0" dirty="0">
                <a:solidFill>
                  <a:srgbClr val="60736F"/>
                </a:solidFill>
                <a:latin typeface="Kanit" panose="00000500000000000000" pitchFamily="2" charset="-34"/>
                <a:cs typeface="Kanit" panose="00000500000000000000" pitchFamily="2" charset="-34"/>
              </a:rPr>
              <a:t> PO </a:t>
            </a:r>
            <a:r>
              <a:rPr sz="1275" b="0" dirty="0" err="1">
                <a:solidFill>
                  <a:srgbClr val="60736F"/>
                </a:solidFill>
                <a:latin typeface="Kanit" panose="00000500000000000000" pitchFamily="2" charset="-34"/>
                <a:cs typeface="Kanit" panose="00000500000000000000" pitchFamily="2" charset="-34"/>
              </a:rPr>
              <a:t>และบันทึกเข้า</a:t>
            </a:r>
            <a:r>
              <a:rPr sz="1275" b="0" dirty="0">
                <a:solidFill>
                  <a:srgbClr val="60736F"/>
                </a:solidFill>
                <a:latin typeface="Kanit" panose="00000500000000000000" pitchFamily="2" charset="-34"/>
                <a:cs typeface="Kanit" panose="00000500000000000000" pitchFamily="2" charset="-34"/>
              </a:rPr>
              <a:t> Microsoft Dynamics 365</a:t>
            </a:r>
          </a:p>
        </p:txBody>
      </p:sp>
      <p:sp>
        <p:nvSpPr>
          <p:cNvPr id="8" name="arrow-0">
            <a:extLst>
              <a:ext uri="{FF2B5EF4-FFF2-40B4-BE49-F238E27FC236}">
                <a16:creationId xmlns:a16="http://schemas.microsoft.com/office/drawing/2014/main" id="{33AF3DCF-240B-4D5C-A170-DD073954FB06}"/>
              </a:ext>
            </a:extLst>
          </p:cNvPr>
          <p:cNvSpPr>
            <a:spLocks noGrp="1"/>
          </p:cNvSpPr>
          <p:nvPr/>
        </p:nvSpPr>
        <p:spPr>
          <a:xfrm>
            <a:off x="2554605" y="2847975"/>
            <a:ext cx="247650" cy="323850"/>
          </a:xfrm>
          <a:prstGeom prst="roundRect">
            <a:avLst>
              <a:gd name="adj" fmla="val 50000"/>
            </a:avLst>
          </a:prstGeom>
          <a:solidFill>
            <a:srgbClr val="D6E6E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9" name="arrow-t-0">
            <a:extLst>
              <a:ext uri="{FF2B5EF4-FFF2-40B4-BE49-F238E27FC236}">
                <a16:creationId xmlns:a16="http://schemas.microsoft.com/office/drawing/2014/main" id="{A5E703B8-C608-4621-B28A-39CFD6F140AB}"/>
              </a:ext>
            </a:extLst>
          </p:cNvPr>
          <p:cNvSpPr>
            <a:spLocks noGrp="1"/>
          </p:cNvSpPr>
          <p:nvPr/>
        </p:nvSpPr>
        <p:spPr>
          <a:xfrm>
            <a:off x="2554605" y="2828925"/>
            <a:ext cx="247650" cy="285750"/>
          </a:xfrm>
          <a:prstGeom prst="rect">
            <a:avLst/>
          </a:prstGeom>
          <a:noFill/>
          <a:ln w="0">
            <a:noFill/>
            <a:prstDash val="solid"/>
          </a:ln>
        </p:spPr>
        <p:txBody>
          <a:bodyPr anchor="ctr"/>
          <a:lstStyle/>
          <a:p>
            <a:pPr algn="ctr">
              <a:defRPr sz="2100" b="1">
                <a:solidFill>
                  <a:srgbClr val="0A8F62"/>
                </a:solidFill>
              </a:defRPr>
            </a:pPr>
            <a:r>
              <a:rPr sz="2100" b="1">
                <a:solidFill>
                  <a:srgbClr val="0A8F62"/>
                </a:solidFill>
                <a:latin typeface="Kanit" panose="00000500000000000000" pitchFamily="2" charset="-34"/>
                <a:cs typeface="Kanit" panose="00000500000000000000" pitchFamily="2" charset="-34"/>
              </a:rPr>
              <a:t>›</a:t>
            </a:r>
          </a:p>
        </p:txBody>
      </p:sp>
      <p:sp>
        <p:nvSpPr>
          <p:cNvPr id="10" name="arrow-1">
            <a:extLst>
              <a:ext uri="{FF2B5EF4-FFF2-40B4-BE49-F238E27FC236}">
                <a16:creationId xmlns:a16="http://schemas.microsoft.com/office/drawing/2014/main" id="{0328B46D-900A-4A55-B9F8-D0DF6DBECE88}"/>
              </a:ext>
            </a:extLst>
          </p:cNvPr>
          <p:cNvSpPr>
            <a:spLocks noGrp="1"/>
          </p:cNvSpPr>
          <p:nvPr/>
        </p:nvSpPr>
        <p:spPr>
          <a:xfrm>
            <a:off x="4852035" y="2847975"/>
            <a:ext cx="247650" cy="323850"/>
          </a:xfrm>
          <a:prstGeom prst="roundRect">
            <a:avLst>
              <a:gd name="adj" fmla="val 50000"/>
            </a:avLst>
          </a:prstGeom>
          <a:solidFill>
            <a:srgbClr val="D6E6E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1" name="arrow-t-1">
            <a:extLst>
              <a:ext uri="{FF2B5EF4-FFF2-40B4-BE49-F238E27FC236}">
                <a16:creationId xmlns:a16="http://schemas.microsoft.com/office/drawing/2014/main" id="{10260E05-9360-452C-89AD-EF557AA6FC69}"/>
              </a:ext>
            </a:extLst>
          </p:cNvPr>
          <p:cNvSpPr>
            <a:spLocks noGrp="1"/>
          </p:cNvSpPr>
          <p:nvPr/>
        </p:nvSpPr>
        <p:spPr>
          <a:xfrm>
            <a:off x="4852035" y="2828925"/>
            <a:ext cx="247650" cy="285750"/>
          </a:xfrm>
          <a:prstGeom prst="rect">
            <a:avLst/>
          </a:prstGeom>
          <a:noFill/>
          <a:ln w="0">
            <a:noFill/>
            <a:prstDash val="solid"/>
          </a:ln>
        </p:spPr>
        <p:txBody>
          <a:bodyPr anchor="ctr"/>
          <a:lstStyle/>
          <a:p>
            <a:pPr algn="ctr">
              <a:defRPr sz="2100" b="1">
                <a:solidFill>
                  <a:srgbClr val="0A8F62"/>
                </a:solidFill>
              </a:defRPr>
            </a:pPr>
            <a:r>
              <a:rPr sz="2100" b="1">
                <a:solidFill>
                  <a:srgbClr val="0A8F62"/>
                </a:solidFill>
                <a:latin typeface="Kanit" panose="00000500000000000000" pitchFamily="2" charset="-34"/>
                <a:cs typeface="Kanit" panose="00000500000000000000" pitchFamily="2" charset="-34"/>
              </a:rPr>
              <a:t>›</a:t>
            </a:r>
          </a:p>
        </p:txBody>
      </p:sp>
      <p:sp>
        <p:nvSpPr>
          <p:cNvPr id="12" name="arrow-2">
            <a:extLst>
              <a:ext uri="{FF2B5EF4-FFF2-40B4-BE49-F238E27FC236}">
                <a16:creationId xmlns:a16="http://schemas.microsoft.com/office/drawing/2014/main" id="{AD1F10FE-AD26-4153-BC2D-E2F120DD678E}"/>
              </a:ext>
            </a:extLst>
          </p:cNvPr>
          <p:cNvSpPr>
            <a:spLocks noGrp="1"/>
          </p:cNvSpPr>
          <p:nvPr/>
        </p:nvSpPr>
        <p:spPr>
          <a:xfrm>
            <a:off x="7149465" y="2847975"/>
            <a:ext cx="247650" cy="323850"/>
          </a:xfrm>
          <a:prstGeom prst="roundRect">
            <a:avLst>
              <a:gd name="adj" fmla="val 50000"/>
            </a:avLst>
          </a:prstGeom>
          <a:solidFill>
            <a:srgbClr val="D6E6E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3" name="arrow-t-2">
            <a:extLst>
              <a:ext uri="{FF2B5EF4-FFF2-40B4-BE49-F238E27FC236}">
                <a16:creationId xmlns:a16="http://schemas.microsoft.com/office/drawing/2014/main" id="{6CC62F51-2CF5-480F-9EC6-BC14FC010747}"/>
              </a:ext>
            </a:extLst>
          </p:cNvPr>
          <p:cNvSpPr>
            <a:spLocks noGrp="1"/>
          </p:cNvSpPr>
          <p:nvPr/>
        </p:nvSpPr>
        <p:spPr>
          <a:xfrm>
            <a:off x="7149465" y="2828925"/>
            <a:ext cx="247650" cy="285750"/>
          </a:xfrm>
          <a:prstGeom prst="rect">
            <a:avLst/>
          </a:prstGeom>
          <a:noFill/>
          <a:ln w="0">
            <a:noFill/>
            <a:prstDash val="solid"/>
          </a:ln>
        </p:spPr>
        <p:txBody>
          <a:bodyPr anchor="ctr"/>
          <a:lstStyle/>
          <a:p>
            <a:pPr algn="ctr">
              <a:defRPr sz="2100" b="1">
                <a:solidFill>
                  <a:srgbClr val="0A8F62"/>
                </a:solidFill>
              </a:defRPr>
            </a:pPr>
            <a:r>
              <a:rPr sz="2100" b="1">
                <a:solidFill>
                  <a:srgbClr val="0A8F62"/>
                </a:solidFill>
                <a:latin typeface="Kanit" panose="00000500000000000000" pitchFamily="2" charset="-34"/>
                <a:cs typeface="Kanit" panose="00000500000000000000" pitchFamily="2" charset="-34"/>
              </a:rPr>
              <a:t>›</a:t>
            </a:r>
          </a:p>
        </p:txBody>
      </p:sp>
      <p:sp>
        <p:nvSpPr>
          <p:cNvPr id="14" name="arrow-3">
            <a:extLst>
              <a:ext uri="{FF2B5EF4-FFF2-40B4-BE49-F238E27FC236}">
                <a16:creationId xmlns:a16="http://schemas.microsoft.com/office/drawing/2014/main" id="{684A7CEA-690C-4837-988E-5162B3198560}"/>
              </a:ext>
            </a:extLst>
          </p:cNvPr>
          <p:cNvSpPr>
            <a:spLocks noGrp="1"/>
          </p:cNvSpPr>
          <p:nvPr/>
        </p:nvSpPr>
        <p:spPr>
          <a:xfrm>
            <a:off x="9446895" y="2847975"/>
            <a:ext cx="247650" cy="323850"/>
          </a:xfrm>
          <a:prstGeom prst="roundRect">
            <a:avLst>
              <a:gd name="adj" fmla="val 50000"/>
            </a:avLst>
          </a:prstGeom>
          <a:solidFill>
            <a:srgbClr val="D6E6E0"/>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5" name="arrow-t-3">
            <a:extLst>
              <a:ext uri="{FF2B5EF4-FFF2-40B4-BE49-F238E27FC236}">
                <a16:creationId xmlns:a16="http://schemas.microsoft.com/office/drawing/2014/main" id="{1BCC81F1-1EEE-4606-BDD5-F0010ADF4C3F}"/>
              </a:ext>
            </a:extLst>
          </p:cNvPr>
          <p:cNvSpPr>
            <a:spLocks noGrp="1"/>
          </p:cNvSpPr>
          <p:nvPr/>
        </p:nvSpPr>
        <p:spPr>
          <a:xfrm>
            <a:off x="9446895" y="2828925"/>
            <a:ext cx="247650" cy="285750"/>
          </a:xfrm>
          <a:prstGeom prst="rect">
            <a:avLst/>
          </a:prstGeom>
          <a:noFill/>
          <a:ln w="0">
            <a:noFill/>
            <a:prstDash val="solid"/>
          </a:ln>
        </p:spPr>
        <p:txBody>
          <a:bodyPr anchor="ctr"/>
          <a:lstStyle/>
          <a:p>
            <a:pPr algn="ctr">
              <a:defRPr sz="2100" b="1">
                <a:solidFill>
                  <a:srgbClr val="0A8F62"/>
                </a:solidFill>
              </a:defRPr>
            </a:pPr>
            <a:r>
              <a:rPr sz="2100" b="1">
                <a:solidFill>
                  <a:srgbClr val="0A8F62"/>
                </a:solidFill>
                <a:latin typeface="Kanit" panose="00000500000000000000" pitchFamily="2" charset="-34"/>
                <a:cs typeface="Kanit" panose="00000500000000000000" pitchFamily="2" charset="-34"/>
              </a:rPr>
              <a:t>›</a:t>
            </a:r>
          </a:p>
        </p:txBody>
      </p:sp>
      <p:sp>
        <p:nvSpPr>
          <p:cNvPr id="16" name="step-0">
            <a:extLst>
              <a:ext uri="{FF2B5EF4-FFF2-40B4-BE49-F238E27FC236}">
                <a16:creationId xmlns:a16="http://schemas.microsoft.com/office/drawing/2014/main" id="{1A2FF2B6-EEFA-47DA-9249-DE9BFA66F43C}"/>
              </a:ext>
            </a:extLst>
          </p:cNvPr>
          <p:cNvSpPr>
            <a:spLocks noGrp="1"/>
          </p:cNvSpPr>
          <p:nvPr/>
        </p:nvSpPr>
        <p:spPr>
          <a:xfrm>
            <a:off x="514350" y="1809750"/>
            <a:ext cx="1973580" cy="2400300"/>
          </a:xfrm>
          <a:prstGeom prst="roundRect">
            <a:avLst>
              <a:gd name="adj" fmla="val 5792"/>
            </a:avLst>
          </a:prstGeom>
          <a:solidFill>
            <a:srgbClr val="FFFFFF"/>
          </a:solidFill>
          <a:ln w="9525">
            <a:solidFill>
              <a:srgbClr val="D5E4DF"/>
            </a:solidFill>
            <a:prstDash val="solid"/>
          </a:ln>
        </p:spPr>
        <p:txBody>
          <a:bodyPr/>
          <a:lstStyle/>
          <a:p>
            <a:endParaRPr lang="en-US">
              <a:latin typeface="Kanit" panose="00000500000000000000" pitchFamily="2" charset="-34"/>
              <a:cs typeface="Kanit" panose="00000500000000000000" pitchFamily="2" charset="-34"/>
            </a:endParaRPr>
          </a:p>
        </p:txBody>
      </p:sp>
      <p:sp>
        <p:nvSpPr>
          <p:cNvPr id="17" name="step-num-bg-0">
            <a:extLst>
              <a:ext uri="{FF2B5EF4-FFF2-40B4-BE49-F238E27FC236}">
                <a16:creationId xmlns:a16="http://schemas.microsoft.com/office/drawing/2014/main" id="{A4200D38-5B85-47F4-A180-6E8A8D7FBAE1}"/>
              </a:ext>
            </a:extLst>
          </p:cNvPr>
          <p:cNvSpPr>
            <a:spLocks noGrp="1"/>
          </p:cNvSpPr>
          <p:nvPr/>
        </p:nvSpPr>
        <p:spPr>
          <a:xfrm>
            <a:off x="666750" y="1962150"/>
            <a:ext cx="323850" cy="323850"/>
          </a:xfrm>
          <a:prstGeom prst="roundRect">
            <a:avLst>
              <a:gd name="adj" fmla="val 50000"/>
            </a:avLst>
          </a:prstGeom>
          <a:solidFill>
            <a:srgbClr val="E0F2E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8" name="step-num-0">
            <a:extLst>
              <a:ext uri="{FF2B5EF4-FFF2-40B4-BE49-F238E27FC236}">
                <a16:creationId xmlns:a16="http://schemas.microsoft.com/office/drawing/2014/main" id="{2D82FC2E-E3D6-40BF-81C9-AF00D5060FEB}"/>
              </a:ext>
            </a:extLst>
          </p:cNvPr>
          <p:cNvSpPr>
            <a:spLocks noGrp="1"/>
          </p:cNvSpPr>
          <p:nvPr/>
        </p:nvSpPr>
        <p:spPr>
          <a:xfrm>
            <a:off x="666750" y="2019300"/>
            <a:ext cx="323850" cy="190500"/>
          </a:xfrm>
          <a:prstGeom prst="rect">
            <a:avLst/>
          </a:prstGeom>
          <a:noFill/>
          <a:ln w="0">
            <a:noFill/>
            <a:prstDash val="solid"/>
          </a:ln>
        </p:spPr>
        <p:txBody>
          <a:bodyPr anchor="ctr"/>
          <a:lstStyle/>
          <a:p>
            <a:pPr algn="ctr">
              <a:defRPr sz="1050" b="1">
                <a:solidFill>
                  <a:srgbClr val="0A8F62"/>
                </a:solidFill>
              </a:defRPr>
            </a:pPr>
            <a:r>
              <a:rPr sz="1050" b="1">
                <a:solidFill>
                  <a:srgbClr val="0A8F62"/>
                </a:solidFill>
                <a:latin typeface="Kanit" panose="00000500000000000000" pitchFamily="2" charset="-34"/>
                <a:cs typeface="Kanit" panose="00000500000000000000" pitchFamily="2" charset="-34"/>
              </a:rPr>
              <a:t>1</a:t>
            </a:r>
          </a:p>
        </p:txBody>
      </p:sp>
      <p:sp>
        <p:nvSpPr>
          <p:cNvPr id="19" name="step-head-0">
            <a:extLst>
              <a:ext uri="{FF2B5EF4-FFF2-40B4-BE49-F238E27FC236}">
                <a16:creationId xmlns:a16="http://schemas.microsoft.com/office/drawing/2014/main" id="{5FF63D91-68DA-4EDD-BED5-62969B8704CA}"/>
              </a:ext>
            </a:extLst>
          </p:cNvPr>
          <p:cNvSpPr>
            <a:spLocks noGrp="1"/>
          </p:cNvSpPr>
          <p:nvPr/>
        </p:nvSpPr>
        <p:spPr>
          <a:xfrm>
            <a:off x="666750" y="2400300"/>
            <a:ext cx="1668780" cy="438150"/>
          </a:xfrm>
          <a:prstGeom prst="rect">
            <a:avLst/>
          </a:prstGeom>
          <a:noFill/>
          <a:ln w="0">
            <a:noFill/>
            <a:prstDash val="solid"/>
          </a:ln>
        </p:spPr>
        <p:txBody>
          <a:bodyPr anchor="t"/>
          <a:lstStyle/>
          <a:p>
            <a:pPr algn="l">
              <a:defRPr sz="1425" b="1">
                <a:solidFill>
                  <a:srgbClr val="173F38"/>
                </a:solidFill>
              </a:defRPr>
            </a:pPr>
            <a:r>
              <a:rPr sz="1425" b="1">
                <a:solidFill>
                  <a:srgbClr val="173F38"/>
                </a:solidFill>
                <a:latin typeface="Kanit" panose="00000500000000000000" pitchFamily="2" charset="-34"/>
                <a:cs typeface="Kanit" panose="00000500000000000000" pitchFamily="2" charset="-34"/>
              </a:rPr>
              <a:t>รับใบแจ้งหนี้</a:t>
            </a:r>
          </a:p>
        </p:txBody>
      </p:sp>
      <p:sp>
        <p:nvSpPr>
          <p:cNvPr id="20" name="step-body-0">
            <a:extLst>
              <a:ext uri="{FF2B5EF4-FFF2-40B4-BE49-F238E27FC236}">
                <a16:creationId xmlns:a16="http://schemas.microsoft.com/office/drawing/2014/main" id="{C91EBE6F-D826-444C-8871-764AE010F614}"/>
              </a:ext>
            </a:extLst>
          </p:cNvPr>
          <p:cNvSpPr>
            <a:spLocks noGrp="1"/>
          </p:cNvSpPr>
          <p:nvPr/>
        </p:nvSpPr>
        <p:spPr>
          <a:xfrm>
            <a:off x="666750" y="2876550"/>
            <a:ext cx="1668780" cy="1181100"/>
          </a:xfrm>
          <a:prstGeom prst="rect">
            <a:avLst/>
          </a:prstGeom>
          <a:noFill/>
          <a:ln w="0">
            <a:noFill/>
            <a:prstDash val="solid"/>
          </a:ln>
        </p:spPr>
        <p:txBody>
          <a:bodyPr anchor="t"/>
          <a:lstStyle/>
          <a:p>
            <a:pPr algn="l">
              <a:defRPr sz="1125" b="0">
                <a:solidFill>
                  <a:srgbClr val="526863"/>
                </a:solidFill>
              </a:defRPr>
            </a:pPr>
            <a:r>
              <a:rPr sz="1125" b="0" dirty="0" err="1">
                <a:solidFill>
                  <a:srgbClr val="526863"/>
                </a:solidFill>
                <a:latin typeface="Kanit" panose="00000500000000000000" pitchFamily="2" charset="-34"/>
                <a:cs typeface="Kanit" panose="00000500000000000000" pitchFamily="2" charset="-34"/>
              </a:rPr>
              <a:t>รับเอกสารจาก</a:t>
            </a:r>
            <a:r>
              <a:rPr sz="1125" b="0" dirty="0">
                <a:solidFill>
                  <a:srgbClr val="526863"/>
                </a:solidFill>
                <a:latin typeface="Kanit" panose="00000500000000000000" pitchFamily="2" charset="-34"/>
                <a:cs typeface="Kanit" panose="00000500000000000000" pitchFamily="2" charset="-34"/>
              </a:rPr>
              <a:t> Email / Invoice Portal </a:t>
            </a:r>
            <a:r>
              <a:rPr sz="1125" b="0" dirty="0" err="1">
                <a:solidFill>
                  <a:srgbClr val="526863"/>
                </a:solidFill>
                <a:latin typeface="Kanit" panose="00000500000000000000" pitchFamily="2" charset="-34"/>
                <a:cs typeface="Kanit" panose="00000500000000000000" pitchFamily="2" charset="-34"/>
              </a:rPr>
              <a:t>และจัดเก็บไฟล์ต้นฉบับ</a:t>
            </a:r>
            <a:endParaRPr sz="1125" b="0" dirty="0">
              <a:solidFill>
                <a:srgbClr val="526863"/>
              </a:solidFill>
              <a:latin typeface="Kanit" panose="00000500000000000000" pitchFamily="2" charset="-34"/>
              <a:cs typeface="Kanit" panose="00000500000000000000" pitchFamily="2" charset="-34"/>
            </a:endParaRPr>
          </a:p>
        </p:txBody>
      </p:sp>
      <p:sp>
        <p:nvSpPr>
          <p:cNvPr id="21" name="tag-bg-0">
            <a:extLst>
              <a:ext uri="{FF2B5EF4-FFF2-40B4-BE49-F238E27FC236}">
                <a16:creationId xmlns:a16="http://schemas.microsoft.com/office/drawing/2014/main" id="{91245A05-D9F2-4EDB-A8BA-F8A462DBC8F6}"/>
              </a:ext>
            </a:extLst>
          </p:cNvPr>
          <p:cNvSpPr>
            <a:spLocks noGrp="1"/>
          </p:cNvSpPr>
          <p:nvPr/>
        </p:nvSpPr>
        <p:spPr>
          <a:xfrm>
            <a:off x="666750" y="3838575"/>
            <a:ext cx="1668780" cy="228600"/>
          </a:xfrm>
          <a:prstGeom prst="roundRect">
            <a:avLst>
              <a:gd name="adj" fmla="val 50000"/>
            </a:avLst>
          </a:prstGeom>
          <a:solidFill>
            <a:srgbClr val="E3F3EC"/>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2" name="tag-0">
            <a:extLst>
              <a:ext uri="{FF2B5EF4-FFF2-40B4-BE49-F238E27FC236}">
                <a16:creationId xmlns:a16="http://schemas.microsoft.com/office/drawing/2014/main" id="{01B7AC28-EC32-4AA0-AD1C-D004E8CB5019}"/>
              </a:ext>
            </a:extLst>
          </p:cNvPr>
          <p:cNvSpPr>
            <a:spLocks noGrp="1"/>
          </p:cNvSpPr>
          <p:nvPr/>
        </p:nvSpPr>
        <p:spPr>
          <a:xfrm>
            <a:off x="666750" y="3876675"/>
            <a:ext cx="1668780" cy="161925"/>
          </a:xfrm>
          <a:prstGeom prst="rect">
            <a:avLst/>
          </a:prstGeom>
          <a:noFill/>
          <a:ln w="0">
            <a:noFill/>
            <a:prstDash val="solid"/>
          </a:ln>
        </p:spPr>
        <p:txBody>
          <a:bodyPr anchor="ctr"/>
          <a:lstStyle/>
          <a:p>
            <a:pPr algn="ctr">
              <a:defRPr sz="900" b="1">
                <a:solidFill>
                  <a:srgbClr val="087650"/>
                </a:solidFill>
              </a:defRPr>
            </a:pPr>
            <a:r>
              <a:rPr sz="900" b="1">
                <a:solidFill>
                  <a:srgbClr val="087650"/>
                </a:solidFill>
                <a:latin typeface="Kanit" panose="00000500000000000000" pitchFamily="2" charset="-34"/>
                <a:cs typeface="Kanit" panose="00000500000000000000" pitchFamily="2" charset="-34"/>
              </a:rPr>
              <a:t>EMAIL / PORTAL</a:t>
            </a:r>
          </a:p>
        </p:txBody>
      </p:sp>
      <p:sp>
        <p:nvSpPr>
          <p:cNvPr id="23" name="step-1">
            <a:extLst>
              <a:ext uri="{FF2B5EF4-FFF2-40B4-BE49-F238E27FC236}">
                <a16:creationId xmlns:a16="http://schemas.microsoft.com/office/drawing/2014/main" id="{EEA5208A-9899-4C9C-8610-0126547AD3E5}"/>
              </a:ext>
            </a:extLst>
          </p:cNvPr>
          <p:cNvSpPr>
            <a:spLocks noGrp="1"/>
          </p:cNvSpPr>
          <p:nvPr/>
        </p:nvSpPr>
        <p:spPr>
          <a:xfrm>
            <a:off x="2811780" y="1809750"/>
            <a:ext cx="1973580" cy="2400300"/>
          </a:xfrm>
          <a:prstGeom prst="roundRect">
            <a:avLst>
              <a:gd name="adj" fmla="val 5792"/>
            </a:avLst>
          </a:prstGeom>
          <a:solidFill>
            <a:srgbClr val="FFFFFF"/>
          </a:solidFill>
          <a:ln w="9525">
            <a:solidFill>
              <a:srgbClr val="D5E4DF"/>
            </a:solidFill>
            <a:prstDash val="solid"/>
          </a:ln>
        </p:spPr>
        <p:txBody>
          <a:bodyPr/>
          <a:lstStyle/>
          <a:p>
            <a:endParaRPr lang="en-US">
              <a:latin typeface="Kanit" panose="00000500000000000000" pitchFamily="2" charset="-34"/>
              <a:cs typeface="Kanit" panose="00000500000000000000" pitchFamily="2" charset="-34"/>
            </a:endParaRPr>
          </a:p>
        </p:txBody>
      </p:sp>
      <p:sp>
        <p:nvSpPr>
          <p:cNvPr id="24" name="step-num-bg-1">
            <a:extLst>
              <a:ext uri="{FF2B5EF4-FFF2-40B4-BE49-F238E27FC236}">
                <a16:creationId xmlns:a16="http://schemas.microsoft.com/office/drawing/2014/main" id="{BD52249F-7ABD-4449-80A4-5AE5B1959811}"/>
              </a:ext>
            </a:extLst>
          </p:cNvPr>
          <p:cNvSpPr>
            <a:spLocks noGrp="1"/>
          </p:cNvSpPr>
          <p:nvPr/>
        </p:nvSpPr>
        <p:spPr>
          <a:xfrm>
            <a:off x="2964180" y="1962150"/>
            <a:ext cx="323850" cy="323850"/>
          </a:xfrm>
          <a:prstGeom prst="roundRect">
            <a:avLst>
              <a:gd name="adj" fmla="val 50000"/>
            </a:avLst>
          </a:prstGeom>
          <a:solidFill>
            <a:srgbClr val="E0F2E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5" name="step-num-1">
            <a:extLst>
              <a:ext uri="{FF2B5EF4-FFF2-40B4-BE49-F238E27FC236}">
                <a16:creationId xmlns:a16="http://schemas.microsoft.com/office/drawing/2014/main" id="{94EAB1E1-E9B1-458A-8655-4323106B4C57}"/>
              </a:ext>
            </a:extLst>
          </p:cNvPr>
          <p:cNvSpPr>
            <a:spLocks noGrp="1"/>
          </p:cNvSpPr>
          <p:nvPr/>
        </p:nvSpPr>
        <p:spPr>
          <a:xfrm>
            <a:off x="2964180" y="2019300"/>
            <a:ext cx="323850" cy="190500"/>
          </a:xfrm>
          <a:prstGeom prst="rect">
            <a:avLst/>
          </a:prstGeom>
          <a:noFill/>
          <a:ln w="0">
            <a:noFill/>
            <a:prstDash val="solid"/>
          </a:ln>
        </p:spPr>
        <p:txBody>
          <a:bodyPr anchor="ctr"/>
          <a:lstStyle/>
          <a:p>
            <a:pPr algn="ctr">
              <a:defRPr sz="1050" b="1">
                <a:solidFill>
                  <a:srgbClr val="0A8F62"/>
                </a:solidFill>
              </a:defRPr>
            </a:pPr>
            <a:r>
              <a:rPr sz="1050" b="1">
                <a:solidFill>
                  <a:srgbClr val="0A8F62"/>
                </a:solidFill>
                <a:latin typeface="Kanit" panose="00000500000000000000" pitchFamily="2" charset="-34"/>
                <a:cs typeface="Kanit" panose="00000500000000000000" pitchFamily="2" charset="-34"/>
              </a:rPr>
              <a:t>2</a:t>
            </a:r>
          </a:p>
        </p:txBody>
      </p:sp>
      <p:sp>
        <p:nvSpPr>
          <p:cNvPr id="26" name="step-head-1">
            <a:extLst>
              <a:ext uri="{FF2B5EF4-FFF2-40B4-BE49-F238E27FC236}">
                <a16:creationId xmlns:a16="http://schemas.microsoft.com/office/drawing/2014/main" id="{D8DA2F15-465D-47B1-B4FD-06095EC4CCC0}"/>
              </a:ext>
            </a:extLst>
          </p:cNvPr>
          <p:cNvSpPr>
            <a:spLocks noGrp="1"/>
          </p:cNvSpPr>
          <p:nvPr/>
        </p:nvSpPr>
        <p:spPr>
          <a:xfrm>
            <a:off x="2964180" y="2400300"/>
            <a:ext cx="1668780" cy="438150"/>
          </a:xfrm>
          <a:prstGeom prst="rect">
            <a:avLst/>
          </a:prstGeom>
          <a:noFill/>
          <a:ln w="0">
            <a:noFill/>
            <a:prstDash val="solid"/>
          </a:ln>
        </p:spPr>
        <p:txBody>
          <a:bodyPr anchor="t"/>
          <a:lstStyle/>
          <a:p>
            <a:pPr algn="l">
              <a:defRPr sz="1425" b="1">
                <a:solidFill>
                  <a:srgbClr val="173F38"/>
                </a:solidFill>
              </a:defRPr>
            </a:pPr>
            <a:r>
              <a:rPr sz="1425" b="1">
                <a:solidFill>
                  <a:srgbClr val="173F38"/>
                </a:solidFill>
                <a:latin typeface="Kanit" panose="00000500000000000000" pitchFamily="2" charset="-34"/>
                <a:cs typeface="Kanit" panose="00000500000000000000" pitchFamily="2" charset="-34"/>
              </a:rPr>
              <a:t>อ่านข้อมูล</a:t>
            </a:r>
          </a:p>
        </p:txBody>
      </p:sp>
      <p:sp>
        <p:nvSpPr>
          <p:cNvPr id="27" name="step-body-1">
            <a:extLst>
              <a:ext uri="{FF2B5EF4-FFF2-40B4-BE49-F238E27FC236}">
                <a16:creationId xmlns:a16="http://schemas.microsoft.com/office/drawing/2014/main" id="{A0001F7B-B08E-4242-A9C6-7A0C8DB9469D}"/>
              </a:ext>
            </a:extLst>
          </p:cNvPr>
          <p:cNvSpPr>
            <a:spLocks noGrp="1"/>
          </p:cNvSpPr>
          <p:nvPr/>
        </p:nvSpPr>
        <p:spPr>
          <a:xfrm>
            <a:off x="2964180" y="2876550"/>
            <a:ext cx="1668780" cy="1181100"/>
          </a:xfrm>
          <a:prstGeom prst="rect">
            <a:avLst/>
          </a:prstGeom>
          <a:noFill/>
          <a:ln w="0">
            <a:noFill/>
            <a:prstDash val="solid"/>
          </a:ln>
        </p:spPr>
        <p:txBody>
          <a:bodyPr anchor="t"/>
          <a:lstStyle/>
          <a:p>
            <a:pPr algn="l">
              <a:defRPr sz="1125" b="0">
                <a:solidFill>
                  <a:srgbClr val="526863"/>
                </a:solidFill>
              </a:defRPr>
            </a:pPr>
            <a:r>
              <a:rPr sz="1125" b="0" dirty="0">
                <a:solidFill>
                  <a:srgbClr val="526863"/>
                </a:solidFill>
                <a:latin typeface="Kanit" panose="00000500000000000000" pitchFamily="2" charset="-34"/>
                <a:cs typeface="Kanit" panose="00000500000000000000" pitchFamily="2" charset="-34"/>
              </a:rPr>
              <a:t>OCR </a:t>
            </a:r>
            <a:r>
              <a:rPr sz="1125" b="0" dirty="0" err="1">
                <a:solidFill>
                  <a:srgbClr val="526863"/>
                </a:solidFill>
                <a:latin typeface="Kanit" panose="00000500000000000000" pitchFamily="2" charset="-34"/>
                <a:cs typeface="Kanit" panose="00000500000000000000" pitchFamily="2" charset="-34"/>
              </a:rPr>
              <a:t>อ่านเลขที่</a:t>
            </a:r>
            <a:r>
              <a:rPr sz="1125" b="0" dirty="0">
                <a:solidFill>
                  <a:srgbClr val="526863"/>
                </a:solidFill>
                <a:latin typeface="Kanit" panose="00000500000000000000" pitchFamily="2" charset="-34"/>
                <a:cs typeface="Kanit" panose="00000500000000000000" pitchFamily="2" charset="-34"/>
              </a:rPr>
              <a:t> Invoice </a:t>
            </a:r>
            <a:r>
              <a:rPr sz="1125" b="0" dirty="0" err="1">
                <a:solidFill>
                  <a:srgbClr val="526863"/>
                </a:solidFill>
                <a:latin typeface="Kanit" panose="00000500000000000000" pitchFamily="2" charset="-34"/>
                <a:cs typeface="Kanit" panose="00000500000000000000" pitchFamily="2" charset="-34"/>
              </a:rPr>
              <a:t>ผู้ขาย</a:t>
            </a:r>
            <a:r>
              <a:rPr sz="1125" b="0" dirty="0">
                <a:solidFill>
                  <a:srgbClr val="526863"/>
                </a:solidFill>
                <a:latin typeface="Kanit" panose="00000500000000000000" pitchFamily="2" charset="-34"/>
                <a:cs typeface="Kanit" panose="00000500000000000000" pitchFamily="2" charset="-34"/>
              </a:rPr>
              <a:t> </a:t>
            </a:r>
            <a:r>
              <a:rPr sz="1125" b="0" dirty="0" err="1">
                <a:solidFill>
                  <a:srgbClr val="526863"/>
                </a:solidFill>
                <a:latin typeface="Kanit" panose="00000500000000000000" pitchFamily="2" charset="-34"/>
                <a:cs typeface="Kanit" panose="00000500000000000000" pitchFamily="2" charset="-34"/>
              </a:rPr>
              <a:t>วันที่</a:t>
            </a:r>
            <a:r>
              <a:rPr sz="1125" b="0" dirty="0">
                <a:solidFill>
                  <a:srgbClr val="526863"/>
                </a:solidFill>
                <a:latin typeface="Kanit" panose="00000500000000000000" pitchFamily="2" charset="-34"/>
                <a:cs typeface="Kanit" panose="00000500000000000000" pitchFamily="2" charset="-34"/>
              </a:rPr>
              <a:t> </a:t>
            </a:r>
            <a:r>
              <a:rPr sz="1125" b="0" dirty="0" err="1">
                <a:solidFill>
                  <a:srgbClr val="526863"/>
                </a:solidFill>
                <a:latin typeface="Kanit" panose="00000500000000000000" pitchFamily="2" charset="-34"/>
                <a:cs typeface="Kanit" panose="00000500000000000000" pitchFamily="2" charset="-34"/>
              </a:rPr>
              <a:t>ยอดเงิน</a:t>
            </a:r>
            <a:r>
              <a:rPr sz="1125" b="0" dirty="0">
                <a:solidFill>
                  <a:srgbClr val="526863"/>
                </a:solidFill>
                <a:latin typeface="Kanit" panose="00000500000000000000" pitchFamily="2" charset="-34"/>
                <a:cs typeface="Kanit" panose="00000500000000000000" pitchFamily="2" charset="-34"/>
              </a:rPr>
              <a:t> </a:t>
            </a:r>
            <a:r>
              <a:rPr sz="1125" b="0" dirty="0" err="1">
                <a:solidFill>
                  <a:srgbClr val="526863"/>
                </a:solidFill>
                <a:latin typeface="Kanit" panose="00000500000000000000" pitchFamily="2" charset="-34"/>
                <a:cs typeface="Kanit" panose="00000500000000000000" pitchFamily="2" charset="-34"/>
              </a:rPr>
              <a:t>ภาษี</a:t>
            </a:r>
            <a:r>
              <a:rPr sz="1125" b="0" dirty="0">
                <a:solidFill>
                  <a:srgbClr val="526863"/>
                </a:solidFill>
                <a:latin typeface="Kanit" panose="00000500000000000000" pitchFamily="2" charset="-34"/>
                <a:cs typeface="Kanit" panose="00000500000000000000" pitchFamily="2" charset="-34"/>
              </a:rPr>
              <a:t> </a:t>
            </a:r>
            <a:r>
              <a:rPr sz="1125" b="0" dirty="0" err="1">
                <a:solidFill>
                  <a:srgbClr val="526863"/>
                </a:solidFill>
                <a:latin typeface="Kanit" panose="00000500000000000000" pitchFamily="2" charset="-34"/>
                <a:cs typeface="Kanit" panose="00000500000000000000" pitchFamily="2" charset="-34"/>
              </a:rPr>
              <a:t>และ</a:t>
            </a:r>
            <a:r>
              <a:rPr sz="1125" b="0" dirty="0">
                <a:solidFill>
                  <a:srgbClr val="526863"/>
                </a:solidFill>
                <a:latin typeface="Kanit" panose="00000500000000000000" pitchFamily="2" charset="-34"/>
                <a:cs typeface="Kanit" panose="00000500000000000000" pitchFamily="2" charset="-34"/>
              </a:rPr>
              <a:t> PO Reference</a:t>
            </a:r>
          </a:p>
        </p:txBody>
      </p:sp>
      <p:sp>
        <p:nvSpPr>
          <p:cNvPr id="28" name="tag-bg-1">
            <a:extLst>
              <a:ext uri="{FF2B5EF4-FFF2-40B4-BE49-F238E27FC236}">
                <a16:creationId xmlns:a16="http://schemas.microsoft.com/office/drawing/2014/main" id="{DE264C43-C955-4382-AAB3-D50E623E5A72}"/>
              </a:ext>
            </a:extLst>
          </p:cNvPr>
          <p:cNvSpPr>
            <a:spLocks noGrp="1"/>
          </p:cNvSpPr>
          <p:nvPr/>
        </p:nvSpPr>
        <p:spPr>
          <a:xfrm>
            <a:off x="2964180" y="3838575"/>
            <a:ext cx="1668780" cy="228600"/>
          </a:xfrm>
          <a:prstGeom prst="roundRect">
            <a:avLst>
              <a:gd name="adj" fmla="val 50000"/>
            </a:avLst>
          </a:prstGeom>
          <a:solidFill>
            <a:srgbClr val="E3F3EC"/>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9" name="tag-1">
            <a:extLst>
              <a:ext uri="{FF2B5EF4-FFF2-40B4-BE49-F238E27FC236}">
                <a16:creationId xmlns:a16="http://schemas.microsoft.com/office/drawing/2014/main" id="{E9210396-4909-408A-BE3D-B5C6A8F1C172}"/>
              </a:ext>
            </a:extLst>
          </p:cNvPr>
          <p:cNvSpPr>
            <a:spLocks noGrp="1"/>
          </p:cNvSpPr>
          <p:nvPr/>
        </p:nvSpPr>
        <p:spPr>
          <a:xfrm>
            <a:off x="2964180" y="3876675"/>
            <a:ext cx="1668780" cy="161925"/>
          </a:xfrm>
          <a:prstGeom prst="rect">
            <a:avLst/>
          </a:prstGeom>
          <a:noFill/>
          <a:ln w="0">
            <a:noFill/>
            <a:prstDash val="solid"/>
          </a:ln>
        </p:spPr>
        <p:txBody>
          <a:bodyPr anchor="ctr"/>
          <a:lstStyle/>
          <a:p>
            <a:pPr algn="ctr">
              <a:defRPr sz="900" b="1">
                <a:solidFill>
                  <a:srgbClr val="087650"/>
                </a:solidFill>
              </a:defRPr>
            </a:pPr>
            <a:r>
              <a:rPr sz="900" b="1">
                <a:solidFill>
                  <a:srgbClr val="087650"/>
                </a:solidFill>
                <a:latin typeface="Kanit" panose="00000500000000000000" pitchFamily="2" charset="-34"/>
                <a:cs typeface="Kanit" panose="00000500000000000000" pitchFamily="2" charset="-34"/>
              </a:rPr>
              <a:t>AI / OCR</a:t>
            </a:r>
          </a:p>
        </p:txBody>
      </p:sp>
      <p:sp>
        <p:nvSpPr>
          <p:cNvPr id="30" name="step-2">
            <a:extLst>
              <a:ext uri="{FF2B5EF4-FFF2-40B4-BE49-F238E27FC236}">
                <a16:creationId xmlns:a16="http://schemas.microsoft.com/office/drawing/2014/main" id="{71752737-C2D8-46C9-876C-856DAD57D988}"/>
              </a:ext>
            </a:extLst>
          </p:cNvPr>
          <p:cNvSpPr>
            <a:spLocks noGrp="1"/>
          </p:cNvSpPr>
          <p:nvPr/>
        </p:nvSpPr>
        <p:spPr>
          <a:xfrm>
            <a:off x="5109210" y="1809750"/>
            <a:ext cx="1973580" cy="2400300"/>
          </a:xfrm>
          <a:prstGeom prst="roundRect">
            <a:avLst>
              <a:gd name="adj" fmla="val 5792"/>
            </a:avLst>
          </a:prstGeom>
          <a:solidFill>
            <a:srgbClr val="FFFFFF"/>
          </a:solidFill>
          <a:ln w="9525">
            <a:solidFill>
              <a:srgbClr val="D5E4DF"/>
            </a:solidFill>
            <a:prstDash val="solid"/>
          </a:ln>
        </p:spPr>
        <p:txBody>
          <a:bodyPr/>
          <a:lstStyle/>
          <a:p>
            <a:endParaRPr lang="en-US">
              <a:latin typeface="Kanit" panose="00000500000000000000" pitchFamily="2" charset="-34"/>
              <a:cs typeface="Kanit" panose="00000500000000000000" pitchFamily="2" charset="-34"/>
            </a:endParaRPr>
          </a:p>
        </p:txBody>
      </p:sp>
      <p:sp>
        <p:nvSpPr>
          <p:cNvPr id="31" name="step-num-bg-2">
            <a:extLst>
              <a:ext uri="{FF2B5EF4-FFF2-40B4-BE49-F238E27FC236}">
                <a16:creationId xmlns:a16="http://schemas.microsoft.com/office/drawing/2014/main" id="{9828BA6D-FE2C-4079-988C-55BEB2EDC2CD}"/>
              </a:ext>
            </a:extLst>
          </p:cNvPr>
          <p:cNvSpPr>
            <a:spLocks noGrp="1"/>
          </p:cNvSpPr>
          <p:nvPr/>
        </p:nvSpPr>
        <p:spPr>
          <a:xfrm>
            <a:off x="5261610" y="1962150"/>
            <a:ext cx="323850" cy="323850"/>
          </a:xfrm>
          <a:prstGeom prst="roundRect">
            <a:avLst>
              <a:gd name="adj" fmla="val 50000"/>
            </a:avLst>
          </a:prstGeom>
          <a:solidFill>
            <a:srgbClr val="E0F2E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2" name="step-num-2">
            <a:extLst>
              <a:ext uri="{FF2B5EF4-FFF2-40B4-BE49-F238E27FC236}">
                <a16:creationId xmlns:a16="http://schemas.microsoft.com/office/drawing/2014/main" id="{031942B7-6E1A-4856-BFBC-851D8B28EB9E}"/>
              </a:ext>
            </a:extLst>
          </p:cNvPr>
          <p:cNvSpPr>
            <a:spLocks noGrp="1"/>
          </p:cNvSpPr>
          <p:nvPr/>
        </p:nvSpPr>
        <p:spPr>
          <a:xfrm>
            <a:off x="5261610" y="2019300"/>
            <a:ext cx="323850" cy="190500"/>
          </a:xfrm>
          <a:prstGeom prst="rect">
            <a:avLst/>
          </a:prstGeom>
          <a:noFill/>
          <a:ln w="0">
            <a:noFill/>
            <a:prstDash val="solid"/>
          </a:ln>
        </p:spPr>
        <p:txBody>
          <a:bodyPr anchor="ctr"/>
          <a:lstStyle/>
          <a:p>
            <a:pPr algn="ctr">
              <a:defRPr sz="1050" b="1">
                <a:solidFill>
                  <a:srgbClr val="0A8F62"/>
                </a:solidFill>
              </a:defRPr>
            </a:pPr>
            <a:r>
              <a:rPr sz="1050" b="1">
                <a:solidFill>
                  <a:srgbClr val="0A8F62"/>
                </a:solidFill>
                <a:latin typeface="Kanit" panose="00000500000000000000" pitchFamily="2" charset="-34"/>
                <a:cs typeface="Kanit" panose="00000500000000000000" pitchFamily="2" charset="-34"/>
              </a:rPr>
              <a:t>3</a:t>
            </a:r>
          </a:p>
        </p:txBody>
      </p:sp>
      <p:sp>
        <p:nvSpPr>
          <p:cNvPr id="33" name="step-head-2">
            <a:extLst>
              <a:ext uri="{FF2B5EF4-FFF2-40B4-BE49-F238E27FC236}">
                <a16:creationId xmlns:a16="http://schemas.microsoft.com/office/drawing/2014/main" id="{4AE0CDA6-0832-46A0-8B61-64D9745E6970}"/>
              </a:ext>
            </a:extLst>
          </p:cNvPr>
          <p:cNvSpPr>
            <a:spLocks noGrp="1"/>
          </p:cNvSpPr>
          <p:nvPr/>
        </p:nvSpPr>
        <p:spPr>
          <a:xfrm>
            <a:off x="5261610" y="2400300"/>
            <a:ext cx="1668780" cy="438150"/>
          </a:xfrm>
          <a:prstGeom prst="rect">
            <a:avLst/>
          </a:prstGeom>
          <a:noFill/>
          <a:ln w="0">
            <a:noFill/>
            <a:prstDash val="solid"/>
          </a:ln>
        </p:spPr>
        <p:txBody>
          <a:bodyPr anchor="t"/>
          <a:lstStyle/>
          <a:p>
            <a:pPr algn="l">
              <a:defRPr sz="1425" b="1">
                <a:solidFill>
                  <a:srgbClr val="173F38"/>
                </a:solidFill>
              </a:defRPr>
            </a:pPr>
            <a:r>
              <a:rPr sz="1425" b="1">
                <a:solidFill>
                  <a:srgbClr val="173F38"/>
                </a:solidFill>
                <a:latin typeface="Kanit" panose="00000500000000000000" pitchFamily="2" charset="-34"/>
                <a:cs typeface="Kanit" panose="00000500000000000000" pitchFamily="2" charset="-34"/>
              </a:rPr>
              <a:t>ตรวจสอบผู้ขาย</a:t>
            </a:r>
          </a:p>
        </p:txBody>
      </p:sp>
      <p:sp>
        <p:nvSpPr>
          <p:cNvPr id="34" name="step-body-2">
            <a:extLst>
              <a:ext uri="{FF2B5EF4-FFF2-40B4-BE49-F238E27FC236}">
                <a16:creationId xmlns:a16="http://schemas.microsoft.com/office/drawing/2014/main" id="{56CEF1E9-A186-413F-A020-E864F1AC69DF}"/>
              </a:ext>
            </a:extLst>
          </p:cNvPr>
          <p:cNvSpPr>
            <a:spLocks noGrp="1"/>
          </p:cNvSpPr>
          <p:nvPr/>
        </p:nvSpPr>
        <p:spPr>
          <a:xfrm>
            <a:off x="5261610" y="2876550"/>
            <a:ext cx="1668780" cy="1181100"/>
          </a:xfrm>
          <a:prstGeom prst="rect">
            <a:avLst/>
          </a:prstGeom>
          <a:noFill/>
          <a:ln w="0">
            <a:noFill/>
            <a:prstDash val="solid"/>
          </a:ln>
        </p:spPr>
        <p:txBody>
          <a:bodyPr anchor="t"/>
          <a:lstStyle/>
          <a:p>
            <a:pPr algn="l">
              <a:defRPr sz="1125" b="0">
                <a:solidFill>
                  <a:srgbClr val="526863"/>
                </a:solidFill>
              </a:defRPr>
            </a:pPr>
            <a:r>
              <a:rPr sz="1125" b="0">
                <a:solidFill>
                  <a:srgbClr val="526863"/>
                </a:solidFill>
                <a:latin typeface="Kanit" panose="00000500000000000000" pitchFamily="2" charset="-34"/>
                <a:cs typeface="Kanit" panose="00000500000000000000" pitchFamily="2" charset="-34"/>
              </a:rPr>
              <a:t>AI/RPA ตรวจ Tax ID และสถานะผู้ขายกับข้อมูลกรมสรรพากร</a:t>
            </a:r>
          </a:p>
        </p:txBody>
      </p:sp>
      <p:sp>
        <p:nvSpPr>
          <p:cNvPr id="35" name="tag-bg-2">
            <a:extLst>
              <a:ext uri="{FF2B5EF4-FFF2-40B4-BE49-F238E27FC236}">
                <a16:creationId xmlns:a16="http://schemas.microsoft.com/office/drawing/2014/main" id="{04941703-A636-4224-B4CA-769B9C815469}"/>
              </a:ext>
            </a:extLst>
          </p:cNvPr>
          <p:cNvSpPr>
            <a:spLocks noGrp="1"/>
          </p:cNvSpPr>
          <p:nvPr/>
        </p:nvSpPr>
        <p:spPr>
          <a:xfrm>
            <a:off x="5261610" y="3838575"/>
            <a:ext cx="1668780" cy="228600"/>
          </a:xfrm>
          <a:prstGeom prst="roundRect">
            <a:avLst>
              <a:gd name="adj" fmla="val 50000"/>
            </a:avLst>
          </a:prstGeom>
          <a:solidFill>
            <a:srgbClr val="E3F3EC"/>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6" name="tag-2">
            <a:extLst>
              <a:ext uri="{FF2B5EF4-FFF2-40B4-BE49-F238E27FC236}">
                <a16:creationId xmlns:a16="http://schemas.microsoft.com/office/drawing/2014/main" id="{6E536B91-05CD-41AC-A172-36242D30CD5F}"/>
              </a:ext>
            </a:extLst>
          </p:cNvPr>
          <p:cNvSpPr>
            <a:spLocks noGrp="1"/>
          </p:cNvSpPr>
          <p:nvPr/>
        </p:nvSpPr>
        <p:spPr>
          <a:xfrm>
            <a:off x="5261610" y="3876675"/>
            <a:ext cx="1668780" cy="161925"/>
          </a:xfrm>
          <a:prstGeom prst="rect">
            <a:avLst/>
          </a:prstGeom>
          <a:noFill/>
          <a:ln w="0">
            <a:noFill/>
            <a:prstDash val="solid"/>
          </a:ln>
        </p:spPr>
        <p:txBody>
          <a:bodyPr anchor="ctr"/>
          <a:lstStyle/>
          <a:p>
            <a:pPr algn="ctr">
              <a:defRPr sz="900" b="1">
                <a:solidFill>
                  <a:srgbClr val="087650"/>
                </a:solidFill>
              </a:defRPr>
            </a:pPr>
            <a:r>
              <a:rPr sz="900" b="1">
                <a:solidFill>
                  <a:srgbClr val="087650"/>
                </a:solidFill>
                <a:latin typeface="Kanit" panose="00000500000000000000" pitchFamily="2" charset="-34"/>
                <a:cs typeface="Kanit" panose="00000500000000000000" pitchFamily="2" charset="-34"/>
              </a:rPr>
              <a:t>AI VALIDATION</a:t>
            </a:r>
          </a:p>
        </p:txBody>
      </p:sp>
      <p:sp>
        <p:nvSpPr>
          <p:cNvPr id="37" name="step-3">
            <a:extLst>
              <a:ext uri="{FF2B5EF4-FFF2-40B4-BE49-F238E27FC236}">
                <a16:creationId xmlns:a16="http://schemas.microsoft.com/office/drawing/2014/main" id="{6AEDCEEB-4596-4F8E-82D7-642DDD884996}"/>
              </a:ext>
            </a:extLst>
          </p:cNvPr>
          <p:cNvSpPr>
            <a:spLocks noGrp="1"/>
          </p:cNvSpPr>
          <p:nvPr/>
        </p:nvSpPr>
        <p:spPr>
          <a:xfrm>
            <a:off x="7406640" y="1809750"/>
            <a:ext cx="1973580" cy="2400300"/>
          </a:xfrm>
          <a:prstGeom prst="roundRect">
            <a:avLst>
              <a:gd name="adj" fmla="val 5792"/>
            </a:avLst>
          </a:prstGeom>
          <a:solidFill>
            <a:srgbClr val="FFFFFF"/>
          </a:solidFill>
          <a:ln w="9525">
            <a:solidFill>
              <a:srgbClr val="D5E4DF"/>
            </a:solidFill>
            <a:prstDash val="solid"/>
          </a:ln>
        </p:spPr>
        <p:txBody>
          <a:bodyPr/>
          <a:lstStyle/>
          <a:p>
            <a:endParaRPr lang="en-US">
              <a:latin typeface="Kanit" panose="00000500000000000000" pitchFamily="2" charset="-34"/>
              <a:cs typeface="Kanit" panose="00000500000000000000" pitchFamily="2" charset="-34"/>
            </a:endParaRPr>
          </a:p>
        </p:txBody>
      </p:sp>
      <p:sp>
        <p:nvSpPr>
          <p:cNvPr id="38" name="step-num-bg-3">
            <a:extLst>
              <a:ext uri="{FF2B5EF4-FFF2-40B4-BE49-F238E27FC236}">
                <a16:creationId xmlns:a16="http://schemas.microsoft.com/office/drawing/2014/main" id="{6E1AF810-56C6-4776-A76F-719CA4238607}"/>
              </a:ext>
            </a:extLst>
          </p:cNvPr>
          <p:cNvSpPr>
            <a:spLocks noGrp="1"/>
          </p:cNvSpPr>
          <p:nvPr/>
        </p:nvSpPr>
        <p:spPr>
          <a:xfrm>
            <a:off x="7559040" y="1962150"/>
            <a:ext cx="323850" cy="323850"/>
          </a:xfrm>
          <a:prstGeom prst="roundRect">
            <a:avLst>
              <a:gd name="adj" fmla="val 50000"/>
            </a:avLst>
          </a:prstGeom>
          <a:solidFill>
            <a:srgbClr val="E0F2EA"/>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9" name="step-num-3">
            <a:extLst>
              <a:ext uri="{FF2B5EF4-FFF2-40B4-BE49-F238E27FC236}">
                <a16:creationId xmlns:a16="http://schemas.microsoft.com/office/drawing/2014/main" id="{DA59040D-28EB-4CDC-B5CE-EFC34A3E42CE}"/>
              </a:ext>
            </a:extLst>
          </p:cNvPr>
          <p:cNvSpPr>
            <a:spLocks noGrp="1"/>
          </p:cNvSpPr>
          <p:nvPr/>
        </p:nvSpPr>
        <p:spPr>
          <a:xfrm>
            <a:off x="7559040" y="2019300"/>
            <a:ext cx="323850" cy="190500"/>
          </a:xfrm>
          <a:prstGeom prst="rect">
            <a:avLst/>
          </a:prstGeom>
          <a:noFill/>
          <a:ln w="0">
            <a:noFill/>
            <a:prstDash val="solid"/>
          </a:ln>
        </p:spPr>
        <p:txBody>
          <a:bodyPr anchor="ctr"/>
          <a:lstStyle/>
          <a:p>
            <a:pPr algn="ctr">
              <a:defRPr sz="1050" b="1">
                <a:solidFill>
                  <a:srgbClr val="0A8F62"/>
                </a:solidFill>
              </a:defRPr>
            </a:pPr>
            <a:r>
              <a:rPr sz="1050" b="1">
                <a:solidFill>
                  <a:srgbClr val="0A8F62"/>
                </a:solidFill>
                <a:latin typeface="Kanit" panose="00000500000000000000" pitchFamily="2" charset="-34"/>
                <a:cs typeface="Kanit" panose="00000500000000000000" pitchFamily="2" charset="-34"/>
              </a:rPr>
              <a:t>4</a:t>
            </a:r>
          </a:p>
        </p:txBody>
      </p:sp>
      <p:sp>
        <p:nvSpPr>
          <p:cNvPr id="40" name="step-head-3">
            <a:extLst>
              <a:ext uri="{FF2B5EF4-FFF2-40B4-BE49-F238E27FC236}">
                <a16:creationId xmlns:a16="http://schemas.microsoft.com/office/drawing/2014/main" id="{7E2DF151-C7D1-43B2-9D48-9A0EDD091277}"/>
              </a:ext>
            </a:extLst>
          </p:cNvPr>
          <p:cNvSpPr>
            <a:spLocks noGrp="1"/>
          </p:cNvSpPr>
          <p:nvPr/>
        </p:nvSpPr>
        <p:spPr>
          <a:xfrm>
            <a:off x="7559040" y="2400300"/>
            <a:ext cx="1668780" cy="438150"/>
          </a:xfrm>
          <a:prstGeom prst="rect">
            <a:avLst/>
          </a:prstGeom>
          <a:noFill/>
          <a:ln w="0">
            <a:noFill/>
            <a:prstDash val="solid"/>
          </a:ln>
        </p:spPr>
        <p:txBody>
          <a:bodyPr anchor="t"/>
          <a:lstStyle/>
          <a:p>
            <a:pPr algn="l">
              <a:defRPr sz="1425" b="1">
                <a:solidFill>
                  <a:srgbClr val="173F38"/>
                </a:solidFill>
              </a:defRPr>
            </a:pPr>
            <a:r>
              <a:rPr lang="en-US" sz="1425" b="1" dirty="0">
                <a:solidFill>
                  <a:srgbClr val="173F38"/>
                </a:solidFill>
                <a:latin typeface="Kanit" panose="00000500000000000000" pitchFamily="2" charset="-34"/>
                <a:cs typeface="Kanit" panose="00000500000000000000" pitchFamily="2" charset="-34"/>
              </a:rPr>
              <a:t>3 ways </a:t>
            </a:r>
            <a:r>
              <a:rPr sz="1425" b="1" dirty="0">
                <a:solidFill>
                  <a:srgbClr val="173F38"/>
                </a:solidFill>
                <a:latin typeface="Kanit" panose="00000500000000000000" pitchFamily="2" charset="-34"/>
                <a:cs typeface="Kanit" panose="00000500000000000000" pitchFamily="2" charset="-34"/>
              </a:rPr>
              <a:t>Matching</a:t>
            </a:r>
          </a:p>
        </p:txBody>
      </p:sp>
      <p:sp>
        <p:nvSpPr>
          <p:cNvPr id="41" name="step-body-3">
            <a:extLst>
              <a:ext uri="{FF2B5EF4-FFF2-40B4-BE49-F238E27FC236}">
                <a16:creationId xmlns:a16="http://schemas.microsoft.com/office/drawing/2014/main" id="{4F27B994-CD17-427C-B983-25B359E82EC2}"/>
              </a:ext>
            </a:extLst>
          </p:cNvPr>
          <p:cNvSpPr>
            <a:spLocks noGrp="1"/>
          </p:cNvSpPr>
          <p:nvPr/>
        </p:nvSpPr>
        <p:spPr>
          <a:xfrm>
            <a:off x="7559040" y="2876550"/>
            <a:ext cx="1668780" cy="1181100"/>
          </a:xfrm>
          <a:prstGeom prst="rect">
            <a:avLst/>
          </a:prstGeom>
          <a:noFill/>
          <a:ln w="0">
            <a:noFill/>
            <a:prstDash val="solid"/>
          </a:ln>
        </p:spPr>
        <p:txBody>
          <a:bodyPr anchor="t"/>
          <a:lstStyle/>
          <a:p>
            <a:pPr algn="l">
              <a:defRPr sz="1125" b="0">
                <a:solidFill>
                  <a:srgbClr val="526863"/>
                </a:solidFill>
              </a:defRPr>
            </a:pPr>
            <a:r>
              <a:rPr sz="1125" b="0" dirty="0" err="1">
                <a:solidFill>
                  <a:srgbClr val="526863"/>
                </a:solidFill>
                <a:latin typeface="Kanit" panose="00000500000000000000" pitchFamily="2" charset="-34"/>
                <a:cs typeface="Kanit" panose="00000500000000000000" pitchFamily="2" charset="-34"/>
              </a:rPr>
              <a:t>จับคู่</a:t>
            </a:r>
            <a:r>
              <a:rPr sz="1125" b="0" dirty="0">
                <a:solidFill>
                  <a:srgbClr val="526863"/>
                </a:solidFill>
                <a:latin typeface="Kanit" panose="00000500000000000000" pitchFamily="2" charset="-34"/>
                <a:cs typeface="Kanit" panose="00000500000000000000" pitchFamily="2" charset="-34"/>
              </a:rPr>
              <a:t> Invoice </a:t>
            </a:r>
            <a:r>
              <a:rPr sz="1125" b="0" dirty="0" err="1">
                <a:solidFill>
                  <a:srgbClr val="526863"/>
                </a:solidFill>
                <a:latin typeface="Kanit" panose="00000500000000000000" pitchFamily="2" charset="-34"/>
                <a:cs typeface="Kanit" panose="00000500000000000000" pitchFamily="2" charset="-34"/>
              </a:rPr>
              <a:t>กับ</a:t>
            </a:r>
            <a:r>
              <a:rPr sz="1125" b="0" dirty="0">
                <a:solidFill>
                  <a:srgbClr val="526863"/>
                </a:solidFill>
                <a:latin typeface="Kanit" panose="00000500000000000000" pitchFamily="2" charset="-34"/>
                <a:cs typeface="Kanit" panose="00000500000000000000" pitchFamily="2" charset="-34"/>
              </a:rPr>
              <a:t> PO/GR </a:t>
            </a:r>
            <a:r>
              <a:rPr sz="1125" b="0" dirty="0" err="1">
                <a:solidFill>
                  <a:srgbClr val="526863"/>
                </a:solidFill>
                <a:latin typeface="Kanit" panose="00000500000000000000" pitchFamily="2" charset="-34"/>
                <a:cs typeface="Kanit" panose="00000500000000000000" pitchFamily="2" charset="-34"/>
              </a:rPr>
              <a:t>และตรวจยอด</a:t>
            </a:r>
            <a:r>
              <a:rPr sz="1125" b="0" dirty="0">
                <a:solidFill>
                  <a:srgbClr val="526863"/>
                </a:solidFill>
                <a:latin typeface="Kanit" panose="00000500000000000000" pitchFamily="2" charset="-34"/>
                <a:cs typeface="Kanit" panose="00000500000000000000" pitchFamily="2" charset="-34"/>
              </a:rPr>
              <a:t> </a:t>
            </a:r>
            <a:r>
              <a:rPr sz="1125" b="0" dirty="0" err="1">
                <a:solidFill>
                  <a:srgbClr val="526863"/>
                </a:solidFill>
                <a:latin typeface="Kanit" panose="00000500000000000000" pitchFamily="2" charset="-34"/>
                <a:cs typeface="Kanit" panose="00000500000000000000" pitchFamily="2" charset="-34"/>
              </a:rPr>
              <a:t>ปริมาณ</a:t>
            </a:r>
            <a:r>
              <a:rPr sz="1125" b="0" dirty="0">
                <a:solidFill>
                  <a:srgbClr val="526863"/>
                </a:solidFill>
                <a:latin typeface="Kanit" panose="00000500000000000000" pitchFamily="2" charset="-34"/>
                <a:cs typeface="Kanit" panose="00000500000000000000" pitchFamily="2" charset="-34"/>
              </a:rPr>
              <a:t> </a:t>
            </a:r>
            <a:r>
              <a:rPr sz="1125" b="0" dirty="0" err="1">
                <a:solidFill>
                  <a:srgbClr val="526863"/>
                </a:solidFill>
                <a:latin typeface="Kanit" panose="00000500000000000000" pitchFamily="2" charset="-34"/>
                <a:cs typeface="Kanit" panose="00000500000000000000" pitchFamily="2" charset="-34"/>
              </a:rPr>
              <a:t>ราคา</a:t>
            </a:r>
            <a:r>
              <a:rPr sz="1125" b="0" dirty="0">
                <a:solidFill>
                  <a:srgbClr val="526863"/>
                </a:solidFill>
                <a:latin typeface="Kanit" panose="00000500000000000000" pitchFamily="2" charset="-34"/>
                <a:cs typeface="Kanit" panose="00000500000000000000" pitchFamily="2" charset="-34"/>
              </a:rPr>
              <a:t> </a:t>
            </a:r>
            <a:r>
              <a:rPr sz="1125" b="0" dirty="0" err="1">
                <a:solidFill>
                  <a:srgbClr val="526863"/>
                </a:solidFill>
                <a:latin typeface="Kanit" panose="00000500000000000000" pitchFamily="2" charset="-34"/>
                <a:cs typeface="Kanit" panose="00000500000000000000" pitchFamily="2" charset="-34"/>
              </a:rPr>
              <a:t>และภาษี</a:t>
            </a:r>
            <a:endParaRPr sz="1125" b="0" dirty="0">
              <a:solidFill>
                <a:srgbClr val="526863"/>
              </a:solidFill>
              <a:latin typeface="Kanit" panose="00000500000000000000" pitchFamily="2" charset="-34"/>
              <a:cs typeface="Kanit" panose="00000500000000000000" pitchFamily="2" charset="-34"/>
            </a:endParaRPr>
          </a:p>
        </p:txBody>
      </p:sp>
      <p:sp>
        <p:nvSpPr>
          <p:cNvPr id="42" name="tag-bg-3">
            <a:extLst>
              <a:ext uri="{FF2B5EF4-FFF2-40B4-BE49-F238E27FC236}">
                <a16:creationId xmlns:a16="http://schemas.microsoft.com/office/drawing/2014/main" id="{9A31D2EE-BA30-415F-9B73-0AD081768568}"/>
              </a:ext>
            </a:extLst>
          </p:cNvPr>
          <p:cNvSpPr>
            <a:spLocks noGrp="1"/>
          </p:cNvSpPr>
          <p:nvPr/>
        </p:nvSpPr>
        <p:spPr>
          <a:xfrm>
            <a:off x="7559040" y="3838575"/>
            <a:ext cx="1668780" cy="228600"/>
          </a:xfrm>
          <a:prstGeom prst="roundRect">
            <a:avLst>
              <a:gd name="adj" fmla="val 50000"/>
            </a:avLst>
          </a:prstGeom>
          <a:solidFill>
            <a:srgbClr val="E3F3EC"/>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43" name="tag-3">
            <a:extLst>
              <a:ext uri="{FF2B5EF4-FFF2-40B4-BE49-F238E27FC236}">
                <a16:creationId xmlns:a16="http://schemas.microsoft.com/office/drawing/2014/main" id="{3A036F2F-6968-44A5-951F-40878423EC7B}"/>
              </a:ext>
            </a:extLst>
          </p:cNvPr>
          <p:cNvSpPr>
            <a:spLocks noGrp="1"/>
          </p:cNvSpPr>
          <p:nvPr/>
        </p:nvSpPr>
        <p:spPr>
          <a:xfrm>
            <a:off x="7559040" y="3876675"/>
            <a:ext cx="1668780" cy="161925"/>
          </a:xfrm>
          <a:prstGeom prst="rect">
            <a:avLst/>
          </a:prstGeom>
          <a:noFill/>
          <a:ln w="0">
            <a:noFill/>
            <a:prstDash val="solid"/>
          </a:ln>
        </p:spPr>
        <p:txBody>
          <a:bodyPr anchor="ctr"/>
          <a:lstStyle/>
          <a:p>
            <a:pPr algn="ctr">
              <a:defRPr sz="900" b="1">
                <a:solidFill>
                  <a:srgbClr val="087650"/>
                </a:solidFill>
              </a:defRPr>
            </a:pPr>
            <a:r>
              <a:rPr sz="900" b="1">
                <a:solidFill>
                  <a:srgbClr val="087650"/>
                </a:solidFill>
                <a:latin typeface="Kanit" panose="00000500000000000000" pitchFamily="2" charset="-34"/>
                <a:cs typeface="Kanit" panose="00000500000000000000" pitchFamily="2" charset="-34"/>
              </a:rPr>
              <a:t>3-WAY MATCH</a:t>
            </a:r>
          </a:p>
        </p:txBody>
      </p:sp>
      <p:sp>
        <p:nvSpPr>
          <p:cNvPr id="44" name="step-4">
            <a:extLst>
              <a:ext uri="{FF2B5EF4-FFF2-40B4-BE49-F238E27FC236}">
                <a16:creationId xmlns:a16="http://schemas.microsoft.com/office/drawing/2014/main" id="{13165904-DDE9-4051-BED9-13B9D121AF8B}"/>
              </a:ext>
            </a:extLst>
          </p:cNvPr>
          <p:cNvSpPr>
            <a:spLocks noGrp="1"/>
          </p:cNvSpPr>
          <p:nvPr/>
        </p:nvSpPr>
        <p:spPr>
          <a:xfrm>
            <a:off x="9704070" y="1809750"/>
            <a:ext cx="1973580" cy="2400300"/>
          </a:xfrm>
          <a:prstGeom prst="roundRect">
            <a:avLst>
              <a:gd name="adj" fmla="val 5792"/>
            </a:avLst>
          </a:prstGeom>
          <a:solidFill>
            <a:srgbClr val="FFFFFF"/>
          </a:solidFill>
          <a:ln w="9525">
            <a:solidFill>
              <a:srgbClr val="D5E4DF"/>
            </a:solidFill>
            <a:prstDash val="solid"/>
          </a:ln>
        </p:spPr>
        <p:txBody>
          <a:bodyPr/>
          <a:lstStyle/>
          <a:p>
            <a:endParaRPr lang="en-US">
              <a:latin typeface="Kanit" panose="00000500000000000000" pitchFamily="2" charset="-34"/>
              <a:cs typeface="Kanit" panose="00000500000000000000" pitchFamily="2" charset="-34"/>
            </a:endParaRPr>
          </a:p>
        </p:txBody>
      </p:sp>
      <p:sp>
        <p:nvSpPr>
          <p:cNvPr id="45" name="step-num-bg-4">
            <a:extLst>
              <a:ext uri="{FF2B5EF4-FFF2-40B4-BE49-F238E27FC236}">
                <a16:creationId xmlns:a16="http://schemas.microsoft.com/office/drawing/2014/main" id="{668A22E3-E808-423E-9C86-17ED67C68DDE}"/>
              </a:ext>
            </a:extLst>
          </p:cNvPr>
          <p:cNvSpPr>
            <a:spLocks noGrp="1"/>
          </p:cNvSpPr>
          <p:nvPr/>
        </p:nvSpPr>
        <p:spPr>
          <a:xfrm>
            <a:off x="9856470" y="1962150"/>
            <a:ext cx="323850" cy="323850"/>
          </a:xfrm>
          <a:prstGeom prst="roundRect">
            <a:avLst>
              <a:gd name="adj" fmla="val 50000"/>
            </a:avLst>
          </a:prstGeom>
          <a:solidFill>
            <a:srgbClr val="F4E6D3"/>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46" name="step-num-4">
            <a:extLst>
              <a:ext uri="{FF2B5EF4-FFF2-40B4-BE49-F238E27FC236}">
                <a16:creationId xmlns:a16="http://schemas.microsoft.com/office/drawing/2014/main" id="{914326C5-C874-49B5-AAD3-50B5248DB53A}"/>
              </a:ext>
            </a:extLst>
          </p:cNvPr>
          <p:cNvSpPr>
            <a:spLocks noGrp="1"/>
          </p:cNvSpPr>
          <p:nvPr/>
        </p:nvSpPr>
        <p:spPr>
          <a:xfrm>
            <a:off x="9856470" y="2019300"/>
            <a:ext cx="323850" cy="190500"/>
          </a:xfrm>
          <a:prstGeom prst="rect">
            <a:avLst/>
          </a:prstGeom>
          <a:noFill/>
          <a:ln w="0">
            <a:noFill/>
            <a:prstDash val="solid"/>
          </a:ln>
        </p:spPr>
        <p:txBody>
          <a:bodyPr anchor="ctr"/>
          <a:lstStyle/>
          <a:p>
            <a:pPr algn="ctr">
              <a:defRPr sz="1050" b="1">
                <a:solidFill>
                  <a:srgbClr val="B56C17"/>
                </a:solidFill>
              </a:defRPr>
            </a:pPr>
            <a:r>
              <a:rPr sz="1050" b="1">
                <a:solidFill>
                  <a:srgbClr val="B56C17"/>
                </a:solidFill>
                <a:latin typeface="Kanit" panose="00000500000000000000" pitchFamily="2" charset="-34"/>
                <a:cs typeface="Kanit" panose="00000500000000000000" pitchFamily="2" charset="-34"/>
              </a:rPr>
              <a:t>5</a:t>
            </a:r>
          </a:p>
        </p:txBody>
      </p:sp>
      <p:sp>
        <p:nvSpPr>
          <p:cNvPr id="47" name="step-head-4">
            <a:extLst>
              <a:ext uri="{FF2B5EF4-FFF2-40B4-BE49-F238E27FC236}">
                <a16:creationId xmlns:a16="http://schemas.microsoft.com/office/drawing/2014/main" id="{6418B79F-C08E-452C-B194-A9AFED7E74AB}"/>
              </a:ext>
            </a:extLst>
          </p:cNvPr>
          <p:cNvSpPr>
            <a:spLocks noGrp="1"/>
          </p:cNvSpPr>
          <p:nvPr/>
        </p:nvSpPr>
        <p:spPr>
          <a:xfrm>
            <a:off x="9856470" y="2400300"/>
            <a:ext cx="1668780" cy="438150"/>
          </a:xfrm>
          <a:prstGeom prst="rect">
            <a:avLst/>
          </a:prstGeom>
          <a:noFill/>
          <a:ln w="0">
            <a:noFill/>
            <a:prstDash val="solid"/>
          </a:ln>
        </p:spPr>
        <p:txBody>
          <a:bodyPr anchor="t"/>
          <a:lstStyle/>
          <a:p>
            <a:pPr algn="l">
              <a:defRPr sz="1425" b="1">
                <a:solidFill>
                  <a:srgbClr val="173F38"/>
                </a:solidFill>
              </a:defRPr>
            </a:pPr>
            <a:r>
              <a:rPr sz="1425" b="1">
                <a:solidFill>
                  <a:srgbClr val="173F38"/>
                </a:solidFill>
                <a:latin typeface="Kanit" panose="00000500000000000000" pitchFamily="2" charset="-34"/>
                <a:cs typeface="Kanit" panose="00000500000000000000" pitchFamily="2" charset="-34"/>
              </a:rPr>
              <a:t>Approve &amp; Post</a:t>
            </a:r>
          </a:p>
        </p:txBody>
      </p:sp>
      <p:sp>
        <p:nvSpPr>
          <p:cNvPr id="48" name="step-body-4">
            <a:extLst>
              <a:ext uri="{FF2B5EF4-FFF2-40B4-BE49-F238E27FC236}">
                <a16:creationId xmlns:a16="http://schemas.microsoft.com/office/drawing/2014/main" id="{58F78A8A-5DF6-4AC9-8214-EA8E9D7A7B71}"/>
              </a:ext>
            </a:extLst>
          </p:cNvPr>
          <p:cNvSpPr>
            <a:spLocks noGrp="1"/>
          </p:cNvSpPr>
          <p:nvPr/>
        </p:nvSpPr>
        <p:spPr>
          <a:xfrm>
            <a:off x="9856470" y="2876550"/>
            <a:ext cx="1668780" cy="1181100"/>
          </a:xfrm>
          <a:prstGeom prst="rect">
            <a:avLst/>
          </a:prstGeom>
          <a:noFill/>
          <a:ln w="0">
            <a:noFill/>
            <a:prstDash val="solid"/>
          </a:ln>
        </p:spPr>
        <p:txBody>
          <a:bodyPr anchor="t"/>
          <a:lstStyle/>
          <a:p>
            <a:pPr algn="l">
              <a:defRPr sz="1125" b="0">
                <a:solidFill>
                  <a:srgbClr val="526863"/>
                </a:solidFill>
              </a:defRPr>
            </a:pPr>
            <a:r>
              <a:rPr sz="1125" b="0">
                <a:solidFill>
                  <a:srgbClr val="526863"/>
                </a:solidFill>
                <a:latin typeface="Kanit" panose="00000500000000000000" pitchFamily="2" charset="-34"/>
                <a:cs typeface="Kanit" panose="00000500000000000000" pitchFamily="2" charset="-34"/>
              </a:rPr>
              <a:t>ส่ง Exception ให้ User ตรวจ อนุมัติ และ RPA บันทึก AP ใน D365</a:t>
            </a:r>
          </a:p>
        </p:txBody>
      </p:sp>
      <p:sp>
        <p:nvSpPr>
          <p:cNvPr id="49" name="tag-bg-4">
            <a:extLst>
              <a:ext uri="{FF2B5EF4-FFF2-40B4-BE49-F238E27FC236}">
                <a16:creationId xmlns:a16="http://schemas.microsoft.com/office/drawing/2014/main" id="{98C1FF5D-3AAB-4B71-B501-A46F93B1AC4D}"/>
              </a:ext>
            </a:extLst>
          </p:cNvPr>
          <p:cNvSpPr>
            <a:spLocks noGrp="1"/>
          </p:cNvSpPr>
          <p:nvPr/>
        </p:nvSpPr>
        <p:spPr>
          <a:xfrm>
            <a:off x="9856470" y="3838575"/>
            <a:ext cx="1668780" cy="228600"/>
          </a:xfrm>
          <a:prstGeom prst="roundRect">
            <a:avLst>
              <a:gd name="adj" fmla="val 50000"/>
            </a:avLst>
          </a:prstGeom>
          <a:solidFill>
            <a:srgbClr val="F4E6D3"/>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0" name="tag-4">
            <a:extLst>
              <a:ext uri="{FF2B5EF4-FFF2-40B4-BE49-F238E27FC236}">
                <a16:creationId xmlns:a16="http://schemas.microsoft.com/office/drawing/2014/main" id="{F37D71F6-8933-4347-92B3-51B888CA0829}"/>
              </a:ext>
            </a:extLst>
          </p:cNvPr>
          <p:cNvSpPr>
            <a:spLocks noGrp="1"/>
          </p:cNvSpPr>
          <p:nvPr/>
        </p:nvSpPr>
        <p:spPr>
          <a:xfrm>
            <a:off x="9856470" y="3876675"/>
            <a:ext cx="1668780" cy="161925"/>
          </a:xfrm>
          <a:prstGeom prst="rect">
            <a:avLst/>
          </a:prstGeom>
          <a:noFill/>
          <a:ln w="0">
            <a:noFill/>
            <a:prstDash val="solid"/>
          </a:ln>
        </p:spPr>
        <p:txBody>
          <a:bodyPr anchor="ctr"/>
          <a:lstStyle/>
          <a:p>
            <a:pPr algn="ctr">
              <a:defRPr sz="900" b="1">
                <a:solidFill>
                  <a:srgbClr val="A96214"/>
                </a:solidFill>
              </a:defRPr>
            </a:pPr>
            <a:r>
              <a:rPr sz="900" b="1">
                <a:solidFill>
                  <a:srgbClr val="A96214"/>
                </a:solidFill>
                <a:latin typeface="Kanit" panose="00000500000000000000" pitchFamily="2" charset="-34"/>
                <a:cs typeface="Kanit" panose="00000500000000000000" pitchFamily="2" charset="-34"/>
              </a:rPr>
              <a:t>USER + RPA</a:t>
            </a:r>
          </a:p>
        </p:txBody>
      </p:sp>
      <p:sp>
        <p:nvSpPr>
          <p:cNvPr id="51" name="bottom-band">
            <a:extLst>
              <a:ext uri="{FF2B5EF4-FFF2-40B4-BE49-F238E27FC236}">
                <a16:creationId xmlns:a16="http://schemas.microsoft.com/office/drawing/2014/main" id="{0B36B95C-2F00-4421-8B4C-F5052A9B6592}"/>
              </a:ext>
            </a:extLst>
          </p:cNvPr>
          <p:cNvSpPr>
            <a:spLocks noGrp="1"/>
          </p:cNvSpPr>
          <p:nvPr/>
        </p:nvSpPr>
        <p:spPr>
          <a:xfrm>
            <a:off x="495300" y="4514850"/>
            <a:ext cx="11201400" cy="1657350"/>
          </a:xfrm>
          <a:prstGeom prst="roundRect">
            <a:avLst>
              <a:gd name="adj" fmla="val 6897"/>
            </a:avLst>
          </a:prstGeom>
          <a:solidFill>
            <a:srgbClr val="173F38"/>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2" name="control-label">
            <a:extLst>
              <a:ext uri="{FF2B5EF4-FFF2-40B4-BE49-F238E27FC236}">
                <a16:creationId xmlns:a16="http://schemas.microsoft.com/office/drawing/2014/main" id="{3B66F604-7B08-4A26-9E89-28CF562C423A}"/>
              </a:ext>
            </a:extLst>
          </p:cNvPr>
          <p:cNvSpPr>
            <a:spLocks noGrp="1"/>
          </p:cNvSpPr>
          <p:nvPr/>
        </p:nvSpPr>
        <p:spPr>
          <a:xfrm>
            <a:off x="742950" y="4705350"/>
            <a:ext cx="4762500" cy="238125"/>
          </a:xfrm>
          <a:prstGeom prst="rect">
            <a:avLst/>
          </a:prstGeom>
          <a:noFill/>
          <a:ln w="0">
            <a:noFill/>
            <a:prstDash val="solid"/>
          </a:ln>
        </p:spPr>
        <p:txBody>
          <a:bodyPr anchor="t"/>
          <a:lstStyle/>
          <a:p>
            <a:pPr algn="l">
              <a:defRPr sz="1350" b="1">
                <a:solidFill>
                  <a:srgbClr val="83D9BA"/>
                </a:solidFill>
              </a:defRPr>
            </a:pPr>
            <a:r>
              <a:rPr sz="1350" b="1">
                <a:solidFill>
                  <a:srgbClr val="83D9BA"/>
                </a:solidFill>
                <a:latin typeface="Kanit" panose="00000500000000000000" pitchFamily="2" charset="-34"/>
                <a:cs typeface="Kanit" panose="00000500000000000000" pitchFamily="2" charset="-34"/>
              </a:rPr>
              <a:t>CONTROL POINT</a:t>
            </a:r>
          </a:p>
        </p:txBody>
      </p:sp>
      <p:sp>
        <p:nvSpPr>
          <p:cNvPr id="53" name="control-body">
            <a:extLst>
              <a:ext uri="{FF2B5EF4-FFF2-40B4-BE49-F238E27FC236}">
                <a16:creationId xmlns:a16="http://schemas.microsoft.com/office/drawing/2014/main" id="{71C412AD-D66B-44C4-B0C0-16C09443275E}"/>
              </a:ext>
            </a:extLst>
          </p:cNvPr>
          <p:cNvSpPr>
            <a:spLocks noGrp="1"/>
          </p:cNvSpPr>
          <p:nvPr/>
        </p:nvSpPr>
        <p:spPr>
          <a:xfrm>
            <a:off x="742950" y="5010150"/>
            <a:ext cx="4762500" cy="933450"/>
          </a:xfrm>
          <a:prstGeom prst="rect">
            <a:avLst/>
          </a:prstGeom>
          <a:noFill/>
          <a:ln w="0">
            <a:noFill/>
            <a:prstDash val="solid"/>
          </a:ln>
        </p:spPr>
        <p:txBody>
          <a:bodyPr anchor="t"/>
          <a:lstStyle/>
          <a:p>
            <a:pPr algn="l">
              <a:defRPr sz="1200" b="0">
                <a:solidFill>
                  <a:srgbClr val="E2ECE9"/>
                </a:solidFill>
              </a:defRPr>
            </a:pPr>
            <a:r>
              <a:rPr sz="1200" b="0">
                <a:solidFill>
                  <a:srgbClr val="E2ECE9"/>
                </a:solidFill>
                <a:latin typeface="Kanit" panose="00000500000000000000" pitchFamily="2" charset="-34"/>
                <a:cs typeface="Kanit" panose="00000500000000000000" pitchFamily="2" charset="-34"/>
              </a:rPr>
              <a:t>• Confidence Score ของ OCR</a:t>
            </a:r>
          </a:p>
          <a:p>
            <a:pPr algn="l">
              <a:defRPr sz="1200" b="0">
                <a:solidFill>
                  <a:srgbClr val="E2ECE9"/>
                </a:solidFill>
              </a:defRPr>
            </a:pPr>
            <a:r>
              <a:rPr sz="1200" b="0">
                <a:solidFill>
                  <a:srgbClr val="E2ECE9"/>
                </a:solidFill>
                <a:latin typeface="Kanit" panose="00000500000000000000" pitchFamily="2" charset="-34"/>
                <a:cs typeface="Kanit" panose="00000500000000000000" pitchFamily="2" charset="-34"/>
              </a:rPr>
              <a:t>• Duplicate Invoice / Vendor / Tax Validation</a:t>
            </a:r>
          </a:p>
          <a:p>
            <a:pPr algn="l">
              <a:defRPr sz="1200" b="0">
                <a:solidFill>
                  <a:srgbClr val="E2ECE9"/>
                </a:solidFill>
              </a:defRPr>
            </a:pPr>
            <a:r>
              <a:rPr sz="1200" b="0">
                <a:solidFill>
                  <a:srgbClr val="E2ECE9"/>
                </a:solidFill>
                <a:latin typeface="Kanit" panose="00000500000000000000" pitchFamily="2" charset="-34"/>
                <a:cs typeface="Kanit" panose="00000500000000000000" pitchFamily="2" charset="-34"/>
              </a:rPr>
              <a:t>• Tolerance สำหรับ PO Matching และ Approval Matrix</a:t>
            </a:r>
          </a:p>
        </p:txBody>
      </p:sp>
      <p:sp>
        <p:nvSpPr>
          <p:cNvPr id="54" name="bottom-divider">
            <a:extLst>
              <a:ext uri="{FF2B5EF4-FFF2-40B4-BE49-F238E27FC236}">
                <a16:creationId xmlns:a16="http://schemas.microsoft.com/office/drawing/2014/main" id="{BC75B6BE-36ED-4406-8BB4-42F7159908A0}"/>
              </a:ext>
            </a:extLst>
          </p:cNvPr>
          <p:cNvSpPr>
            <a:spLocks noGrp="1"/>
          </p:cNvSpPr>
          <p:nvPr/>
        </p:nvSpPr>
        <p:spPr>
          <a:xfrm>
            <a:off x="6000750" y="4724400"/>
            <a:ext cx="9525" cy="1200150"/>
          </a:xfrm>
          <a:prstGeom prst="rect">
            <a:avLst/>
          </a:prstGeom>
          <a:solidFill>
            <a:srgbClr val="487269"/>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5" name="result-label">
            <a:extLst>
              <a:ext uri="{FF2B5EF4-FFF2-40B4-BE49-F238E27FC236}">
                <a16:creationId xmlns:a16="http://schemas.microsoft.com/office/drawing/2014/main" id="{679E7667-CA87-40D2-B90A-AFFA56587946}"/>
              </a:ext>
            </a:extLst>
          </p:cNvPr>
          <p:cNvSpPr>
            <a:spLocks noGrp="1"/>
          </p:cNvSpPr>
          <p:nvPr/>
        </p:nvSpPr>
        <p:spPr>
          <a:xfrm>
            <a:off x="6286500" y="4705350"/>
            <a:ext cx="4762500" cy="238125"/>
          </a:xfrm>
          <a:prstGeom prst="rect">
            <a:avLst/>
          </a:prstGeom>
          <a:noFill/>
          <a:ln w="0">
            <a:noFill/>
            <a:prstDash val="solid"/>
          </a:ln>
        </p:spPr>
        <p:txBody>
          <a:bodyPr anchor="t"/>
          <a:lstStyle/>
          <a:p>
            <a:pPr algn="l">
              <a:defRPr sz="1350" b="1">
                <a:solidFill>
                  <a:srgbClr val="F0BE77"/>
                </a:solidFill>
              </a:defRPr>
            </a:pPr>
            <a:r>
              <a:rPr sz="1350" b="1">
                <a:solidFill>
                  <a:srgbClr val="F0BE77"/>
                </a:solidFill>
                <a:latin typeface="Kanit" panose="00000500000000000000" pitchFamily="2" charset="-34"/>
                <a:cs typeface="Kanit" panose="00000500000000000000" pitchFamily="2" charset="-34"/>
              </a:rPr>
              <a:t>EXPECTED RESULT</a:t>
            </a:r>
          </a:p>
        </p:txBody>
      </p:sp>
      <p:sp>
        <p:nvSpPr>
          <p:cNvPr id="56" name="result-body">
            <a:extLst>
              <a:ext uri="{FF2B5EF4-FFF2-40B4-BE49-F238E27FC236}">
                <a16:creationId xmlns:a16="http://schemas.microsoft.com/office/drawing/2014/main" id="{E0401EA4-1143-41AF-8A2C-1686C44EC1EB}"/>
              </a:ext>
            </a:extLst>
          </p:cNvPr>
          <p:cNvSpPr>
            <a:spLocks noGrp="1"/>
          </p:cNvSpPr>
          <p:nvPr/>
        </p:nvSpPr>
        <p:spPr>
          <a:xfrm>
            <a:off x="6286500" y="5010150"/>
            <a:ext cx="4857750" cy="933450"/>
          </a:xfrm>
          <a:prstGeom prst="rect">
            <a:avLst/>
          </a:prstGeom>
          <a:noFill/>
          <a:ln w="0">
            <a:noFill/>
            <a:prstDash val="solid"/>
          </a:ln>
        </p:spPr>
        <p:txBody>
          <a:bodyPr anchor="t"/>
          <a:lstStyle/>
          <a:p>
            <a:pPr algn="l">
              <a:defRPr sz="1200" b="0">
                <a:solidFill>
                  <a:srgbClr val="FFFFFF"/>
                </a:solidFill>
              </a:defRPr>
            </a:pPr>
            <a:r>
              <a:rPr sz="1200" b="0">
                <a:solidFill>
                  <a:srgbClr val="FFFFFF"/>
                </a:solidFill>
                <a:latin typeface="Kanit" panose="00000500000000000000" pitchFamily="2" charset="-34"/>
                <a:cs typeface="Kanit" panose="00000500000000000000" pitchFamily="2" charset="-34"/>
              </a:rPr>
              <a:t>• ลดการคีย์ Invoice และเวลาตรวจเอกสาร</a:t>
            </a:r>
          </a:p>
          <a:p>
            <a:pPr algn="l">
              <a:defRPr sz="1200" b="0">
                <a:solidFill>
                  <a:srgbClr val="FFFFFF"/>
                </a:solidFill>
              </a:defRPr>
            </a:pPr>
            <a:r>
              <a:rPr sz="1200" b="0">
                <a:solidFill>
                  <a:srgbClr val="FFFFFF"/>
                </a:solidFill>
                <a:latin typeface="Kanit" panose="00000500000000000000" pitchFamily="2" charset="-34"/>
                <a:cs typeface="Kanit" panose="00000500000000000000" pitchFamily="2" charset="-34"/>
              </a:rPr>
              <a:t>• ลด Invoice ซ้ำและข้อผิดพลาดด้านภาษี</a:t>
            </a:r>
          </a:p>
          <a:p>
            <a:pPr algn="l">
              <a:defRPr sz="1200" b="0">
                <a:solidFill>
                  <a:srgbClr val="FFFFFF"/>
                </a:solidFill>
              </a:defRPr>
            </a:pPr>
            <a:r>
              <a:rPr sz="1200" b="0">
                <a:solidFill>
                  <a:srgbClr val="FFFFFF"/>
                </a:solidFill>
                <a:latin typeface="Kanit" panose="00000500000000000000" pitchFamily="2" charset="-34"/>
                <a:cs typeface="Kanit" panose="00000500000000000000" pitchFamily="2" charset="-34"/>
              </a:rPr>
              <a:t>• ติดตามสถานะ Received → Matched → Approved → Posted ได้</a:t>
            </a:r>
          </a:p>
        </p:txBody>
      </p:sp>
      <p:sp>
        <p:nvSpPr>
          <p:cNvPr id="59" name="age-mark">
            <a:extLst>
              <a:ext uri="{FF2B5EF4-FFF2-40B4-BE49-F238E27FC236}">
                <a16:creationId xmlns:a16="http://schemas.microsoft.com/office/drawing/2014/main" id="{684EEF78-C07C-EB86-1FBD-29FF6A125244}"/>
              </a:ext>
            </a:extLst>
          </p:cNvPr>
          <p:cNvSpPr>
            <a:spLocks noGrp="1"/>
          </p:cNvSpPr>
          <p:nvPr/>
        </p:nvSpPr>
        <p:spPr>
          <a:xfrm>
            <a:off x="10972800" y="419100"/>
            <a:ext cx="666750" cy="590550"/>
          </a:xfrm>
          <a:prstGeom prst="roundRect">
            <a:avLst>
              <a:gd name="adj" fmla="val 50000"/>
            </a:avLst>
          </a:prstGeom>
          <a:solidFill>
            <a:srgbClr val="E3F3EC"/>
          </a:solidFill>
          <a:ln w="0">
            <a:noFill/>
            <a:prstDash val="solid"/>
          </a:ln>
        </p:spPr>
        <p:txBody>
          <a:bodyPr/>
          <a:lstStyle/>
          <a:p>
            <a:endParaRPr lang="en-US"/>
          </a:p>
        </p:txBody>
      </p:sp>
      <p:sp>
        <p:nvSpPr>
          <p:cNvPr id="61" name="age">
            <a:extLst>
              <a:ext uri="{FF2B5EF4-FFF2-40B4-BE49-F238E27FC236}">
                <a16:creationId xmlns:a16="http://schemas.microsoft.com/office/drawing/2014/main" id="{C67CF109-C868-F0B6-40E7-24485CE90C9A}"/>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pic>
        <p:nvPicPr>
          <p:cNvPr id="63" name="Picture 62" descr="Home - บริษัท เอเชีย กรีน เอนเนอจี จำกัด (มหาชน)">
            <a:extLst>
              <a:ext uri="{FF2B5EF4-FFF2-40B4-BE49-F238E27FC236}">
                <a16:creationId xmlns:a16="http://schemas.microsoft.com/office/drawing/2014/main" id="{AE98748B-2D5C-BB6D-79C6-033E48403A1F}"/>
              </a:ext>
            </a:extLst>
          </p:cNvPr>
          <p:cNvPicPr>
            <a:picLocks noChangeAspect="1"/>
          </p:cNvPicPr>
          <p:nvPr/>
        </p:nvPicPr>
        <p:blipFill>
          <a:blip r:embed="rId3"/>
          <a:stretch>
            <a:fillRect/>
          </a:stretch>
        </p:blipFill>
        <p:spPr>
          <a:xfrm>
            <a:off x="11087411" y="584335"/>
            <a:ext cx="416319" cy="253866"/>
          </a:xfrm>
          <a:prstGeom prst="rect">
            <a:avLst/>
          </a:prstGeom>
        </p:spPr>
      </p:pic>
      <p:sp>
        <p:nvSpPr>
          <p:cNvPr id="6" name="Slide Number Placeholder 1">
            <a:extLst>
              <a:ext uri="{FF2B5EF4-FFF2-40B4-BE49-F238E27FC236}">
                <a16:creationId xmlns:a16="http://schemas.microsoft.com/office/drawing/2014/main" id="{D7163028-0449-297B-9A93-431FDCB2CDE3}"/>
              </a:ext>
            </a:extLst>
          </p:cNvPr>
          <p:cNvSpPr txBox="1">
            <a:spLocks/>
          </p:cNvSpPr>
          <p:nvPr/>
        </p:nvSpPr>
        <p:spPr>
          <a:xfrm>
            <a:off x="10728900" y="6600237"/>
            <a:ext cx="1422400" cy="2434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46">
              <a:defRPr/>
            </a:pPr>
            <a:fld id="{5E5634F8-C5C6-4843-9A92-B93B76582613}" type="slidenum">
              <a:rPr lang="en-US" sz="1333" smtClean="0">
                <a:solidFill>
                  <a:prstClr val="black"/>
                </a:solidFill>
                <a:latin typeface="Poppins" panose="00000500000000000000" pitchFamily="2" charset="0"/>
                <a:cs typeface="Poppins" panose="00000500000000000000" pitchFamily="2" charset="0"/>
              </a:rPr>
              <a:pPr algn="r" defTabSz="914446">
                <a:defRPr/>
              </a:pPr>
              <a:t>11</a:t>
            </a:fld>
            <a:endParaRPr lang="en-US" sz="1333" dirty="0">
              <a:solidFill>
                <a:prstClr val="black"/>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027423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7E12F-1A90-6386-6FE5-D2E8AA6E3CA7}"/>
            </a:ext>
          </a:extLst>
        </p:cNvPr>
        <p:cNvGrpSpPr/>
        <p:nvPr/>
      </p:nvGrpSpPr>
      <p:grpSpPr>
        <a:xfrm>
          <a:off x="0" y="0"/>
          <a:ext cx="0" cy="0"/>
          <a:chOff x="0" y="0"/>
          <a:chExt cx="0" cy="0"/>
        </a:xfrm>
      </p:grpSpPr>
      <p:sp>
        <p:nvSpPr>
          <p:cNvPr id="8" name="Freeform 2">
            <a:extLst>
              <a:ext uri="{FF2B5EF4-FFF2-40B4-BE49-F238E27FC236}">
                <a16:creationId xmlns:a16="http://schemas.microsoft.com/office/drawing/2014/main" id="{ED25A398-A9FB-2B6F-968F-F59B5A7017C0}"/>
              </a:ext>
            </a:extLst>
          </p:cNvPr>
          <p:cNvSpPr/>
          <p:nvPr/>
        </p:nvSpPr>
        <p:spPr>
          <a:xfrm rot="-10800000" flipH="1">
            <a:off x="-14052" y="0"/>
            <a:ext cx="4673600" cy="6858000"/>
          </a:xfrm>
          <a:custGeom>
            <a:avLst/>
            <a:gdLst/>
            <a:ahLst/>
            <a:cxnLst/>
            <a:rect l="l" t="t" r="r" b="b"/>
            <a:pathLst>
              <a:path w="18297525" h="10287000">
                <a:moveTo>
                  <a:pt x="18297525" y="0"/>
                </a:moveTo>
                <a:lnTo>
                  <a:pt x="0" y="0"/>
                </a:lnTo>
                <a:lnTo>
                  <a:pt x="0" y="10287000"/>
                </a:lnTo>
                <a:lnTo>
                  <a:pt x="18297525" y="10287000"/>
                </a:lnTo>
                <a:lnTo>
                  <a:pt x="18297525" y="0"/>
                </a:lnTo>
                <a:close/>
              </a:path>
            </a:pathLst>
          </a:custGeom>
          <a:blipFill>
            <a:blip>
              <a:extLst>
                <a:ext uri="{96DAC541-7B7A-43D3-8B79-37D633B846F1}">
                  <asvg:svgBlip xmlns:asvg="http://schemas.microsoft.com/office/drawing/2016/SVG/main" r:embed="rId3"/>
                </a:ext>
              </a:extLst>
            </a:blip>
            <a:stretch>
              <a:fillRect l="-1436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5" name="Straight Connector 14">
            <a:extLst>
              <a:ext uri="{FF2B5EF4-FFF2-40B4-BE49-F238E27FC236}">
                <a16:creationId xmlns:a16="http://schemas.microsoft.com/office/drawing/2014/main" id="{13011301-A16E-D6DE-D61A-4E0A00720FB9}"/>
              </a:ext>
            </a:extLst>
          </p:cNvPr>
          <p:cNvCxnSpPr>
            <a:cxnSpLocks/>
          </p:cNvCxnSpPr>
          <p:nvPr/>
        </p:nvCxnSpPr>
        <p:spPr>
          <a:xfrm>
            <a:off x="480291" y="2032526"/>
            <a:ext cx="371634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E15493A-C6CD-305F-06D2-150A56263A35}"/>
              </a:ext>
            </a:extLst>
          </p:cNvPr>
          <p:cNvSpPr txBox="1"/>
          <p:nvPr/>
        </p:nvSpPr>
        <p:spPr>
          <a:xfrm>
            <a:off x="3647995" y="832197"/>
            <a:ext cx="796683"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200" b="1" dirty="0">
                <a:solidFill>
                  <a:prstClr val="white"/>
                </a:solidFill>
                <a:latin typeface="Arial" panose="020B0604020202020204" pitchFamily="34" charset="0"/>
              </a:rPr>
              <a:t>3</a:t>
            </a:r>
            <a:endParaRPr kumimoji="0" lang="en-US" sz="72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5" name="TextBox 4">
            <a:extLst>
              <a:ext uri="{FF2B5EF4-FFF2-40B4-BE49-F238E27FC236}">
                <a16:creationId xmlns:a16="http://schemas.microsoft.com/office/drawing/2014/main" id="{1FEA3346-7CF3-1F41-322D-0CCA2BCB57E5}"/>
              </a:ext>
            </a:extLst>
          </p:cNvPr>
          <p:cNvSpPr txBox="1"/>
          <p:nvPr/>
        </p:nvSpPr>
        <p:spPr>
          <a:xfrm>
            <a:off x="12701" y="2099092"/>
            <a:ext cx="4304698" cy="120032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PROJECT IMPLEMENTATION</a:t>
            </a:r>
          </a:p>
        </p:txBody>
      </p:sp>
      <p:cxnSp>
        <p:nvCxnSpPr>
          <p:cNvPr id="6" name="Straight Connector 5">
            <a:extLst>
              <a:ext uri="{FF2B5EF4-FFF2-40B4-BE49-F238E27FC236}">
                <a16:creationId xmlns:a16="http://schemas.microsoft.com/office/drawing/2014/main" id="{380F5F25-B4C5-83F6-01EF-987C2516BD13}"/>
              </a:ext>
            </a:extLst>
          </p:cNvPr>
          <p:cNvCxnSpPr>
            <a:cxnSpLocks/>
          </p:cNvCxnSpPr>
          <p:nvPr/>
        </p:nvCxnSpPr>
        <p:spPr>
          <a:xfrm>
            <a:off x="3099355" y="2032526"/>
            <a:ext cx="1097280" cy="0"/>
          </a:xfrm>
          <a:prstGeom prst="line">
            <a:avLst/>
          </a:prstGeom>
          <a:ln w="28575">
            <a:solidFill>
              <a:srgbClr val="009E47"/>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A491B0F-A77A-41A6-99C8-4895D4E4CEBF}"/>
              </a:ext>
            </a:extLst>
          </p:cNvPr>
          <p:cNvSpPr txBox="1"/>
          <p:nvPr/>
        </p:nvSpPr>
        <p:spPr>
          <a:xfrm>
            <a:off x="95807" y="3671313"/>
            <a:ext cx="4304699" cy="18158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Detail of topics as following: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lvl="0">
              <a:defRPr/>
            </a:pPr>
            <a:r>
              <a:rPr lang="en-US" sz="1600" dirty="0">
                <a:solidFill>
                  <a:prstClr val="white"/>
                </a:solidFill>
                <a:latin typeface="Arial" panose="020B0604020202020204" pitchFamily="34" charset="0"/>
              </a:rPr>
              <a:t>4.1 Project Schedule</a:t>
            </a:r>
          </a:p>
          <a:p>
            <a:pPr lvl="0">
              <a:defRPr/>
            </a:pPr>
            <a:r>
              <a:rPr lang="en-US" sz="1600" dirty="0">
                <a:solidFill>
                  <a:prstClr val="white"/>
                </a:solidFill>
                <a:latin typeface="Arial" panose="020B0604020202020204" pitchFamily="34" charset="0"/>
              </a:rPr>
              <a:t>4.2 Implementation Stage</a:t>
            </a:r>
          </a:p>
          <a:p>
            <a:pPr lvl="0">
              <a:defRPr/>
            </a:pPr>
            <a:r>
              <a:rPr lang="en-US" sz="1600" dirty="0">
                <a:solidFill>
                  <a:prstClr val="white"/>
                </a:solidFill>
                <a:latin typeface="Arial" panose="020B0604020202020204" pitchFamily="34" charset="0"/>
              </a:rPr>
              <a:t>4.5 Project Communication</a:t>
            </a:r>
          </a:p>
          <a:p>
            <a:pPr lvl="0">
              <a:defRPr/>
            </a:pPr>
            <a:r>
              <a:rPr lang="en-US" sz="1600" dirty="0">
                <a:solidFill>
                  <a:prstClr val="white"/>
                </a:solidFill>
                <a:latin typeface="Arial" panose="020B0604020202020204" pitchFamily="34" charset="0"/>
              </a:rPr>
              <a:t>4.6 Project Training</a:t>
            </a:r>
            <a:endPar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4" name="Slide Number Placeholder 1">
            <a:extLst>
              <a:ext uri="{FF2B5EF4-FFF2-40B4-BE49-F238E27FC236}">
                <a16:creationId xmlns:a16="http://schemas.microsoft.com/office/drawing/2014/main" id="{82B1AF82-26E7-EF1B-EBB7-35B0998FE70F}"/>
              </a:ext>
            </a:extLst>
          </p:cNvPr>
          <p:cNvSpPr txBox="1">
            <a:spLocks/>
          </p:cNvSpPr>
          <p:nvPr/>
        </p:nvSpPr>
        <p:spPr>
          <a:xfrm>
            <a:off x="10728900" y="6600237"/>
            <a:ext cx="1422400" cy="24341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46">
              <a:defRPr/>
            </a:pPr>
            <a:fld id="{5E5634F8-C5C6-4843-9A92-B93B76582613}" type="slidenum">
              <a:rPr lang="en-US" sz="1333" smtClean="0">
                <a:solidFill>
                  <a:prstClr val="black"/>
                </a:solidFill>
                <a:latin typeface="Poppins" panose="00000500000000000000" pitchFamily="2" charset="0"/>
                <a:cs typeface="Poppins" panose="00000500000000000000" pitchFamily="2" charset="0"/>
              </a:rPr>
              <a:pPr defTabSz="914446">
                <a:defRPr/>
              </a:pPr>
              <a:t>12</a:t>
            </a:fld>
            <a:endParaRPr lang="en-US" sz="1333" dirty="0">
              <a:solidFill>
                <a:prstClr val="black"/>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880012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op">
            <a:extLst>
              <a:ext uri="{FF2B5EF4-FFF2-40B4-BE49-F238E27FC236}">
                <a16:creationId xmlns:a16="http://schemas.microsoft.com/office/drawing/2014/main" id="{F5877D03-BCE5-4786-B7A3-EC40B5BF3310}"/>
              </a:ext>
            </a:extLst>
          </p:cNvPr>
          <p:cNvSpPr>
            <a:spLocks noGrp="1"/>
          </p:cNvSpPr>
          <p:nvPr/>
        </p:nvSpPr>
        <p:spPr>
          <a:xfrm>
            <a:off x="0" y="0"/>
            <a:ext cx="12192000" cy="114300"/>
          </a:xfrm>
          <a:prstGeom prst="rect">
            <a:avLst/>
          </a:prstGeom>
          <a:solidFill>
            <a:srgbClr val="0A8F62"/>
          </a:solidFill>
          <a:ln w="0">
            <a:noFill/>
            <a:prstDash val="solid"/>
          </a:ln>
        </p:spPr>
        <p:txBody>
          <a:bodyPr/>
          <a:lstStyle/>
          <a:p>
            <a:endParaRPr lang="en-US"/>
          </a:p>
        </p:txBody>
      </p:sp>
      <p:sp>
        <p:nvSpPr>
          <p:cNvPr id="2" name="eyebrow">
            <a:extLst>
              <a:ext uri="{FF2B5EF4-FFF2-40B4-BE49-F238E27FC236}">
                <a16:creationId xmlns:a16="http://schemas.microsoft.com/office/drawing/2014/main" id="{88992F35-12FA-4B4A-A326-CBA22C40E89A}"/>
              </a:ext>
            </a:extLst>
          </p:cNvPr>
          <p:cNvSpPr>
            <a:spLocks noGrp="1"/>
          </p:cNvSpPr>
          <p:nvPr/>
        </p:nvSpPr>
        <p:spPr>
          <a:xfrm>
            <a:off x="495300" y="285750"/>
            <a:ext cx="6191250" cy="209550"/>
          </a:xfrm>
          <a:prstGeom prst="rect">
            <a:avLst/>
          </a:prstGeom>
          <a:noFill/>
          <a:ln w="0">
            <a:noFill/>
            <a:prstDash val="solid"/>
          </a:ln>
        </p:spPr>
        <p:txBody>
          <a:bodyPr anchor="ctr"/>
          <a:lstStyle/>
          <a:p>
            <a:pPr algn="l">
              <a:defRPr sz="975" b="1">
                <a:solidFill>
                  <a:srgbClr val="0A8F62"/>
                </a:solidFill>
              </a:defRPr>
            </a:pPr>
            <a:r>
              <a:rPr sz="975" b="1" dirty="0">
                <a:solidFill>
                  <a:srgbClr val="0A8F62"/>
                </a:solidFill>
              </a:rPr>
              <a:t>IMPLEMENTATION PLAN  |  PRIORITIZE QUICK WINS FIRST</a:t>
            </a:r>
          </a:p>
        </p:txBody>
      </p:sp>
      <p:sp>
        <p:nvSpPr>
          <p:cNvPr id="3" name="title">
            <a:extLst>
              <a:ext uri="{FF2B5EF4-FFF2-40B4-BE49-F238E27FC236}">
                <a16:creationId xmlns:a16="http://schemas.microsoft.com/office/drawing/2014/main" id="{0E5261E9-8113-420E-BF14-29618D0FE4F2}"/>
              </a:ext>
            </a:extLst>
          </p:cNvPr>
          <p:cNvSpPr>
            <a:spLocks noGrp="1"/>
          </p:cNvSpPr>
          <p:nvPr/>
        </p:nvSpPr>
        <p:spPr>
          <a:xfrm>
            <a:off x="495300" y="571500"/>
            <a:ext cx="10287000" cy="438150"/>
          </a:xfrm>
          <a:prstGeom prst="rect">
            <a:avLst/>
          </a:prstGeom>
          <a:noFill/>
          <a:ln w="0">
            <a:noFill/>
            <a:prstDash val="solid"/>
          </a:ln>
        </p:spPr>
        <p:txBody>
          <a:bodyPr anchor="ctr"/>
          <a:lstStyle/>
          <a:p>
            <a:pPr algn="l">
              <a:defRPr sz="2550" b="1">
                <a:solidFill>
                  <a:srgbClr val="153E37"/>
                </a:solidFill>
              </a:defRPr>
            </a:pPr>
            <a:r>
              <a:rPr sz="2550" b="1" dirty="0" err="1">
                <a:solidFill>
                  <a:srgbClr val="153E37"/>
                </a:solidFill>
                <a:latin typeface="Kanit" panose="00000500000000000000" pitchFamily="2" charset="-34"/>
                <a:cs typeface="Kanit" panose="00000500000000000000" pitchFamily="2" charset="-34"/>
              </a:rPr>
              <a:t>แผนจัดลำดับดำเนินงานทั้ง</a:t>
            </a:r>
            <a:r>
              <a:rPr sz="2550" b="1" dirty="0">
                <a:solidFill>
                  <a:srgbClr val="153E37"/>
                </a:solidFill>
                <a:latin typeface="Kanit" panose="00000500000000000000" pitchFamily="2" charset="-34"/>
                <a:cs typeface="Kanit" panose="00000500000000000000" pitchFamily="2" charset="-34"/>
              </a:rPr>
              <a:t> 8 </a:t>
            </a:r>
            <a:r>
              <a:rPr sz="2550" b="1" dirty="0" err="1">
                <a:solidFill>
                  <a:srgbClr val="153E37"/>
                </a:solidFill>
                <a:latin typeface="Kanit" panose="00000500000000000000" pitchFamily="2" charset="-34"/>
                <a:cs typeface="Kanit" panose="00000500000000000000" pitchFamily="2" charset="-34"/>
              </a:rPr>
              <a:t>กระบวนการ</a:t>
            </a:r>
            <a:endParaRPr sz="2550" b="1" dirty="0">
              <a:solidFill>
                <a:srgbClr val="153E37"/>
              </a:solidFill>
              <a:latin typeface="Kanit" panose="00000500000000000000" pitchFamily="2" charset="-34"/>
              <a:cs typeface="Kanit" panose="00000500000000000000" pitchFamily="2" charset="-34"/>
            </a:endParaRPr>
          </a:p>
        </p:txBody>
      </p:sp>
      <p:sp>
        <p:nvSpPr>
          <p:cNvPr id="4" name="subtitle">
            <a:extLst>
              <a:ext uri="{FF2B5EF4-FFF2-40B4-BE49-F238E27FC236}">
                <a16:creationId xmlns:a16="http://schemas.microsoft.com/office/drawing/2014/main" id="{83B36989-D18C-4246-850A-23619C755C43}"/>
              </a:ext>
            </a:extLst>
          </p:cNvPr>
          <p:cNvSpPr>
            <a:spLocks noGrp="1"/>
          </p:cNvSpPr>
          <p:nvPr/>
        </p:nvSpPr>
        <p:spPr>
          <a:xfrm>
            <a:off x="495300" y="1028700"/>
            <a:ext cx="10287000" cy="285750"/>
          </a:xfrm>
          <a:prstGeom prst="rect">
            <a:avLst/>
          </a:prstGeom>
          <a:noFill/>
          <a:ln w="0">
            <a:noFill/>
            <a:prstDash val="solid"/>
          </a:ln>
        </p:spPr>
        <p:txBody>
          <a:bodyPr anchor="ctr"/>
          <a:lstStyle/>
          <a:p>
            <a:pPr algn="l">
              <a:defRPr sz="1275" b="0">
                <a:solidFill>
                  <a:srgbClr val="617570"/>
                </a:solidFill>
              </a:defRPr>
            </a:pPr>
            <a:r>
              <a:rPr sz="1275" b="0">
                <a:solidFill>
                  <a:srgbClr val="617570"/>
                </a:solidFill>
                <a:latin typeface="Kanit" panose="00000500000000000000" pitchFamily="2" charset="-34"/>
                <a:cs typeface="Kanit" panose="00000500000000000000" pitchFamily="2" charset="-34"/>
              </a:rPr>
              <a:t>เริ่มจากงานที่ขอบเขตชัด ใช้ข้อมูลพร้อม และสร้างผลลัพธ์ได้เร็ว ก่อนขยายสู่ Integration และ AI Automation</a:t>
            </a:r>
          </a:p>
        </p:txBody>
      </p:sp>
      <p:sp>
        <p:nvSpPr>
          <p:cNvPr id="8" name="hbg-0">
            <a:extLst>
              <a:ext uri="{FF2B5EF4-FFF2-40B4-BE49-F238E27FC236}">
                <a16:creationId xmlns:a16="http://schemas.microsoft.com/office/drawing/2014/main" id="{C48C544A-1987-4832-A945-945CB2F4B0B9}"/>
              </a:ext>
            </a:extLst>
          </p:cNvPr>
          <p:cNvSpPr>
            <a:spLocks noGrp="1"/>
          </p:cNvSpPr>
          <p:nvPr/>
        </p:nvSpPr>
        <p:spPr>
          <a:xfrm>
            <a:off x="400050" y="1524000"/>
            <a:ext cx="361950" cy="400050"/>
          </a:xfrm>
          <a:prstGeom prst="roundRect">
            <a:avLst>
              <a:gd name="adj" fmla="val 0"/>
            </a:avLst>
          </a:prstGeom>
          <a:solidFill>
            <a:srgbClr val="173F38"/>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9" name="h-0">
            <a:extLst>
              <a:ext uri="{FF2B5EF4-FFF2-40B4-BE49-F238E27FC236}">
                <a16:creationId xmlns:a16="http://schemas.microsoft.com/office/drawing/2014/main" id="{00604922-8BF4-416F-86EE-D38430ACBA43}"/>
              </a:ext>
            </a:extLst>
          </p:cNvPr>
          <p:cNvSpPr>
            <a:spLocks noGrp="1"/>
          </p:cNvSpPr>
          <p:nvPr/>
        </p:nvSpPr>
        <p:spPr>
          <a:xfrm>
            <a:off x="476250" y="1581150"/>
            <a:ext cx="209550" cy="28575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a:t>
            </a:r>
          </a:p>
        </p:txBody>
      </p:sp>
      <p:sp>
        <p:nvSpPr>
          <p:cNvPr id="10" name="hbg-1">
            <a:extLst>
              <a:ext uri="{FF2B5EF4-FFF2-40B4-BE49-F238E27FC236}">
                <a16:creationId xmlns:a16="http://schemas.microsoft.com/office/drawing/2014/main" id="{E908E93D-5098-48DD-9102-4ACFC57F292F}"/>
              </a:ext>
            </a:extLst>
          </p:cNvPr>
          <p:cNvSpPr>
            <a:spLocks noGrp="1"/>
          </p:cNvSpPr>
          <p:nvPr/>
        </p:nvSpPr>
        <p:spPr>
          <a:xfrm>
            <a:off x="762000" y="1524000"/>
            <a:ext cx="2381250" cy="400050"/>
          </a:xfrm>
          <a:prstGeom prst="roundRect">
            <a:avLst>
              <a:gd name="adj" fmla="val 0"/>
            </a:avLst>
          </a:prstGeom>
          <a:solidFill>
            <a:srgbClr val="173F38"/>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1" name="h-1">
            <a:extLst>
              <a:ext uri="{FF2B5EF4-FFF2-40B4-BE49-F238E27FC236}">
                <a16:creationId xmlns:a16="http://schemas.microsoft.com/office/drawing/2014/main" id="{2532079D-8D7E-43E8-8D3B-F7AA6E1E25CE}"/>
              </a:ext>
            </a:extLst>
          </p:cNvPr>
          <p:cNvSpPr>
            <a:spLocks noGrp="1"/>
          </p:cNvSpPr>
          <p:nvPr/>
        </p:nvSpPr>
        <p:spPr>
          <a:xfrm>
            <a:off x="838200" y="1581150"/>
            <a:ext cx="2228850" cy="285750"/>
          </a:xfrm>
          <a:prstGeom prst="rect">
            <a:avLst/>
          </a:prstGeom>
          <a:noFill/>
          <a:ln w="0">
            <a:noFill/>
            <a:prstDash val="solid"/>
          </a:ln>
        </p:spPr>
        <p:txBody>
          <a:bodyPr anchor="ctr"/>
          <a:lstStyle/>
          <a:p>
            <a:pPr algn="ctr">
              <a:defRPr sz="975" b="1">
                <a:solidFill>
                  <a:srgbClr val="FFFFFF"/>
                </a:solidFill>
              </a:defRPr>
            </a:pPr>
            <a:r>
              <a:rPr sz="975" b="1" dirty="0">
                <a:solidFill>
                  <a:srgbClr val="FFFFFF"/>
                </a:solidFill>
                <a:latin typeface="Kanit" panose="00000500000000000000" pitchFamily="2" charset="-34"/>
                <a:cs typeface="Kanit" panose="00000500000000000000" pitchFamily="2" charset="-34"/>
              </a:rPr>
              <a:t>PROCESS</a:t>
            </a:r>
          </a:p>
        </p:txBody>
      </p:sp>
      <p:sp>
        <p:nvSpPr>
          <p:cNvPr id="12" name="hbg-2">
            <a:extLst>
              <a:ext uri="{FF2B5EF4-FFF2-40B4-BE49-F238E27FC236}">
                <a16:creationId xmlns:a16="http://schemas.microsoft.com/office/drawing/2014/main" id="{547AA2BB-B581-4ADE-B9C1-09253B068A2D}"/>
              </a:ext>
            </a:extLst>
          </p:cNvPr>
          <p:cNvSpPr>
            <a:spLocks noGrp="1"/>
          </p:cNvSpPr>
          <p:nvPr/>
        </p:nvSpPr>
        <p:spPr>
          <a:xfrm>
            <a:off x="3143250" y="1524000"/>
            <a:ext cx="2133600" cy="400050"/>
          </a:xfrm>
          <a:prstGeom prst="roundRect">
            <a:avLst>
              <a:gd name="adj" fmla="val 0"/>
            </a:avLst>
          </a:prstGeom>
          <a:solidFill>
            <a:srgbClr val="173F38"/>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3" name="h-2">
            <a:extLst>
              <a:ext uri="{FF2B5EF4-FFF2-40B4-BE49-F238E27FC236}">
                <a16:creationId xmlns:a16="http://schemas.microsoft.com/office/drawing/2014/main" id="{48B2DFEB-DA63-4869-AD21-B6E9322DB3A3}"/>
              </a:ext>
            </a:extLst>
          </p:cNvPr>
          <p:cNvSpPr>
            <a:spLocks noGrp="1"/>
          </p:cNvSpPr>
          <p:nvPr/>
        </p:nvSpPr>
        <p:spPr>
          <a:xfrm>
            <a:off x="3219450" y="1581150"/>
            <a:ext cx="1981200" cy="28575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TECHNOLOGY</a:t>
            </a:r>
          </a:p>
        </p:txBody>
      </p:sp>
      <p:sp>
        <p:nvSpPr>
          <p:cNvPr id="14" name="hbg-3">
            <a:extLst>
              <a:ext uri="{FF2B5EF4-FFF2-40B4-BE49-F238E27FC236}">
                <a16:creationId xmlns:a16="http://schemas.microsoft.com/office/drawing/2014/main" id="{4D69D5EC-FD06-4B5F-B9F0-04E32C5BDA44}"/>
              </a:ext>
            </a:extLst>
          </p:cNvPr>
          <p:cNvSpPr>
            <a:spLocks noGrp="1"/>
          </p:cNvSpPr>
          <p:nvPr/>
        </p:nvSpPr>
        <p:spPr>
          <a:xfrm>
            <a:off x="5276850" y="1524000"/>
            <a:ext cx="1543050" cy="400050"/>
          </a:xfrm>
          <a:prstGeom prst="roundRect">
            <a:avLst>
              <a:gd name="adj" fmla="val 0"/>
            </a:avLst>
          </a:prstGeom>
          <a:solidFill>
            <a:srgbClr val="173F38"/>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5" name="h-3">
            <a:extLst>
              <a:ext uri="{FF2B5EF4-FFF2-40B4-BE49-F238E27FC236}">
                <a16:creationId xmlns:a16="http://schemas.microsoft.com/office/drawing/2014/main" id="{03CEFE23-70BF-4A5E-9395-2B642017461E}"/>
              </a:ext>
            </a:extLst>
          </p:cNvPr>
          <p:cNvSpPr>
            <a:spLocks noGrp="1"/>
          </p:cNvSpPr>
          <p:nvPr/>
        </p:nvSpPr>
        <p:spPr>
          <a:xfrm>
            <a:off x="5353050" y="1581150"/>
            <a:ext cx="1390650" cy="28575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DIFFICULTY</a:t>
            </a:r>
          </a:p>
        </p:txBody>
      </p:sp>
      <p:sp>
        <p:nvSpPr>
          <p:cNvPr id="16" name="hbg-4">
            <a:extLst>
              <a:ext uri="{FF2B5EF4-FFF2-40B4-BE49-F238E27FC236}">
                <a16:creationId xmlns:a16="http://schemas.microsoft.com/office/drawing/2014/main" id="{DC502CE8-1337-4962-9B08-9F077205AA64}"/>
              </a:ext>
            </a:extLst>
          </p:cNvPr>
          <p:cNvSpPr>
            <a:spLocks noGrp="1"/>
          </p:cNvSpPr>
          <p:nvPr/>
        </p:nvSpPr>
        <p:spPr>
          <a:xfrm>
            <a:off x="6819900" y="1524000"/>
            <a:ext cx="1295400" cy="400050"/>
          </a:xfrm>
          <a:prstGeom prst="roundRect">
            <a:avLst>
              <a:gd name="adj" fmla="val 0"/>
            </a:avLst>
          </a:prstGeom>
          <a:solidFill>
            <a:srgbClr val="173F38"/>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7" name="h-4">
            <a:extLst>
              <a:ext uri="{FF2B5EF4-FFF2-40B4-BE49-F238E27FC236}">
                <a16:creationId xmlns:a16="http://schemas.microsoft.com/office/drawing/2014/main" id="{EE51F1A0-AAA7-457D-9A02-ACFC8D8233E3}"/>
              </a:ext>
            </a:extLst>
          </p:cNvPr>
          <p:cNvSpPr>
            <a:spLocks noGrp="1"/>
          </p:cNvSpPr>
          <p:nvPr/>
        </p:nvSpPr>
        <p:spPr>
          <a:xfrm>
            <a:off x="6896100" y="1581150"/>
            <a:ext cx="1295400" cy="285750"/>
          </a:xfrm>
          <a:prstGeom prst="rect">
            <a:avLst/>
          </a:prstGeom>
          <a:noFill/>
          <a:ln w="0">
            <a:noFill/>
            <a:prstDash val="solid"/>
          </a:ln>
        </p:spPr>
        <p:txBody>
          <a:bodyPr anchor="ctr"/>
          <a:lstStyle/>
          <a:p>
            <a:pPr algn="ctr">
              <a:defRPr sz="975" b="1">
                <a:solidFill>
                  <a:srgbClr val="FFFFFF"/>
                </a:solidFill>
              </a:defRPr>
            </a:pPr>
            <a:r>
              <a:rPr sz="975" b="1" dirty="0">
                <a:solidFill>
                  <a:srgbClr val="FFFFFF"/>
                </a:solidFill>
                <a:latin typeface="Kanit" panose="00000500000000000000" pitchFamily="2" charset="-34"/>
                <a:cs typeface="Kanit" panose="00000500000000000000" pitchFamily="2" charset="-34"/>
              </a:rPr>
              <a:t>EFFORT</a:t>
            </a:r>
            <a:r>
              <a:rPr lang="th-TH" sz="975" b="1" dirty="0">
                <a:solidFill>
                  <a:srgbClr val="FFFFFF"/>
                </a:solidFill>
                <a:latin typeface="Kanit" panose="00000500000000000000" pitchFamily="2" charset="-34"/>
                <a:cs typeface="Kanit" panose="00000500000000000000" pitchFamily="2" charset="-34"/>
              </a:rPr>
              <a:t> </a:t>
            </a:r>
            <a:r>
              <a:rPr sz="975" b="1" dirty="0">
                <a:solidFill>
                  <a:srgbClr val="FFFFFF"/>
                </a:solidFill>
                <a:latin typeface="Kanit" panose="00000500000000000000" pitchFamily="2" charset="-34"/>
                <a:cs typeface="Kanit" panose="00000500000000000000" pitchFamily="2" charset="-34"/>
              </a:rPr>
              <a:t>(MD)</a:t>
            </a:r>
          </a:p>
        </p:txBody>
      </p:sp>
      <p:sp>
        <p:nvSpPr>
          <p:cNvPr id="18" name="hbg-5">
            <a:extLst>
              <a:ext uri="{FF2B5EF4-FFF2-40B4-BE49-F238E27FC236}">
                <a16:creationId xmlns:a16="http://schemas.microsoft.com/office/drawing/2014/main" id="{53849E4A-0B8C-47C3-9581-D041F63FDEC6}"/>
              </a:ext>
            </a:extLst>
          </p:cNvPr>
          <p:cNvSpPr>
            <a:spLocks noGrp="1"/>
          </p:cNvSpPr>
          <p:nvPr/>
        </p:nvSpPr>
        <p:spPr>
          <a:xfrm>
            <a:off x="8115300" y="1524000"/>
            <a:ext cx="1162050" cy="400050"/>
          </a:xfrm>
          <a:prstGeom prst="roundRect">
            <a:avLst>
              <a:gd name="adj" fmla="val 0"/>
            </a:avLst>
          </a:prstGeom>
          <a:solidFill>
            <a:srgbClr val="173F38"/>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9" name="h-5">
            <a:extLst>
              <a:ext uri="{FF2B5EF4-FFF2-40B4-BE49-F238E27FC236}">
                <a16:creationId xmlns:a16="http://schemas.microsoft.com/office/drawing/2014/main" id="{467AFEA2-8268-4E14-B767-F714049B9214}"/>
              </a:ext>
            </a:extLst>
          </p:cNvPr>
          <p:cNvSpPr>
            <a:spLocks noGrp="1"/>
          </p:cNvSpPr>
          <p:nvPr/>
        </p:nvSpPr>
        <p:spPr>
          <a:xfrm>
            <a:off x="8191500" y="1581150"/>
            <a:ext cx="1009650" cy="28575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PHASE</a:t>
            </a:r>
          </a:p>
        </p:txBody>
      </p:sp>
      <p:sp>
        <p:nvSpPr>
          <p:cNvPr id="20" name="hbg-6">
            <a:extLst>
              <a:ext uri="{FF2B5EF4-FFF2-40B4-BE49-F238E27FC236}">
                <a16:creationId xmlns:a16="http://schemas.microsoft.com/office/drawing/2014/main" id="{30A1DC49-9027-43A1-B17B-CA04FFA7A3FC}"/>
              </a:ext>
            </a:extLst>
          </p:cNvPr>
          <p:cNvSpPr>
            <a:spLocks noGrp="1"/>
          </p:cNvSpPr>
          <p:nvPr/>
        </p:nvSpPr>
        <p:spPr>
          <a:xfrm>
            <a:off x="9277350" y="1524000"/>
            <a:ext cx="2457450" cy="400050"/>
          </a:xfrm>
          <a:prstGeom prst="roundRect">
            <a:avLst>
              <a:gd name="adj" fmla="val 0"/>
            </a:avLst>
          </a:prstGeom>
          <a:solidFill>
            <a:srgbClr val="173F38"/>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1" name="h-6">
            <a:extLst>
              <a:ext uri="{FF2B5EF4-FFF2-40B4-BE49-F238E27FC236}">
                <a16:creationId xmlns:a16="http://schemas.microsoft.com/office/drawing/2014/main" id="{31730E27-DF3A-42B3-B73A-EC56E96F3843}"/>
              </a:ext>
            </a:extLst>
          </p:cNvPr>
          <p:cNvSpPr>
            <a:spLocks noGrp="1"/>
          </p:cNvSpPr>
          <p:nvPr/>
        </p:nvSpPr>
        <p:spPr>
          <a:xfrm>
            <a:off x="9353550" y="1581150"/>
            <a:ext cx="2305050" cy="28575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PRIORITY</a:t>
            </a:r>
          </a:p>
        </p:txBody>
      </p:sp>
      <p:sp>
        <p:nvSpPr>
          <p:cNvPr id="22" name="c-0-0">
            <a:extLst>
              <a:ext uri="{FF2B5EF4-FFF2-40B4-BE49-F238E27FC236}">
                <a16:creationId xmlns:a16="http://schemas.microsoft.com/office/drawing/2014/main" id="{F2DB8B09-B85F-4815-BA6E-CAC25DB4D13B}"/>
              </a:ext>
            </a:extLst>
          </p:cNvPr>
          <p:cNvSpPr>
            <a:spLocks noGrp="1"/>
          </p:cNvSpPr>
          <p:nvPr/>
        </p:nvSpPr>
        <p:spPr>
          <a:xfrm>
            <a:off x="400050" y="1924050"/>
            <a:ext cx="361950" cy="542925"/>
          </a:xfrm>
          <a:prstGeom prst="roundRect">
            <a:avLst>
              <a:gd name="adj" fmla="val 0"/>
            </a:avLst>
          </a:prstGeom>
          <a:solidFill>
            <a:srgbClr val="EDF8F4"/>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23" name="c-0-1">
            <a:extLst>
              <a:ext uri="{FF2B5EF4-FFF2-40B4-BE49-F238E27FC236}">
                <a16:creationId xmlns:a16="http://schemas.microsoft.com/office/drawing/2014/main" id="{FCDD5C55-2874-4690-8AFC-8DEEDF2E2ABD}"/>
              </a:ext>
            </a:extLst>
          </p:cNvPr>
          <p:cNvSpPr>
            <a:spLocks noGrp="1"/>
          </p:cNvSpPr>
          <p:nvPr/>
        </p:nvSpPr>
        <p:spPr>
          <a:xfrm>
            <a:off x="762000" y="1924050"/>
            <a:ext cx="2381250" cy="542925"/>
          </a:xfrm>
          <a:prstGeom prst="roundRect">
            <a:avLst>
              <a:gd name="adj" fmla="val 0"/>
            </a:avLst>
          </a:prstGeom>
          <a:solidFill>
            <a:srgbClr val="EDF8F4"/>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24" name="c-0-2">
            <a:extLst>
              <a:ext uri="{FF2B5EF4-FFF2-40B4-BE49-F238E27FC236}">
                <a16:creationId xmlns:a16="http://schemas.microsoft.com/office/drawing/2014/main" id="{E5643D56-E71C-4B79-BC85-B2CDFFD406AE}"/>
              </a:ext>
            </a:extLst>
          </p:cNvPr>
          <p:cNvSpPr>
            <a:spLocks noGrp="1"/>
          </p:cNvSpPr>
          <p:nvPr/>
        </p:nvSpPr>
        <p:spPr>
          <a:xfrm>
            <a:off x="3143250" y="1924050"/>
            <a:ext cx="2133600" cy="542925"/>
          </a:xfrm>
          <a:prstGeom prst="roundRect">
            <a:avLst>
              <a:gd name="adj" fmla="val 0"/>
            </a:avLst>
          </a:prstGeom>
          <a:solidFill>
            <a:srgbClr val="EDF8F4"/>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25" name="c-0-3">
            <a:extLst>
              <a:ext uri="{FF2B5EF4-FFF2-40B4-BE49-F238E27FC236}">
                <a16:creationId xmlns:a16="http://schemas.microsoft.com/office/drawing/2014/main" id="{06422343-B97D-478D-9444-71AF1BE501B1}"/>
              </a:ext>
            </a:extLst>
          </p:cNvPr>
          <p:cNvSpPr>
            <a:spLocks noGrp="1"/>
          </p:cNvSpPr>
          <p:nvPr/>
        </p:nvSpPr>
        <p:spPr>
          <a:xfrm>
            <a:off x="5276850" y="1924050"/>
            <a:ext cx="1543050" cy="542925"/>
          </a:xfrm>
          <a:prstGeom prst="roundRect">
            <a:avLst>
              <a:gd name="adj" fmla="val 0"/>
            </a:avLst>
          </a:prstGeom>
          <a:solidFill>
            <a:srgbClr val="EDF8F4"/>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26" name="c-0-4">
            <a:extLst>
              <a:ext uri="{FF2B5EF4-FFF2-40B4-BE49-F238E27FC236}">
                <a16:creationId xmlns:a16="http://schemas.microsoft.com/office/drawing/2014/main" id="{D5FDE206-B6BF-456B-B3A7-2B43DC5FC776}"/>
              </a:ext>
            </a:extLst>
          </p:cNvPr>
          <p:cNvSpPr>
            <a:spLocks noGrp="1"/>
          </p:cNvSpPr>
          <p:nvPr/>
        </p:nvSpPr>
        <p:spPr>
          <a:xfrm>
            <a:off x="6819900" y="1924050"/>
            <a:ext cx="1295400" cy="542925"/>
          </a:xfrm>
          <a:prstGeom prst="roundRect">
            <a:avLst>
              <a:gd name="adj" fmla="val 0"/>
            </a:avLst>
          </a:prstGeom>
          <a:solidFill>
            <a:srgbClr val="EDF8F4"/>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27" name="c-0-5">
            <a:extLst>
              <a:ext uri="{FF2B5EF4-FFF2-40B4-BE49-F238E27FC236}">
                <a16:creationId xmlns:a16="http://schemas.microsoft.com/office/drawing/2014/main" id="{C31C9A6C-131B-474A-A34C-7E59C55E73B2}"/>
              </a:ext>
            </a:extLst>
          </p:cNvPr>
          <p:cNvSpPr>
            <a:spLocks noGrp="1"/>
          </p:cNvSpPr>
          <p:nvPr/>
        </p:nvSpPr>
        <p:spPr>
          <a:xfrm>
            <a:off x="8115300" y="1924050"/>
            <a:ext cx="1162050" cy="542925"/>
          </a:xfrm>
          <a:prstGeom prst="roundRect">
            <a:avLst>
              <a:gd name="adj" fmla="val 0"/>
            </a:avLst>
          </a:prstGeom>
          <a:solidFill>
            <a:srgbClr val="EDF8F4"/>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28" name="c-0-6">
            <a:extLst>
              <a:ext uri="{FF2B5EF4-FFF2-40B4-BE49-F238E27FC236}">
                <a16:creationId xmlns:a16="http://schemas.microsoft.com/office/drawing/2014/main" id="{82FF9EDA-9668-4044-BC7F-A513445D4912}"/>
              </a:ext>
            </a:extLst>
          </p:cNvPr>
          <p:cNvSpPr>
            <a:spLocks noGrp="1"/>
          </p:cNvSpPr>
          <p:nvPr/>
        </p:nvSpPr>
        <p:spPr>
          <a:xfrm>
            <a:off x="9277350" y="1924050"/>
            <a:ext cx="2457450" cy="542925"/>
          </a:xfrm>
          <a:prstGeom prst="roundRect">
            <a:avLst>
              <a:gd name="adj" fmla="val 0"/>
            </a:avLst>
          </a:prstGeom>
          <a:solidFill>
            <a:srgbClr val="EDF8F4"/>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29" name="rank-0">
            <a:extLst>
              <a:ext uri="{FF2B5EF4-FFF2-40B4-BE49-F238E27FC236}">
                <a16:creationId xmlns:a16="http://schemas.microsoft.com/office/drawing/2014/main" id="{090AD172-11EF-4F2C-8582-E0A150EAEB46}"/>
              </a:ext>
            </a:extLst>
          </p:cNvPr>
          <p:cNvSpPr>
            <a:spLocks noGrp="1"/>
          </p:cNvSpPr>
          <p:nvPr/>
        </p:nvSpPr>
        <p:spPr>
          <a:xfrm>
            <a:off x="400050" y="2095500"/>
            <a:ext cx="361950" cy="190500"/>
          </a:xfrm>
          <a:prstGeom prst="rect">
            <a:avLst/>
          </a:prstGeom>
          <a:noFill/>
          <a:ln w="0">
            <a:noFill/>
            <a:prstDash val="solid"/>
          </a:ln>
        </p:spPr>
        <p:txBody>
          <a:bodyPr anchor="ctr"/>
          <a:lstStyle/>
          <a:p>
            <a:pPr algn="ctr">
              <a:defRPr sz="1050" b="1">
                <a:solidFill>
                  <a:srgbClr val="087650"/>
                </a:solidFill>
              </a:defRPr>
            </a:pPr>
            <a:r>
              <a:rPr sz="1050" b="1">
                <a:solidFill>
                  <a:srgbClr val="087650"/>
                </a:solidFill>
                <a:latin typeface="Kanit" panose="00000500000000000000" pitchFamily="2" charset="-34"/>
                <a:cs typeface="Kanit" panose="00000500000000000000" pitchFamily="2" charset="-34"/>
              </a:rPr>
              <a:t>1</a:t>
            </a:r>
          </a:p>
        </p:txBody>
      </p:sp>
      <p:sp>
        <p:nvSpPr>
          <p:cNvPr id="30" name="proc-0">
            <a:extLst>
              <a:ext uri="{FF2B5EF4-FFF2-40B4-BE49-F238E27FC236}">
                <a16:creationId xmlns:a16="http://schemas.microsoft.com/office/drawing/2014/main" id="{38F385AE-3AD8-4444-AAC3-238197527336}"/>
              </a:ext>
            </a:extLst>
          </p:cNvPr>
          <p:cNvSpPr>
            <a:spLocks noGrp="1"/>
          </p:cNvSpPr>
          <p:nvPr/>
        </p:nvSpPr>
        <p:spPr>
          <a:xfrm>
            <a:off x="857250" y="2000250"/>
            <a:ext cx="2209800" cy="400050"/>
          </a:xfrm>
          <a:prstGeom prst="rect">
            <a:avLst/>
          </a:prstGeom>
          <a:noFill/>
          <a:ln w="0">
            <a:noFill/>
            <a:prstDash val="solid"/>
          </a:ln>
        </p:spPr>
        <p:txBody>
          <a:bodyPr anchor="ctr"/>
          <a:lstStyle/>
          <a:p>
            <a:pPr algn="l">
              <a:defRPr sz="1050" b="1">
                <a:solidFill>
                  <a:srgbClr val="173F38"/>
                </a:solidFill>
              </a:defRPr>
            </a:pPr>
            <a:r>
              <a:rPr sz="1050" b="1">
                <a:solidFill>
                  <a:srgbClr val="173F38"/>
                </a:solidFill>
                <a:latin typeface="Kanit" panose="00000500000000000000" pitchFamily="2" charset="-34"/>
                <a:cs typeface="Kanit" panose="00000500000000000000" pitchFamily="2" charset="-34"/>
              </a:rPr>
              <a:t>6. AR – Billing &amp; Cheque Reminder</a:t>
            </a:r>
          </a:p>
        </p:txBody>
      </p:sp>
      <p:sp>
        <p:nvSpPr>
          <p:cNvPr id="31" name="tech-0">
            <a:extLst>
              <a:ext uri="{FF2B5EF4-FFF2-40B4-BE49-F238E27FC236}">
                <a16:creationId xmlns:a16="http://schemas.microsoft.com/office/drawing/2014/main" id="{7E8E022E-8A16-44A0-8792-89EE995B96A2}"/>
              </a:ext>
            </a:extLst>
          </p:cNvPr>
          <p:cNvSpPr>
            <a:spLocks noGrp="1"/>
          </p:cNvSpPr>
          <p:nvPr/>
        </p:nvSpPr>
        <p:spPr>
          <a:xfrm>
            <a:off x="3238500" y="2019300"/>
            <a:ext cx="1962150" cy="361950"/>
          </a:xfrm>
          <a:prstGeom prst="rect">
            <a:avLst/>
          </a:prstGeom>
          <a:noFill/>
          <a:ln w="0">
            <a:noFill/>
            <a:prstDash val="solid"/>
          </a:ln>
        </p:spPr>
        <p:txBody>
          <a:bodyPr anchor="ctr"/>
          <a:lstStyle/>
          <a:p>
            <a:pPr algn="l">
              <a:defRPr sz="1050" b="1">
                <a:solidFill>
                  <a:srgbClr val="0A8F62"/>
                </a:solidFill>
              </a:defRPr>
            </a:pPr>
            <a:r>
              <a:rPr sz="1050" b="1" dirty="0">
                <a:solidFill>
                  <a:srgbClr val="0A8F62"/>
                </a:solidFill>
                <a:latin typeface="Kanit" panose="00000500000000000000" pitchFamily="2" charset="-34"/>
                <a:cs typeface="Kanit" panose="00000500000000000000" pitchFamily="2" charset="-34"/>
              </a:rPr>
              <a:t>RPA + Outlook</a:t>
            </a:r>
          </a:p>
        </p:txBody>
      </p:sp>
      <p:sp>
        <p:nvSpPr>
          <p:cNvPr id="32" name="diff-bg-0">
            <a:extLst>
              <a:ext uri="{FF2B5EF4-FFF2-40B4-BE49-F238E27FC236}">
                <a16:creationId xmlns:a16="http://schemas.microsoft.com/office/drawing/2014/main" id="{969437C9-D068-4B78-BB5B-63F34C8088F3}"/>
              </a:ext>
            </a:extLst>
          </p:cNvPr>
          <p:cNvSpPr>
            <a:spLocks noGrp="1"/>
          </p:cNvSpPr>
          <p:nvPr/>
        </p:nvSpPr>
        <p:spPr>
          <a:xfrm>
            <a:off x="5448300" y="2047875"/>
            <a:ext cx="952500" cy="295275"/>
          </a:xfrm>
          <a:prstGeom prst="roundRect">
            <a:avLst>
              <a:gd name="adj" fmla="val 50000"/>
            </a:avLst>
          </a:prstGeom>
          <a:solidFill>
            <a:srgbClr val="D9F0E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3" name="diff-0">
            <a:extLst>
              <a:ext uri="{FF2B5EF4-FFF2-40B4-BE49-F238E27FC236}">
                <a16:creationId xmlns:a16="http://schemas.microsoft.com/office/drawing/2014/main" id="{2ED7A262-176A-4606-A7A3-73F8FF39C203}"/>
              </a:ext>
            </a:extLst>
          </p:cNvPr>
          <p:cNvSpPr>
            <a:spLocks noGrp="1"/>
          </p:cNvSpPr>
          <p:nvPr/>
        </p:nvSpPr>
        <p:spPr>
          <a:xfrm>
            <a:off x="5448300" y="2105025"/>
            <a:ext cx="952500" cy="171450"/>
          </a:xfrm>
          <a:prstGeom prst="rect">
            <a:avLst/>
          </a:prstGeom>
          <a:noFill/>
          <a:ln w="0">
            <a:noFill/>
            <a:prstDash val="solid"/>
          </a:ln>
        </p:spPr>
        <p:txBody>
          <a:bodyPr anchor="ctr"/>
          <a:lstStyle/>
          <a:p>
            <a:pPr algn="ctr">
              <a:defRPr sz="975" b="1">
                <a:solidFill>
                  <a:srgbClr val="087650"/>
                </a:solidFill>
              </a:defRPr>
            </a:pPr>
            <a:r>
              <a:rPr sz="975" b="1">
                <a:solidFill>
                  <a:srgbClr val="087650"/>
                </a:solidFill>
                <a:latin typeface="Kanit" panose="00000500000000000000" pitchFamily="2" charset="-34"/>
                <a:cs typeface="Kanit" panose="00000500000000000000" pitchFamily="2" charset="-34"/>
              </a:rPr>
              <a:t>Low</a:t>
            </a:r>
          </a:p>
        </p:txBody>
      </p:sp>
      <p:sp>
        <p:nvSpPr>
          <p:cNvPr id="34" name="eff-0">
            <a:extLst>
              <a:ext uri="{FF2B5EF4-FFF2-40B4-BE49-F238E27FC236}">
                <a16:creationId xmlns:a16="http://schemas.microsoft.com/office/drawing/2014/main" id="{44845287-70B9-4853-ABC0-5A33E2A3102E}"/>
              </a:ext>
            </a:extLst>
          </p:cNvPr>
          <p:cNvSpPr>
            <a:spLocks noGrp="1"/>
          </p:cNvSpPr>
          <p:nvPr/>
        </p:nvSpPr>
        <p:spPr>
          <a:xfrm>
            <a:off x="6819900" y="2095500"/>
            <a:ext cx="1295400" cy="190500"/>
          </a:xfrm>
          <a:prstGeom prst="rect">
            <a:avLst/>
          </a:prstGeom>
          <a:noFill/>
          <a:ln w="0">
            <a:noFill/>
            <a:prstDash val="solid"/>
          </a:ln>
        </p:spPr>
        <p:txBody>
          <a:bodyPr anchor="ctr"/>
          <a:lstStyle/>
          <a:p>
            <a:pPr algn="ctr">
              <a:defRPr sz="1125" b="1">
                <a:solidFill>
                  <a:srgbClr val="173F38"/>
                </a:solidFill>
              </a:defRPr>
            </a:pPr>
            <a:r>
              <a:rPr sz="1125" b="1">
                <a:solidFill>
                  <a:srgbClr val="173F38"/>
                </a:solidFill>
                <a:latin typeface="Kanit" panose="00000500000000000000" pitchFamily="2" charset="-34"/>
                <a:cs typeface="Kanit" panose="00000500000000000000" pitchFamily="2" charset="-34"/>
              </a:rPr>
              <a:t>15–20</a:t>
            </a:r>
          </a:p>
        </p:txBody>
      </p:sp>
      <p:sp>
        <p:nvSpPr>
          <p:cNvPr id="35" name="phase-0">
            <a:extLst>
              <a:ext uri="{FF2B5EF4-FFF2-40B4-BE49-F238E27FC236}">
                <a16:creationId xmlns:a16="http://schemas.microsoft.com/office/drawing/2014/main" id="{183E5EDC-DD3A-40EE-996F-BAED95FB98C5}"/>
              </a:ext>
            </a:extLst>
          </p:cNvPr>
          <p:cNvSpPr>
            <a:spLocks noGrp="1"/>
          </p:cNvSpPr>
          <p:nvPr/>
        </p:nvSpPr>
        <p:spPr>
          <a:xfrm>
            <a:off x="8191500" y="2095500"/>
            <a:ext cx="1009650" cy="190500"/>
          </a:xfrm>
          <a:prstGeom prst="rect">
            <a:avLst/>
          </a:prstGeom>
          <a:noFill/>
          <a:ln w="0">
            <a:noFill/>
            <a:prstDash val="solid"/>
          </a:ln>
        </p:spPr>
        <p:txBody>
          <a:bodyPr anchor="ctr"/>
          <a:lstStyle/>
          <a:p>
            <a:pPr algn="ctr">
              <a:defRPr sz="1050" b="1">
                <a:solidFill>
                  <a:srgbClr val="536864"/>
                </a:solidFill>
              </a:defRPr>
            </a:pPr>
            <a:r>
              <a:rPr sz="1050" b="1">
                <a:solidFill>
                  <a:srgbClr val="536864"/>
                </a:solidFill>
                <a:latin typeface="Kanit" panose="00000500000000000000" pitchFamily="2" charset="-34"/>
                <a:cs typeface="Kanit" panose="00000500000000000000" pitchFamily="2" charset="-34"/>
              </a:rPr>
              <a:t>Phase 1</a:t>
            </a:r>
          </a:p>
        </p:txBody>
      </p:sp>
      <p:sp>
        <p:nvSpPr>
          <p:cNvPr id="36" name="quick-bg-0">
            <a:extLst>
              <a:ext uri="{FF2B5EF4-FFF2-40B4-BE49-F238E27FC236}">
                <a16:creationId xmlns:a16="http://schemas.microsoft.com/office/drawing/2014/main" id="{1CCC6F45-75B5-40F0-91A0-666B8D008758}"/>
              </a:ext>
            </a:extLst>
          </p:cNvPr>
          <p:cNvSpPr>
            <a:spLocks noGrp="1"/>
          </p:cNvSpPr>
          <p:nvPr/>
        </p:nvSpPr>
        <p:spPr>
          <a:xfrm>
            <a:off x="9410700" y="2038350"/>
            <a:ext cx="1504950" cy="304800"/>
          </a:xfrm>
          <a:prstGeom prst="roundRect">
            <a:avLst>
              <a:gd name="adj" fmla="val 50000"/>
            </a:avLst>
          </a:prstGeom>
          <a:solidFill>
            <a:srgbClr val="0A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7" name="quick-0">
            <a:extLst>
              <a:ext uri="{FF2B5EF4-FFF2-40B4-BE49-F238E27FC236}">
                <a16:creationId xmlns:a16="http://schemas.microsoft.com/office/drawing/2014/main" id="{C19F21F6-4158-46AF-9369-78A2CD87375B}"/>
              </a:ext>
            </a:extLst>
          </p:cNvPr>
          <p:cNvSpPr>
            <a:spLocks noGrp="1"/>
          </p:cNvSpPr>
          <p:nvPr/>
        </p:nvSpPr>
        <p:spPr>
          <a:xfrm>
            <a:off x="9410700" y="2105025"/>
            <a:ext cx="150495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QUICK WIN</a:t>
            </a:r>
          </a:p>
        </p:txBody>
      </p:sp>
      <p:sp>
        <p:nvSpPr>
          <p:cNvPr id="38" name="c-1-0">
            <a:extLst>
              <a:ext uri="{FF2B5EF4-FFF2-40B4-BE49-F238E27FC236}">
                <a16:creationId xmlns:a16="http://schemas.microsoft.com/office/drawing/2014/main" id="{5B9B46DE-428D-4E28-8AC4-5683212E389B}"/>
              </a:ext>
            </a:extLst>
          </p:cNvPr>
          <p:cNvSpPr>
            <a:spLocks noGrp="1"/>
          </p:cNvSpPr>
          <p:nvPr/>
        </p:nvSpPr>
        <p:spPr>
          <a:xfrm>
            <a:off x="400050" y="2466975"/>
            <a:ext cx="361950" cy="542925"/>
          </a:xfrm>
          <a:prstGeom prst="roundRect">
            <a:avLst>
              <a:gd name="adj" fmla="val 0"/>
            </a:avLst>
          </a:prstGeom>
          <a:solidFill>
            <a:srgbClr val="E3F3EC"/>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39" name="c-1-1">
            <a:extLst>
              <a:ext uri="{FF2B5EF4-FFF2-40B4-BE49-F238E27FC236}">
                <a16:creationId xmlns:a16="http://schemas.microsoft.com/office/drawing/2014/main" id="{403CBFF4-3B61-48DD-ACAC-2345573A0FEC}"/>
              </a:ext>
            </a:extLst>
          </p:cNvPr>
          <p:cNvSpPr>
            <a:spLocks noGrp="1"/>
          </p:cNvSpPr>
          <p:nvPr/>
        </p:nvSpPr>
        <p:spPr>
          <a:xfrm>
            <a:off x="762000" y="2466975"/>
            <a:ext cx="2381250" cy="542925"/>
          </a:xfrm>
          <a:prstGeom prst="roundRect">
            <a:avLst>
              <a:gd name="adj" fmla="val 0"/>
            </a:avLst>
          </a:prstGeom>
          <a:solidFill>
            <a:srgbClr val="E3F3EC"/>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40" name="c-1-2">
            <a:extLst>
              <a:ext uri="{FF2B5EF4-FFF2-40B4-BE49-F238E27FC236}">
                <a16:creationId xmlns:a16="http://schemas.microsoft.com/office/drawing/2014/main" id="{1CFFB0E1-6F4E-48E1-92CC-A6E086E6BC14}"/>
              </a:ext>
            </a:extLst>
          </p:cNvPr>
          <p:cNvSpPr>
            <a:spLocks noGrp="1"/>
          </p:cNvSpPr>
          <p:nvPr/>
        </p:nvSpPr>
        <p:spPr>
          <a:xfrm>
            <a:off x="3143250" y="2466975"/>
            <a:ext cx="2133600" cy="542925"/>
          </a:xfrm>
          <a:prstGeom prst="roundRect">
            <a:avLst>
              <a:gd name="adj" fmla="val 0"/>
            </a:avLst>
          </a:prstGeom>
          <a:solidFill>
            <a:srgbClr val="E3F3EC"/>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41" name="c-1-3">
            <a:extLst>
              <a:ext uri="{FF2B5EF4-FFF2-40B4-BE49-F238E27FC236}">
                <a16:creationId xmlns:a16="http://schemas.microsoft.com/office/drawing/2014/main" id="{6B6F41C5-8949-4C49-98E2-15861525AF09}"/>
              </a:ext>
            </a:extLst>
          </p:cNvPr>
          <p:cNvSpPr>
            <a:spLocks noGrp="1"/>
          </p:cNvSpPr>
          <p:nvPr/>
        </p:nvSpPr>
        <p:spPr>
          <a:xfrm>
            <a:off x="5276850" y="2466975"/>
            <a:ext cx="1543050" cy="542925"/>
          </a:xfrm>
          <a:prstGeom prst="roundRect">
            <a:avLst>
              <a:gd name="adj" fmla="val 0"/>
            </a:avLst>
          </a:prstGeom>
          <a:solidFill>
            <a:srgbClr val="E3F3EC"/>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42" name="c-1-4">
            <a:extLst>
              <a:ext uri="{FF2B5EF4-FFF2-40B4-BE49-F238E27FC236}">
                <a16:creationId xmlns:a16="http://schemas.microsoft.com/office/drawing/2014/main" id="{B5603C1A-8BF6-4958-BE3D-71C5DF3C51FD}"/>
              </a:ext>
            </a:extLst>
          </p:cNvPr>
          <p:cNvSpPr>
            <a:spLocks noGrp="1"/>
          </p:cNvSpPr>
          <p:nvPr/>
        </p:nvSpPr>
        <p:spPr>
          <a:xfrm>
            <a:off x="6819900" y="2466975"/>
            <a:ext cx="1295400" cy="542925"/>
          </a:xfrm>
          <a:prstGeom prst="roundRect">
            <a:avLst>
              <a:gd name="adj" fmla="val 0"/>
            </a:avLst>
          </a:prstGeom>
          <a:solidFill>
            <a:srgbClr val="E3F3EC"/>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43" name="c-1-5">
            <a:extLst>
              <a:ext uri="{FF2B5EF4-FFF2-40B4-BE49-F238E27FC236}">
                <a16:creationId xmlns:a16="http://schemas.microsoft.com/office/drawing/2014/main" id="{81D92D3F-7C6F-4307-94A7-B663205BCF8A}"/>
              </a:ext>
            </a:extLst>
          </p:cNvPr>
          <p:cNvSpPr>
            <a:spLocks noGrp="1"/>
          </p:cNvSpPr>
          <p:nvPr/>
        </p:nvSpPr>
        <p:spPr>
          <a:xfrm>
            <a:off x="8115300" y="2466975"/>
            <a:ext cx="1162050" cy="542925"/>
          </a:xfrm>
          <a:prstGeom prst="roundRect">
            <a:avLst>
              <a:gd name="adj" fmla="val 0"/>
            </a:avLst>
          </a:prstGeom>
          <a:solidFill>
            <a:srgbClr val="E3F3EC"/>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44" name="c-1-6">
            <a:extLst>
              <a:ext uri="{FF2B5EF4-FFF2-40B4-BE49-F238E27FC236}">
                <a16:creationId xmlns:a16="http://schemas.microsoft.com/office/drawing/2014/main" id="{D85E8162-DC00-4E66-8622-141BA56F9A0E}"/>
              </a:ext>
            </a:extLst>
          </p:cNvPr>
          <p:cNvSpPr>
            <a:spLocks noGrp="1"/>
          </p:cNvSpPr>
          <p:nvPr/>
        </p:nvSpPr>
        <p:spPr>
          <a:xfrm>
            <a:off x="9277350" y="2466975"/>
            <a:ext cx="2457450" cy="542925"/>
          </a:xfrm>
          <a:prstGeom prst="roundRect">
            <a:avLst>
              <a:gd name="adj" fmla="val 0"/>
            </a:avLst>
          </a:prstGeom>
          <a:solidFill>
            <a:srgbClr val="E3F3EC"/>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45" name="rank-1">
            <a:extLst>
              <a:ext uri="{FF2B5EF4-FFF2-40B4-BE49-F238E27FC236}">
                <a16:creationId xmlns:a16="http://schemas.microsoft.com/office/drawing/2014/main" id="{A61DBE27-43CC-4D14-8969-DCE5D3384426}"/>
              </a:ext>
            </a:extLst>
          </p:cNvPr>
          <p:cNvSpPr>
            <a:spLocks noGrp="1"/>
          </p:cNvSpPr>
          <p:nvPr/>
        </p:nvSpPr>
        <p:spPr>
          <a:xfrm>
            <a:off x="400050" y="2638425"/>
            <a:ext cx="361950" cy="190500"/>
          </a:xfrm>
          <a:prstGeom prst="rect">
            <a:avLst/>
          </a:prstGeom>
          <a:noFill/>
          <a:ln w="0">
            <a:noFill/>
            <a:prstDash val="solid"/>
          </a:ln>
        </p:spPr>
        <p:txBody>
          <a:bodyPr anchor="ctr"/>
          <a:lstStyle/>
          <a:p>
            <a:pPr algn="ctr">
              <a:defRPr sz="1050" b="1">
                <a:solidFill>
                  <a:srgbClr val="087650"/>
                </a:solidFill>
              </a:defRPr>
            </a:pPr>
            <a:r>
              <a:rPr sz="1050" b="1">
                <a:solidFill>
                  <a:srgbClr val="087650"/>
                </a:solidFill>
                <a:latin typeface="Kanit" panose="00000500000000000000" pitchFamily="2" charset="-34"/>
                <a:cs typeface="Kanit" panose="00000500000000000000" pitchFamily="2" charset="-34"/>
              </a:rPr>
              <a:t>2</a:t>
            </a:r>
          </a:p>
        </p:txBody>
      </p:sp>
      <p:sp>
        <p:nvSpPr>
          <p:cNvPr id="46" name="proc-1">
            <a:extLst>
              <a:ext uri="{FF2B5EF4-FFF2-40B4-BE49-F238E27FC236}">
                <a16:creationId xmlns:a16="http://schemas.microsoft.com/office/drawing/2014/main" id="{73CD2BC6-8037-4C3A-9B14-8FB429E50799}"/>
              </a:ext>
            </a:extLst>
          </p:cNvPr>
          <p:cNvSpPr>
            <a:spLocks noGrp="1"/>
          </p:cNvSpPr>
          <p:nvPr/>
        </p:nvSpPr>
        <p:spPr>
          <a:xfrm>
            <a:off x="857250" y="2543175"/>
            <a:ext cx="2209800" cy="400050"/>
          </a:xfrm>
          <a:prstGeom prst="rect">
            <a:avLst/>
          </a:prstGeom>
          <a:noFill/>
          <a:ln w="0">
            <a:noFill/>
            <a:prstDash val="solid"/>
          </a:ln>
        </p:spPr>
        <p:txBody>
          <a:bodyPr anchor="ctr"/>
          <a:lstStyle/>
          <a:p>
            <a:pPr>
              <a:defRPr sz="1050" b="1">
                <a:solidFill>
                  <a:srgbClr val="173F38"/>
                </a:solidFill>
              </a:defRPr>
            </a:pPr>
            <a:r>
              <a:rPr lang="en-US" sz="1050" b="1" dirty="0">
                <a:solidFill>
                  <a:srgbClr val="173F38"/>
                </a:solidFill>
                <a:latin typeface="Kanit" panose="00000500000000000000" pitchFamily="2" charset="-34"/>
                <a:cs typeface="Kanit" panose="00000500000000000000" pitchFamily="2" charset="-34"/>
              </a:rPr>
              <a:t>1. FN – Bank Reconciliation</a:t>
            </a:r>
            <a:endParaRPr sz="1050" b="1" dirty="0">
              <a:solidFill>
                <a:srgbClr val="173F38"/>
              </a:solidFill>
              <a:latin typeface="Kanit" panose="00000500000000000000" pitchFamily="2" charset="-34"/>
              <a:cs typeface="Kanit" panose="00000500000000000000" pitchFamily="2" charset="-34"/>
            </a:endParaRPr>
          </a:p>
        </p:txBody>
      </p:sp>
      <p:sp>
        <p:nvSpPr>
          <p:cNvPr id="47" name="tech-1">
            <a:extLst>
              <a:ext uri="{FF2B5EF4-FFF2-40B4-BE49-F238E27FC236}">
                <a16:creationId xmlns:a16="http://schemas.microsoft.com/office/drawing/2014/main" id="{A7B84753-35A7-46EF-8E99-C88D8C91CB75}"/>
              </a:ext>
            </a:extLst>
          </p:cNvPr>
          <p:cNvSpPr>
            <a:spLocks noGrp="1"/>
          </p:cNvSpPr>
          <p:nvPr/>
        </p:nvSpPr>
        <p:spPr>
          <a:xfrm>
            <a:off x="3238500" y="2562225"/>
            <a:ext cx="1962150" cy="361950"/>
          </a:xfrm>
          <a:prstGeom prst="rect">
            <a:avLst/>
          </a:prstGeom>
          <a:noFill/>
          <a:ln w="0">
            <a:noFill/>
            <a:prstDash val="solid"/>
          </a:ln>
        </p:spPr>
        <p:txBody>
          <a:bodyPr anchor="ctr"/>
          <a:lstStyle/>
          <a:p>
            <a:pPr>
              <a:defRPr sz="1050" b="1">
                <a:solidFill>
                  <a:srgbClr val="0A8F62"/>
                </a:solidFill>
              </a:defRPr>
            </a:pPr>
            <a:r>
              <a:rPr lang="en-US" sz="1050" b="1" dirty="0">
                <a:solidFill>
                  <a:srgbClr val="0A8F62"/>
                </a:solidFill>
                <a:latin typeface="Kanit" panose="00000500000000000000" pitchFamily="2" charset="-34"/>
                <a:cs typeface="Kanit" panose="00000500000000000000" pitchFamily="2" charset="-34"/>
              </a:rPr>
              <a:t>RPA + </a:t>
            </a:r>
            <a:r>
              <a:rPr lang="en-US" sz="1050" b="1" dirty="0">
                <a:solidFill>
                  <a:srgbClr val="0070C0"/>
                </a:solidFill>
                <a:latin typeface="Kanit" panose="00000500000000000000" pitchFamily="2" charset="-34"/>
                <a:cs typeface="Kanit" panose="00000500000000000000" pitchFamily="2" charset="-34"/>
              </a:rPr>
              <a:t>D365 </a:t>
            </a:r>
            <a:r>
              <a:rPr lang="en-US" sz="1050" b="1" dirty="0">
                <a:solidFill>
                  <a:srgbClr val="0A8F62"/>
                </a:solidFill>
                <a:latin typeface="Kanit" panose="00000500000000000000" pitchFamily="2" charset="-34"/>
                <a:cs typeface="Kanit" panose="00000500000000000000" pitchFamily="2" charset="-34"/>
              </a:rPr>
              <a:t>Copilot</a:t>
            </a:r>
          </a:p>
        </p:txBody>
      </p:sp>
      <p:sp>
        <p:nvSpPr>
          <p:cNvPr id="50" name="eff-1">
            <a:extLst>
              <a:ext uri="{FF2B5EF4-FFF2-40B4-BE49-F238E27FC236}">
                <a16:creationId xmlns:a16="http://schemas.microsoft.com/office/drawing/2014/main" id="{9716BB60-837F-4910-8CC1-CA668F13E2B1}"/>
              </a:ext>
            </a:extLst>
          </p:cNvPr>
          <p:cNvSpPr>
            <a:spLocks noGrp="1"/>
          </p:cNvSpPr>
          <p:nvPr/>
        </p:nvSpPr>
        <p:spPr>
          <a:xfrm>
            <a:off x="6819900" y="2638425"/>
            <a:ext cx="1295400" cy="190500"/>
          </a:xfrm>
          <a:prstGeom prst="rect">
            <a:avLst/>
          </a:prstGeom>
          <a:noFill/>
          <a:ln w="0">
            <a:noFill/>
            <a:prstDash val="solid"/>
          </a:ln>
        </p:spPr>
        <p:txBody>
          <a:bodyPr anchor="ctr"/>
          <a:lstStyle/>
          <a:p>
            <a:pPr algn="ctr">
              <a:defRPr sz="1125" b="1">
                <a:solidFill>
                  <a:srgbClr val="173F38"/>
                </a:solidFill>
              </a:defRPr>
            </a:pPr>
            <a:r>
              <a:rPr sz="1125" b="1" dirty="0">
                <a:solidFill>
                  <a:srgbClr val="173F38"/>
                </a:solidFill>
                <a:latin typeface="Kanit" panose="00000500000000000000" pitchFamily="2" charset="-34"/>
                <a:cs typeface="Kanit" panose="00000500000000000000" pitchFamily="2" charset="-34"/>
              </a:rPr>
              <a:t>20–2</a:t>
            </a:r>
            <a:r>
              <a:rPr lang="en-US" sz="1125" b="1" dirty="0">
                <a:solidFill>
                  <a:srgbClr val="173F38"/>
                </a:solidFill>
                <a:latin typeface="Kanit" panose="00000500000000000000" pitchFamily="2" charset="-34"/>
                <a:cs typeface="Kanit" panose="00000500000000000000" pitchFamily="2" charset="-34"/>
              </a:rPr>
              <a:t>5</a:t>
            </a:r>
            <a:endParaRPr sz="1125" b="1" dirty="0">
              <a:solidFill>
                <a:srgbClr val="173F38"/>
              </a:solidFill>
              <a:latin typeface="Kanit" panose="00000500000000000000" pitchFamily="2" charset="-34"/>
              <a:cs typeface="Kanit" panose="00000500000000000000" pitchFamily="2" charset="-34"/>
            </a:endParaRPr>
          </a:p>
        </p:txBody>
      </p:sp>
      <p:sp>
        <p:nvSpPr>
          <p:cNvPr id="51" name="phase-1">
            <a:extLst>
              <a:ext uri="{FF2B5EF4-FFF2-40B4-BE49-F238E27FC236}">
                <a16:creationId xmlns:a16="http://schemas.microsoft.com/office/drawing/2014/main" id="{07622BBF-D1CD-4631-B9EF-98E322215583}"/>
              </a:ext>
            </a:extLst>
          </p:cNvPr>
          <p:cNvSpPr>
            <a:spLocks noGrp="1"/>
          </p:cNvSpPr>
          <p:nvPr/>
        </p:nvSpPr>
        <p:spPr>
          <a:xfrm>
            <a:off x="8191500" y="2638425"/>
            <a:ext cx="1009650" cy="190500"/>
          </a:xfrm>
          <a:prstGeom prst="rect">
            <a:avLst/>
          </a:prstGeom>
          <a:noFill/>
          <a:ln w="0">
            <a:noFill/>
            <a:prstDash val="solid"/>
          </a:ln>
        </p:spPr>
        <p:txBody>
          <a:bodyPr anchor="ctr"/>
          <a:lstStyle/>
          <a:p>
            <a:pPr algn="ctr">
              <a:defRPr sz="1050" b="1">
                <a:solidFill>
                  <a:srgbClr val="536864"/>
                </a:solidFill>
              </a:defRPr>
            </a:pPr>
            <a:r>
              <a:rPr sz="1050" b="1">
                <a:solidFill>
                  <a:srgbClr val="536864"/>
                </a:solidFill>
                <a:latin typeface="Kanit" panose="00000500000000000000" pitchFamily="2" charset="-34"/>
                <a:cs typeface="Kanit" panose="00000500000000000000" pitchFamily="2" charset="-34"/>
              </a:rPr>
              <a:t>Phase 1</a:t>
            </a:r>
          </a:p>
        </p:txBody>
      </p:sp>
      <p:sp>
        <p:nvSpPr>
          <p:cNvPr id="52" name="quick-bg-1">
            <a:extLst>
              <a:ext uri="{FF2B5EF4-FFF2-40B4-BE49-F238E27FC236}">
                <a16:creationId xmlns:a16="http://schemas.microsoft.com/office/drawing/2014/main" id="{CA044E2A-33C1-49A3-9523-A6E587FB8895}"/>
              </a:ext>
            </a:extLst>
          </p:cNvPr>
          <p:cNvSpPr>
            <a:spLocks noGrp="1"/>
          </p:cNvSpPr>
          <p:nvPr/>
        </p:nvSpPr>
        <p:spPr>
          <a:xfrm>
            <a:off x="9410700" y="2581275"/>
            <a:ext cx="1504950" cy="304800"/>
          </a:xfrm>
          <a:prstGeom prst="roundRect">
            <a:avLst>
              <a:gd name="adj" fmla="val 50000"/>
            </a:avLst>
          </a:prstGeom>
          <a:solidFill>
            <a:srgbClr val="0A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3" name="quick-1">
            <a:extLst>
              <a:ext uri="{FF2B5EF4-FFF2-40B4-BE49-F238E27FC236}">
                <a16:creationId xmlns:a16="http://schemas.microsoft.com/office/drawing/2014/main" id="{FE17B2CD-F9B2-4894-A677-D5A98E09F9B0}"/>
              </a:ext>
            </a:extLst>
          </p:cNvPr>
          <p:cNvSpPr>
            <a:spLocks noGrp="1"/>
          </p:cNvSpPr>
          <p:nvPr/>
        </p:nvSpPr>
        <p:spPr>
          <a:xfrm>
            <a:off x="9410700" y="2647950"/>
            <a:ext cx="150495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QUICK WIN</a:t>
            </a:r>
          </a:p>
        </p:txBody>
      </p:sp>
      <p:sp>
        <p:nvSpPr>
          <p:cNvPr id="54" name="c-2-0">
            <a:extLst>
              <a:ext uri="{FF2B5EF4-FFF2-40B4-BE49-F238E27FC236}">
                <a16:creationId xmlns:a16="http://schemas.microsoft.com/office/drawing/2014/main" id="{A5679296-A377-4B28-8D30-A218A4749C9D}"/>
              </a:ext>
            </a:extLst>
          </p:cNvPr>
          <p:cNvSpPr>
            <a:spLocks noGrp="1"/>
          </p:cNvSpPr>
          <p:nvPr/>
        </p:nvSpPr>
        <p:spPr>
          <a:xfrm>
            <a:off x="400050" y="3009900"/>
            <a:ext cx="361950" cy="542925"/>
          </a:xfrm>
          <a:prstGeom prst="roundRect">
            <a:avLst>
              <a:gd name="adj" fmla="val 0"/>
            </a:avLst>
          </a:prstGeom>
          <a:solidFill>
            <a:srgbClr val="EDF8F4"/>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55" name="c-2-1">
            <a:extLst>
              <a:ext uri="{FF2B5EF4-FFF2-40B4-BE49-F238E27FC236}">
                <a16:creationId xmlns:a16="http://schemas.microsoft.com/office/drawing/2014/main" id="{8B4A0225-7FF3-4485-BAD5-7A5B4A730962}"/>
              </a:ext>
            </a:extLst>
          </p:cNvPr>
          <p:cNvSpPr>
            <a:spLocks noGrp="1"/>
          </p:cNvSpPr>
          <p:nvPr/>
        </p:nvSpPr>
        <p:spPr>
          <a:xfrm>
            <a:off x="762000" y="3009900"/>
            <a:ext cx="2381250" cy="542925"/>
          </a:xfrm>
          <a:prstGeom prst="roundRect">
            <a:avLst>
              <a:gd name="adj" fmla="val 0"/>
            </a:avLst>
          </a:prstGeom>
          <a:solidFill>
            <a:srgbClr val="EDF8F4"/>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56" name="c-2-2">
            <a:extLst>
              <a:ext uri="{FF2B5EF4-FFF2-40B4-BE49-F238E27FC236}">
                <a16:creationId xmlns:a16="http://schemas.microsoft.com/office/drawing/2014/main" id="{408BC006-06B7-4A66-9FB4-5039D9DD1DF1}"/>
              </a:ext>
            </a:extLst>
          </p:cNvPr>
          <p:cNvSpPr>
            <a:spLocks noGrp="1"/>
          </p:cNvSpPr>
          <p:nvPr/>
        </p:nvSpPr>
        <p:spPr>
          <a:xfrm>
            <a:off x="3143250" y="3009900"/>
            <a:ext cx="2133600" cy="542925"/>
          </a:xfrm>
          <a:prstGeom prst="roundRect">
            <a:avLst>
              <a:gd name="adj" fmla="val 0"/>
            </a:avLst>
          </a:prstGeom>
          <a:solidFill>
            <a:srgbClr val="EDF8F4"/>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57" name="c-2-3">
            <a:extLst>
              <a:ext uri="{FF2B5EF4-FFF2-40B4-BE49-F238E27FC236}">
                <a16:creationId xmlns:a16="http://schemas.microsoft.com/office/drawing/2014/main" id="{87AC0069-3ECB-4414-8BC6-3C8616E60329}"/>
              </a:ext>
            </a:extLst>
          </p:cNvPr>
          <p:cNvSpPr>
            <a:spLocks noGrp="1"/>
          </p:cNvSpPr>
          <p:nvPr/>
        </p:nvSpPr>
        <p:spPr>
          <a:xfrm>
            <a:off x="5276850" y="3009900"/>
            <a:ext cx="1543050" cy="542925"/>
          </a:xfrm>
          <a:prstGeom prst="roundRect">
            <a:avLst>
              <a:gd name="adj" fmla="val 0"/>
            </a:avLst>
          </a:prstGeom>
          <a:solidFill>
            <a:srgbClr val="EDF8F4"/>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58" name="c-2-4">
            <a:extLst>
              <a:ext uri="{FF2B5EF4-FFF2-40B4-BE49-F238E27FC236}">
                <a16:creationId xmlns:a16="http://schemas.microsoft.com/office/drawing/2014/main" id="{2F3F5B00-34BC-40A3-843F-B7FD6BC1F759}"/>
              </a:ext>
            </a:extLst>
          </p:cNvPr>
          <p:cNvSpPr>
            <a:spLocks noGrp="1"/>
          </p:cNvSpPr>
          <p:nvPr/>
        </p:nvSpPr>
        <p:spPr>
          <a:xfrm>
            <a:off x="6819900" y="3009900"/>
            <a:ext cx="1295400" cy="542925"/>
          </a:xfrm>
          <a:prstGeom prst="roundRect">
            <a:avLst>
              <a:gd name="adj" fmla="val 0"/>
            </a:avLst>
          </a:prstGeom>
          <a:solidFill>
            <a:srgbClr val="EDF8F4"/>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59" name="c-2-5">
            <a:extLst>
              <a:ext uri="{FF2B5EF4-FFF2-40B4-BE49-F238E27FC236}">
                <a16:creationId xmlns:a16="http://schemas.microsoft.com/office/drawing/2014/main" id="{7A9C927F-171F-453F-A5F1-E763C96F1D81}"/>
              </a:ext>
            </a:extLst>
          </p:cNvPr>
          <p:cNvSpPr>
            <a:spLocks noGrp="1"/>
          </p:cNvSpPr>
          <p:nvPr/>
        </p:nvSpPr>
        <p:spPr>
          <a:xfrm>
            <a:off x="8115300" y="3009900"/>
            <a:ext cx="1162050" cy="542925"/>
          </a:xfrm>
          <a:prstGeom prst="roundRect">
            <a:avLst>
              <a:gd name="adj" fmla="val 0"/>
            </a:avLst>
          </a:prstGeom>
          <a:solidFill>
            <a:srgbClr val="EDF8F4"/>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60" name="c-2-6">
            <a:extLst>
              <a:ext uri="{FF2B5EF4-FFF2-40B4-BE49-F238E27FC236}">
                <a16:creationId xmlns:a16="http://schemas.microsoft.com/office/drawing/2014/main" id="{E74C6753-2294-4FB7-AA91-790CC175716B}"/>
              </a:ext>
            </a:extLst>
          </p:cNvPr>
          <p:cNvSpPr>
            <a:spLocks noGrp="1"/>
          </p:cNvSpPr>
          <p:nvPr/>
        </p:nvSpPr>
        <p:spPr>
          <a:xfrm>
            <a:off x="9277350" y="3009900"/>
            <a:ext cx="2457450" cy="542925"/>
          </a:xfrm>
          <a:prstGeom prst="roundRect">
            <a:avLst>
              <a:gd name="adj" fmla="val 0"/>
            </a:avLst>
          </a:prstGeom>
          <a:solidFill>
            <a:srgbClr val="EDF8F4"/>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61" name="rank-2">
            <a:extLst>
              <a:ext uri="{FF2B5EF4-FFF2-40B4-BE49-F238E27FC236}">
                <a16:creationId xmlns:a16="http://schemas.microsoft.com/office/drawing/2014/main" id="{2DA745DA-E6AF-43AD-B785-F722C2C39A36}"/>
              </a:ext>
            </a:extLst>
          </p:cNvPr>
          <p:cNvSpPr>
            <a:spLocks noGrp="1"/>
          </p:cNvSpPr>
          <p:nvPr/>
        </p:nvSpPr>
        <p:spPr>
          <a:xfrm>
            <a:off x="400050" y="3181350"/>
            <a:ext cx="361950" cy="190500"/>
          </a:xfrm>
          <a:prstGeom prst="rect">
            <a:avLst/>
          </a:prstGeom>
          <a:noFill/>
          <a:ln w="0">
            <a:noFill/>
            <a:prstDash val="solid"/>
          </a:ln>
        </p:spPr>
        <p:txBody>
          <a:bodyPr anchor="ctr"/>
          <a:lstStyle/>
          <a:p>
            <a:pPr algn="ctr">
              <a:defRPr sz="1050" b="1">
                <a:solidFill>
                  <a:srgbClr val="087650"/>
                </a:solidFill>
              </a:defRPr>
            </a:pPr>
            <a:r>
              <a:rPr sz="1050" b="1">
                <a:solidFill>
                  <a:srgbClr val="087650"/>
                </a:solidFill>
                <a:latin typeface="Kanit" panose="00000500000000000000" pitchFamily="2" charset="-34"/>
                <a:cs typeface="Kanit" panose="00000500000000000000" pitchFamily="2" charset="-34"/>
              </a:rPr>
              <a:t>3</a:t>
            </a:r>
          </a:p>
        </p:txBody>
      </p:sp>
      <p:sp>
        <p:nvSpPr>
          <p:cNvPr id="62" name="proc-2">
            <a:extLst>
              <a:ext uri="{FF2B5EF4-FFF2-40B4-BE49-F238E27FC236}">
                <a16:creationId xmlns:a16="http://schemas.microsoft.com/office/drawing/2014/main" id="{08A2727E-A6C7-486B-8014-EED95D013D18}"/>
              </a:ext>
            </a:extLst>
          </p:cNvPr>
          <p:cNvSpPr>
            <a:spLocks noGrp="1"/>
          </p:cNvSpPr>
          <p:nvPr/>
        </p:nvSpPr>
        <p:spPr>
          <a:xfrm>
            <a:off x="857250" y="3086100"/>
            <a:ext cx="2209800" cy="400050"/>
          </a:xfrm>
          <a:prstGeom prst="rect">
            <a:avLst/>
          </a:prstGeom>
          <a:noFill/>
          <a:ln w="0">
            <a:noFill/>
            <a:prstDash val="solid"/>
          </a:ln>
        </p:spPr>
        <p:txBody>
          <a:bodyPr anchor="ctr"/>
          <a:lstStyle/>
          <a:p>
            <a:pPr algn="l">
              <a:defRPr sz="1050" b="1">
                <a:solidFill>
                  <a:srgbClr val="173F38"/>
                </a:solidFill>
              </a:defRPr>
            </a:pPr>
            <a:r>
              <a:rPr sz="1050" b="1">
                <a:solidFill>
                  <a:srgbClr val="173F38"/>
                </a:solidFill>
                <a:latin typeface="Kanit" panose="00000500000000000000" pitchFamily="2" charset="-34"/>
                <a:cs typeface="Kanit" panose="00000500000000000000" pitchFamily="2" charset="-34"/>
              </a:rPr>
              <a:t>2. AP – Intercompany Billing &amp; Expense</a:t>
            </a:r>
          </a:p>
        </p:txBody>
      </p:sp>
      <p:sp>
        <p:nvSpPr>
          <p:cNvPr id="63" name="tech-2">
            <a:extLst>
              <a:ext uri="{FF2B5EF4-FFF2-40B4-BE49-F238E27FC236}">
                <a16:creationId xmlns:a16="http://schemas.microsoft.com/office/drawing/2014/main" id="{8BD1F143-0E08-421B-97D7-69B8A1CE479B}"/>
              </a:ext>
            </a:extLst>
          </p:cNvPr>
          <p:cNvSpPr>
            <a:spLocks noGrp="1"/>
          </p:cNvSpPr>
          <p:nvPr/>
        </p:nvSpPr>
        <p:spPr>
          <a:xfrm>
            <a:off x="3238500" y="3105150"/>
            <a:ext cx="1962150" cy="361950"/>
          </a:xfrm>
          <a:prstGeom prst="rect">
            <a:avLst/>
          </a:prstGeom>
          <a:noFill/>
          <a:ln w="0">
            <a:noFill/>
            <a:prstDash val="solid"/>
          </a:ln>
        </p:spPr>
        <p:txBody>
          <a:bodyPr anchor="ctr"/>
          <a:lstStyle/>
          <a:p>
            <a:pPr>
              <a:defRPr sz="1050" b="1">
                <a:solidFill>
                  <a:srgbClr val="0A8F62"/>
                </a:solidFill>
              </a:defRPr>
            </a:pPr>
            <a:r>
              <a:rPr sz="1050" b="1" dirty="0">
                <a:solidFill>
                  <a:srgbClr val="0A8F62"/>
                </a:solidFill>
                <a:latin typeface="Kanit" panose="00000500000000000000" pitchFamily="2" charset="-34"/>
                <a:cs typeface="Kanit" panose="00000500000000000000" pitchFamily="2" charset="-34"/>
              </a:rPr>
              <a:t>RPA + </a:t>
            </a:r>
            <a:r>
              <a:rPr lang="en-US" sz="1050" b="1" dirty="0">
                <a:solidFill>
                  <a:srgbClr val="0070C0"/>
                </a:solidFill>
                <a:latin typeface="Kanit" panose="00000500000000000000" pitchFamily="2" charset="-34"/>
                <a:cs typeface="Kanit" panose="00000500000000000000" pitchFamily="2" charset="-34"/>
              </a:rPr>
              <a:t>D365 </a:t>
            </a:r>
            <a:endParaRPr sz="1050" b="1" dirty="0">
              <a:solidFill>
                <a:srgbClr val="0A8F62"/>
              </a:solidFill>
              <a:latin typeface="Kanit" panose="00000500000000000000" pitchFamily="2" charset="-34"/>
              <a:cs typeface="Kanit" panose="00000500000000000000" pitchFamily="2" charset="-34"/>
            </a:endParaRPr>
          </a:p>
        </p:txBody>
      </p:sp>
      <p:sp>
        <p:nvSpPr>
          <p:cNvPr id="64" name="diff-bg-2">
            <a:extLst>
              <a:ext uri="{FF2B5EF4-FFF2-40B4-BE49-F238E27FC236}">
                <a16:creationId xmlns:a16="http://schemas.microsoft.com/office/drawing/2014/main" id="{D258B8B3-BC51-41FA-A399-6ECDD9DD9550}"/>
              </a:ext>
            </a:extLst>
          </p:cNvPr>
          <p:cNvSpPr>
            <a:spLocks noGrp="1"/>
          </p:cNvSpPr>
          <p:nvPr/>
        </p:nvSpPr>
        <p:spPr>
          <a:xfrm>
            <a:off x="5448300" y="3133725"/>
            <a:ext cx="952500" cy="295275"/>
          </a:xfrm>
          <a:prstGeom prst="roundRect">
            <a:avLst>
              <a:gd name="adj" fmla="val 50000"/>
            </a:avLst>
          </a:prstGeom>
          <a:solidFill>
            <a:srgbClr val="E4EDF4"/>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65" name="diff-2">
            <a:extLst>
              <a:ext uri="{FF2B5EF4-FFF2-40B4-BE49-F238E27FC236}">
                <a16:creationId xmlns:a16="http://schemas.microsoft.com/office/drawing/2014/main" id="{437A7D7C-BF27-47CF-883B-D5F0D2646ABD}"/>
              </a:ext>
            </a:extLst>
          </p:cNvPr>
          <p:cNvSpPr>
            <a:spLocks noGrp="1"/>
          </p:cNvSpPr>
          <p:nvPr/>
        </p:nvSpPr>
        <p:spPr>
          <a:xfrm>
            <a:off x="5448300" y="3190875"/>
            <a:ext cx="952500" cy="171450"/>
          </a:xfrm>
          <a:prstGeom prst="rect">
            <a:avLst/>
          </a:prstGeom>
          <a:noFill/>
          <a:ln w="0">
            <a:noFill/>
            <a:prstDash val="solid"/>
          </a:ln>
        </p:spPr>
        <p:txBody>
          <a:bodyPr anchor="ctr"/>
          <a:lstStyle/>
          <a:p>
            <a:pPr algn="ctr">
              <a:defRPr sz="975" b="1">
                <a:solidFill>
                  <a:srgbClr val="27657A"/>
                </a:solidFill>
              </a:defRPr>
            </a:pPr>
            <a:r>
              <a:rPr sz="975" b="1" dirty="0">
                <a:solidFill>
                  <a:srgbClr val="27657A"/>
                </a:solidFill>
                <a:latin typeface="Kanit" panose="00000500000000000000" pitchFamily="2" charset="-34"/>
                <a:cs typeface="Kanit" panose="00000500000000000000" pitchFamily="2" charset="-34"/>
              </a:rPr>
              <a:t>Medium</a:t>
            </a:r>
          </a:p>
        </p:txBody>
      </p:sp>
      <p:sp>
        <p:nvSpPr>
          <p:cNvPr id="66" name="eff-2">
            <a:extLst>
              <a:ext uri="{FF2B5EF4-FFF2-40B4-BE49-F238E27FC236}">
                <a16:creationId xmlns:a16="http://schemas.microsoft.com/office/drawing/2014/main" id="{66C21CB9-5224-465E-B247-B78632A61B57}"/>
              </a:ext>
            </a:extLst>
          </p:cNvPr>
          <p:cNvSpPr>
            <a:spLocks noGrp="1"/>
          </p:cNvSpPr>
          <p:nvPr/>
        </p:nvSpPr>
        <p:spPr>
          <a:xfrm>
            <a:off x="6819900" y="3181350"/>
            <a:ext cx="1295400" cy="190500"/>
          </a:xfrm>
          <a:prstGeom prst="rect">
            <a:avLst/>
          </a:prstGeom>
          <a:noFill/>
          <a:ln w="0">
            <a:noFill/>
            <a:prstDash val="solid"/>
          </a:ln>
        </p:spPr>
        <p:txBody>
          <a:bodyPr anchor="ctr"/>
          <a:lstStyle/>
          <a:p>
            <a:pPr algn="ctr">
              <a:defRPr sz="1125" b="1">
                <a:solidFill>
                  <a:srgbClr val="173F38"/>
                </a:solidFill>
              </a:defRPr>
            </a:pPr>
            <a:r>
              <a:rPr sz="1125" b="1" dirty="0">
                <a:solidFill>
                  <a:srgbClr val="173F38"/>
                </a:solidFill>
                <a:latin typeface="Kanit" panose="00000500000000000000" pitchFamily="2" charset="-34"/>
                <a:cs typeface="Kanit" panose="00000500000000000000" pitchFamily="2" charset="-34"/>
              </a:rPr>
              <a:t>25–35</a:t>
            </a:r>
          </a:p>
        </p:txBody>
      </p:sp>
      <p:sp>
        <p:nvSpPr>
          <p:cNvPr id="67" name="phase-2">
            <a:extLst>
              <a:ext uri="{FF2B5EF4-FFF2-40B4-BE49-F238E27FC236}">
                <a16:creationId xmlns:a16="http://schemas.microsoft.com/office/drawing/2014/main" id="{C4C79BA4-DD8D-46C3-950D-14F1E00C957F}"/>
              </a:ext>
            </a:extLst>
          </p:cNvPr>
          <p:cNvSpPr>
            <a:spLocks noGrp="1"/>
          </p:cNvSpPr>
          <p:nvPr/>
        </p:nvSpPr>
        <p:spPr>
          <a:xfrm>
            <a:off x="8191500" y="3181350"/>
            <a:ext cx="1009650" cy="190500"/>
          </a:xfrm>
          <a:prstGeom prst="rect">
            <a:avLst/>
          </a:prstGeom>
          <a:noFill/>
          <a:ln w="0">
            <a:noFill/>
            <a:prstDash val="solid"/>
          </a:ln>
        </p:spPr>
        <p:txBody>
          <a:bodyPr anchor="ctr"/>
          <a:lstStyle/>
          <a:p>
            <a:pPr algn="ctr">
              <a:defRPr sz="1050" b="1">
                <a:solidFill>
                  <a:srgbClr val="536864"/>
                </a:solidFill>
              </a:defRPr>
            </a:pPr>
            <a:r>
              <a:rPr sz="1050" b="1">
                <a:solidFill>
                  <a:srgbClr val="536864"/>
                </a:solidFill>
                <a:latin typeface="Kanit" panose="00000500000000000000" pitchFamily="2" charset="-34"/>
                <a:cs typeface="Kanit" panose="00000500000000000000" pitchFamily="2" charset="-34"/>
              </a:rPr>
              <a:t>Phase 1</a:t>
            </a:r>
          </a:p>
        </p:txBody>
      </p:sp>
      <p:sp>
        <p:nvSpPr>
          <p:cNvPr id="68" name="quick-bg-2">
            <a:extLst>
              <a:ext uri="{FF2B5EF4-FFF2-40B4-BE49-F238E27FC236}">
                <a16:creationId xmlns:a16="http://schemas.microsoft.com/office/drawing/2014/main" id="{DA77E1D7-0E1C-4962-9793-48BE7D7FAFDC}"/>
              </a:ext>
            </a:extLst>
          </p:cNvPr>
          <p:cNvSpPr>
            <a:spLocks noGrp="1"/>
          </p:cNvSpPr>
          <p:nvPr/>
        </p:nvSpPr>
        <p:spPr>
          <a:xfrm>
            <a:off x="9410700" y="3124200"/>
            <a:ext cx="1504950" cy="304800"/>
          </a:xfrm>
          <a:prstGeom prst="roundRect">
            <a:avLst>
              <a:gd name="adj" fmla="val 50000"/>
            </a:avLst>
          </a:prstGeom>
          <a:solidFill>
            <a:srgbClr val="0A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69" name="quick-2">
            <a:extLst>
              <a:ext uri="{FF2B5EF4-FFF2-40B4-BE49-F238E27FC236}">
                <a16:creationId xmlns:a16="http://schemas.microsoft.com/office/drawing/2014/main" id="{3287A8BB-14B9-49F1-989D-EDBD4884FFF9}"/>
              </a:ext>
            </a:extLst>
          </p:cNvPr>
          <p:cNvSpPr>
            <a:spLocks noGrp="1"/>
          </p:cNvSpPr>
          <p:nvPr/>
        </p:nvSpPr>
        <p:spPr>
          <a:xfrm>
            <a:off x="9410700" y="3190875"/>
            <a:ext cx="1504950" cy="17145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QUICK WIN</a:t>
            </a:r>
          </a:p>
        </p:txBody>
      </p:sp>
      <p:sp>
        <p:nvSpPr>
          <p:cNvPr id="70" name="c-3-0">
            <a:extLst>
              <a:ext uri="{FF2B5EF4-FFF2-40B4-BE49-F238E27FC236}">
                <a16:creationId xmlns:a16="http://schemas.microsoft.com/office/drawing/2014/main" id="{F47E9353-543A-464D-8E87-F1EEE2B2AA7E}"/>
              </a:ext>
            </a:extLst>
          </p:cNvPr>
          <p:cNvSpPr>
            <a:spLocks noGrp="1"/>
          </p:cNvSpPr>
          <p:nvPr/>
        </p:nvSpPr>
        <p:spPr>
          <a:xfrm>
            <a:off x="400050" y="3552825"/>
            <a:ext cx="361950" cy="542925"/>
          </a:xfrm>
          <a:prstGeom prst="roundRect">
            <a:avLst>
              <a:gd name="adj" fmla="val 0"/>
            </a:avLst>
          </a:prstGeom>
          <a:solidFill>
            <a:srgbClr val="E3F3EC"/>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71" name="c-3-1">
            <a:extLst>
              <a:ext uri="{FF2B5EF4-FFF2-40B4-BE49-F238E27FC236}">
                <a16:creationId xmlns:a16="http://schemas.microsoft.com/office/drawing/2014/main" id="{13945A9D-79E0-4FB4-8B91-8B9DD449A9CB}"/>
              </a:ext>
            </a:extLst>
          </p:cNvPr>
          <p:cNvSpPr>
            <a:spLocks noGrp="1"/>
          </p:cNvSpPr>
          <p:nvPr/>
        </p:nvSpPr>
        <p:spPr>
          <a:xfrm>
            <a:off x="762000" y="3543300"/>
            <a:ext cx="2381250" cy="542925"/>
          </a:xfrm>
          <a:prstGeom prst="roundRect">
            <a:avLst>
              <a:gd name="adj" fmla="val 0"/>
            </a:avLst>
          </a:prstGeom>
          <a:solidFill>
            <a:srgbClr val="E3F3EC"/>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72" name="c-3-2">
            <a:extLst>
              <a:ext uri="{FF2B5EF4-FFF2-40B4-BE49-F238E27FC236}">
                <a16:creationId xmlns:a16="http://schemas.microsoft.com/office/drawing/2014/main" id="{57394B33-DD95-4D24-B0F4-2BF62AC466CA}"/>
              </a:ext>
            </a:extLst>
          </p:cNvPr>
          <p:cNvSpPr>
            <a:spLocks noGrp="1"/>
          </p:cNvSpPr>
          <p:nvPr/>
        </p:nvSpPr>
        <p:spPr>
          <a:xfrm>
            <a:off x="3143250" y="3552825"/>
            <a:ext cx="2133600" cy="542925"/>
          </a:xfrm>
          <a:prstGeom prst="roundRect">
            <a:avLst>
              <a:gd name="adj" fmla="val 0"/>
            </a:avLst>
          </a:prstGeom>
          <a:solidFill>
            <a:srgbClr val="E3F3EC"/>
          </a:solidFill>
          <a:ln w="9525">
            <a:solidFill>
              <a:srgbClr val="CDDDD7"/>
            </a:solidFill>
            <a:prstDash val="solid"/>
          </a:ln>
        </p:spPr>
        <p:txBody>
          <a:bodyPr/>
          <a:lstStyle/>
          <a:p>
            <a:endParaRPr lang="en-US" dirty="0">
              <a:latin typeface="Kanit" panose="00000500000000000000" pitchFamily="2" charset="-34"/>
              <a:cs typeface="Kanit" panose="00000500000000000000" pitchFamily="2" charset="-34"/>
            </a:endParaRPr>
          </a:p>
        </p:txBody>
      </p:sp>
      <p:sp>
        <p:nvSpPr>
          <p:cNvPr id="73" name="c-3-3">
            <a:extLst>
              <a:ext uri="{FF2B5EF4-FFF2-40B4-BE49-F238E27FC236}">
                <a16:creationId xmlns:a16="http://schemas.microsoft.com/office/drawing/2014/main" id="{4AD40730-E19E-4D6D-9343-E9A1A2852A2C}"/>
              </a:ext>
            </a:extLst>
          </p:cNvPr>
          <p:cNvSpPr>
            <a:spLocks noGrp="1"/>
          </p:cNvSpPr>
          <p:nvPr/>
        </p:nvSpPr>
        <p:spPr>
          <a:xfrm>
            <a:off x="5276850" y="3552825"/>
            <a:ext cx="1543050" cy="542925"/>
          </a:xfrm>
          <a:prstGeom prst="roundRect">
            <a:avLst>
              <a:gd name="adj" fmla="val 0"/>
            </a:avLst>
          </a:prstGeom>
          <a:solidFill>
            <a:srgbClr val="E3F3EC"/>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74" name="c-3-4">
            <a:extLst>
              <a:ext uri="{FF2B5EF4-FFF2-40B4-BE49-F238E27FC236}">
                <a16:creationId xmlns:a16="http://schemas.microsoft.com/office/drawing/2014/main" id="{80B2E9F3-48CE-4AE3-AB5B-969CA841BE7C}"/>
              </a:ext>
            </a:extLst>
          </p:cNvPr>
          <p:cNvSpPr>
            <a:spLocks noGrp="1"/>
          </p:cNvSpPr>
          <p:nvPr/>
        </p:nvSpPr>
        <p:spPr>
          <a:xfrm>
            <a:off x="6819900" y="3552825"/>
            <a:ext cx="1295400" cy="542925"/>
          </a:xfrm>
          <a:prstGeom prst="roundRect">
            <a:avLst>
              <a:gd name="adj" fmla="val 0"/>
            </a:avLst>
          </a:prstGeom>
          <a:solidFill>
            <a:srgbClr val="E3F3EC"/>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75" name="c-3-5">
            <a:extLst>
              <a:ext uri="{FF2B5EF4-FFF2-40B4-BE49-F238E27FC236}">
                <a16:creationId xmlns:a16="http://schemas.microsoft.com/office/drawing/2014/main" id="{94875F6F-303F-4F58-B1A6-E7099C5A18A8}"/>
              </a:ext>
            </a:extLst>
          </p:cNvPr>
          <p:cNvSpPr>
            <a:spLocks noGrp="1"/>
          </p:cNvSpPr>
          <p:nvPr/>
        </p:nvSpPr>
        <p:spPr>
          <a:xfrm>
            <a:off x="8115300" y="3552825"/>
            <a:ext cx="1162050" cy="542925"/>
          </a:xfrm>
          <a:prstGeom prst="roundRect">
            <a:avLst>
              <a:gd name="adj" fmla="val 0"/>
            </a:avLst>
          </a:prstGeom>
          <a:solidFill>
            <a:srgbClr val="E3F3EC"/>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76" name="c-3-6">
            <a:extLst>
              <a:ext uri="{FF2B5EF4-FFF2-40B4-BE49-F238E27FC236}">
                <a16:creationId xmlns:a16="http://schemas.microsoft.com/office/drawing/2014/main" id="{CC623FF0-6AD7-464A-8A6C-7A03137E1903}"/>
              </a:ext>
            </a:extLst>
          </p:cNvPr>
          <p:cNvSpPr>
            <a:spLocks noGrp="1"/>
          </p:cNvSpPr>
          <p:nvPr/>
        </p:nvSpPr>
        <p:spPr>
          <a:xfrm>
            <a:off x="9277350" y="3552825"/>
            <a:ext cx="2457450" cy="542925"/>
          </a:xfrm>
          <a:prstGeom prst="roundRect">
            <a:avLst>
              <a:gd name="adj" fmla="val 0"/>
            </a:avLst>
          </a:prstGeom>
          <a:solidFill>
            <a:srgbClr val="E3F3EC"/>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77" name="rank-3">
            <a:extLst>
              <a:ext uri="{FF2B5EF4-FFF2-40B4-BE49-F238E27FC236}">
                <a16:creationId xmlns:a16="http://schemas.microsoft.com/office/drawing/2014/main" id="{2DC0C713-7F20-4F23-8D7E-79DBC42DD94C}"/>
              </a:ext>
            </a:extLst>
          </p:cNvPr>
          <p:cNvSpPr>
            <a:spLocks noGrp="1"/>
          </p:cNvSpPr>
          <p:nvPr/>
        </p:nvSpPr>
        <p:spPr>
          <a:xfrm>
            <a:off x="400050" y="3724275"/>
            <a:ext cx="361950" cy="190500"/>
          </a:xfrm>
          <a:prstGeom prst="rect">
            <a:avLst/>
          </a:prstGeom>
          <a:noFill/>
          <a:ln w="0">
            <a:noFill/>
            <a:prstDash val="solid"/>
          </a:ln>
        </p:spPr>
        <p:txBody>
          <a:bodyPr anchor="ctr"/>
          <a:lstStyle/>
          <a:p>
            <a:pPr algn="ctr">
              <a:defRPr sz="1050" b="1">
                <a:solidFill>
                  <a:srgbClr val="087650"/>
                </a:solidFill>
              </a:defRPr>
            </a:pPr>
            <a:r>
              <a:rPr sz="1050" b="1">
                <a:solidFill>
                  <a:srgbClr val="087650"/>
                </a:solidFill>
                <a:latin typeface="Kanit" panose="00000500000000000000" pitchFamily="2" charset="-34"/>
                <a:cs typeface="Kanit" panose="00000500000000000000" pitchFamily="2" charset="-34"/>
              </a:rPr>
              <a:t>4</a:t>
            </a:r>
          </a:p>
        </p:txBody>
      </p:sp>
      <p:sp>
        <p:nvSpPr>
          <p:cNvPr id="78" name="proc-3">
            <a:extLst>
              <a:ext uri="{FF2B5EF4-FFF2-40B4-BE49-F238E27FC236}">
                <a16:creationId xmlns:a16="http://schemas.microsoft.com/office/drawing/2014/main" id="{1FB402B7-A344-4D7E-8B34-2B9E5424DBC5}"/>
              </a:ext>
            </a:extLst>
          </p:cNvPr>
          <p:cNvSpPr>
            <a:spLocks noGrp="1"/>
          </p:cNvSpPr>
          <p:nvPr/>
        </p:nvSpPr>
        <p:spPr>
          <a:xfrm>
            <a:off x="857250" y="3629025"/>
            <a:ext cx="2209800" cy="400050"/>
          </a:xfrm>
          <a:prstGeom prst="rect">
            <a:avLst/>
          </a:prstGeom>
          <a:noFill/>
          <a:ln w="0">
            <a:noFill/>
            <a:prstDash val="solid"/>
          </a:ln>
        </p:spPr>
        <p:txBody>
          <a:bodyPr anchor="ctr"/>
          <a:lstStyle/>
          <a:p>
            <a:pPr>
              <a:defRPr sz="1050" b="1">
                <a:solidFill>
                  <a:srgbClr val="173F38"/>
                </a:solidFill>
              </a:defRPr>
            </a:pPr>
            <a:r>
              <a:rPr lang="en-US" sz="1050" b="1" dirty="0">
                <a:solidFill>
                  <a:srgbClr val="173F38"/>
                </a:solidFill>
                <a:latin typeface="Kanit" panose="00000500000000000000" pitchFamily="2" charset="-34"/>
                <a:cs typeface="Kanit" panose="00000500000000000000" pitchFamily="2" charset="-34"/>
              </a:rPr>
              <a:t>5. AR – Automatic Tax Invoice</a:t>
            </a:r>
          </a:p>
        </p:txBody>
      </p:sp>
      <p:sp>
        <p:nvSpPr>
          <p:cNvPr id="79" name="tech-3">
            <a:extLst>
              <a:ext uri="{FF2B5EF4-FFF2-40B4-BE49-F238E27FC236}">
                <a16:creationId xmlns:a16="http://schemas.microsoft.com/office/drawing/2014/main" id="{77D0F496-214C-453F-81C8-79DDE4EF4D42}"/>
              </a:ext>
            </a:extLst>
          </p:cNvPr>
          <p:cNvSpPr>
            <a:spLocks noGrp="1"/>
          </p:cNvSpPr>
          <p:nvPr/>
        </p:nvSpPr>
        <p:spPr>
          <a:xfrm>
            <a:off x="3238500" y="3648075"/>
            <a:ext cx="1962150" cy="361950"/>
          </a:xfrm>
          <a:prstGeom prst="rect">
            <a:avLst/>
          </a:prstGeom>
          <a:noFill/>
          <a:ln w="0">
            <a:noFill/>
            <a:prstDash val="solid"/>
          </a:ln>
        </p:spPr>
        <p:txBody>
          <a:bodyPr anchor="ctr"/>
          <a:lstStyle/>
          <a:p>
            <a:pPr algn="l">
              <a:defRPr sz="1050" b="1">
                <a:solidFill>
                  <a:srgbClr val="0A8F62"/>
                </a:solidFill>
              </a:defRPr>
            </a:pPr>
            <a:endParaRPr sz="1050" b="1" dirty="0">
              <a:solidFill>
                <a:srgbClr val="0A8F62"/>
              </a:solidFill>
              <a:latin typeface="Kanit" panose="00000500000000000000" pitchFamily="2" charset="-34"/>
              <a:cs typeface="Kanit" panose="00000500000000000000" pitchFamily="2" charset="-34"/>
            </a:endParaRPr>
          </a:p>
        </p:txBody>
      </p:sp>
      <p:sp>
        <p:nvSpPr>
          <p:cNvPr id="80" name="diff-bg-3">
            <a:extLst>
              <a:ext uri="{FF2B5EF4-FFF2-40B4-BE49-F238E27FC236}">
                <a16:creationId xmlns:a16="http://schemas.microsoft.com/office/drawing/2014/main" id="{C4B77EA9-5E69-4085-9D79-0468E0CEF1D1}"/>
              </a:ext>
            </a:extLst>
          </p:cNvPr>
          <p:cNvSpPr>
            <a:spLocks noGrp="1"/>
          </p:cNvSpPr>
          <p:nvPr/>
        </p:nvSpPr>
        <p:spPr>
          <a:xfrm>
            <a:off x="5448300" y="3676650"/>
            <a:ext cx="952500" cy="295275"/>
          </a:xfrm>
          <a:prstGeom prst="roundRect">
            <a:avLst>
              <a:gd name="adj" fmla="val 50000"/>
            </a:avLst>
          </a:prstGeom>
          <a:solidFill>
            <a:srgbClr val="F8E2E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81" name="diff-3">
            <a:extLst>
              <a:ext uri="{FF2B5EF4-FFF2-40B4-BE49-F238E27FC236}">
                <a16:creationId xmlns:a16="http://schemas.microsoft.com/office/drawing/2014/main" id="{0A966EF3-6E5E-43ED-A495-131415A14C4D}"/>
              </a:ext>
            </a:extLst>
          </p:cNvPr>
          <p:cNvSpPr>
            <a:spLocks noGrp="1"/>
          </p:cNvSpPr>
          <p:nvPr/>
        </p:nvSpPr>
        <p:spPr>
          <a:xfrm>
            <a:off x="5448300" y="3733800"/>
            <a:ext cx="952500" cy="171450"/>
          </a:xfrm>
          <a:prstGeom prst="rect">
            <a:avLst/>
          </a:prstGeom>
          <a:noFill/>
          <a:ln w="0">
            <a:noFill/>
            <a:prstDash val="solid"/>
          </a:ln>
        </p:spPr>
        <p:txBody>
          <a:bodyPr anchor="ctr"/>
          <a:lstStyle/>
          <a:p>
            <a:pPr algn="ctr">
              <a:defRPr sz="975" b="1">
                <a:solidFill>
                  <a:srgbClr val="C43D3D"/>
                </a:solidFill>
              </a:defRPr>
            </a:pPr>
            <a:r>
              <a:rPr sz="975" b="1" dirty="0">
                <a:solidFill>
                  <a:srgbClr val="C43D3D"/>
                </a:solidFill>
                <a:latin typeface="Kanit" panose="00000500000000000000" pitchFamily="2" charset="-34"/>
                <a:cs typeface="Kanit" panose="00000500000000000000" pitchFamily="2" charset="-34"/>
              </a:rPr>
              <a:t>High</a:t>
            </a:r>
          </a:p>
        </p:txBody>
      </p:sp>
      <p:sp>
        <p:nvSpPr>
          <p:cNvPr id="82" name="eff-3">
            <a:extLst>
              <a:ext uri="{FF2B5EF4-FFF2-40B4-BE49-F238E27FC236}">
                <a16:creationId xmlns:a16="http://schemas.microsoft.com/office/drawing/2014/main" id="{254532B2-4435-4448-986B-CD19B45AFE7A}"/>
              </a:ext>
            </a:extLst>
          </p:cNvPr>
          <p:cNvSpPr>
            <a:spLocks noGrp="1"/>
          </p:cNvSpPr>
          <p:nvPr/>
        </p:nvSpPr>
        <p:spPr>
          <a:xfrm>
            <a:off x="6819900" y="3724275"/>
            <a:ext cx="1295400" cy="190500"/>
          </a:xfrm>
          <a:prstGeom prst="rect">
            <a:avLst/>
          </a:prstGeom>
          <a:noFill/>
          <a:ln w="0">
            <a:noFill/>
            <a:prstDash val="solid"/>
          </a:ln>
        </p:spPr>
        <p:txBody>
          <a:bodyPr anchor="ctr"/>
          <a:lstStyle/>
          <a:p>
            <a:pPr algn="ctr">
              <a:defRPr sz="1125" b="1">
                <a:solidFill>
                  <a:srgbClr val="173F38"/>
                </a:solidFill>
              </a:defRPr>
            </a:pPr>
            <a:r>
              <a:rPr lang="en-US" sz="1125" b="1" dirty="0">
                <a:solidFill>
                  <a:srgbClr val="173F38"/>
                </a:solidFill>
                <a:latin typeface="Kanit" panose="00000500000000000000" pitchFamily="2" charset="-34"/>
                <a:cs typeface="Kanit" panose="00000500000000000000" pitchFamily="2" charset="-34"/>
              </a:rPr>
              <a:t>30–40</a:t>
            </a:r>
          </a:p>
        </p:txBody>
      </p:sp>
      <p:sp>
        <p:nvSpPr>
          <p:cNvPr id="83" name="phase-3">
            <a:extLst>
              <a:ext uri="{FF2B5EF4-FFF2-40B4-BE49-F238E27FC236}">
                <a16:creationId xmlns:a16="http://schemas.microsoft.com/office/drawing/2014/main" id="{15A32CF3-33F4-46F0-980F-24D591F51A22}"/>
              </a:ext>
            </a:extLst>
          </p:cNvPr>
          <p:cNvSpPr>
            <a:spLocks noGrp="1"/>
          </p:cNvSpPr>
          <p:nvPr/>
        </p:nvSpPr>
        <p:spPr>
          <a:xfrm>
            <a:off x="8191500" y="3724275"/>
            <a:ext cx="1009650" cy="190500"/>
          </a:xfrm>
          <a:prstGeom prst="rect">
            <a:avLst/>
          </a:prstGeom>
          <a:noFill/>
          <a:ln w="0">
            <a:noFill/>
            <a:prstDash val="solid"/>
          </a:ln>
        </p:spPr>
        <p:txBody>
          <a:bodyPr anchor="ctr"/>
          <a:lstStyle/>
          <a:p>
            <a:pPr algn="ctr">
              <a:defRPr sz="1050" b="1">
                <a:solidFill>
                  <a:srgbClr val="536864"/>
                </a:solidFill>
              </a:defRPr>
            </a:pPr>
            <a:r>
              <a:rPr sz="1050" b="1">
                <a:solidFill>
                  <a:srgbClr val="536864"/>
                </a:solidFill>
                <a:latin typeface="Kanit" panose="00000500000000000000" pitchFamily="2" charset="-34"/>
                <a:cs typeface="Kanit" panose="00000500000000000000" pitchFamily="2" charset="-34"/>
              </a:rPr>
              <a:t>Phase 1</a:t>
            </a:r>
          </a:p>
        </p:txBody>
      </p:sp>
      <p:sp>
        <p:nvSpPr>
          <p:cNvPr id="84" name="quick-bg-3">
            <a:extLst>
              <a:ext uri="{FF2B5EF4-FFF2-40B4-BE49-F238E27FC236}">
                <a16:creationId xmlns:a16="http://schemas.microsoft.com/office/drawing/2014/main" id="{BAD06D5A-FF86-41FF-8AAB-2BC69C7E9EEB}"/>
              </a:ext>
            </a:extLst>
          </p:cNvPr>
          <p:cNvSpPr>
            <a:spLocks noGrp="1"/>
          </p:cNvSpPr>
          <p:nvPr/>
        </p:nvSpPr>
        <p:spPr>
          <a:xfrm>
            <a:off x="9410700" y="3667125"/>
            <a:ext cx="1504950" cy="304800"/>
          </a:xfrm>
          <a:prstGeom prst="roundRect">
            <a:avLst>
              <a:gd name="adj" fmla="val 50000"/>
            </a:avLst>
          </a:prstGeom>
          <a:solidFill>
            <a:srgbClr val="0A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85" name="quick-3">
            <a:extLst>
              <a:ext uri="{FF2B5EF4-FFF2-40B4-BE49-F238E27FC236}">
                <a16:creationId xmlns:a16="http://schemas.microsoft.com/office/drawing/2014/main" id="{92BB06BF-735C-4226-A027-9E04528BBF47}"/>
              </a:ext>
            </a:extLst>
          </p:cNvPr>
          <p:cNvSpPr>
            <a:spLocks noGrp="1"/>
          </p:cNvSpPr>
          <p:nvPr/>
        </p:nvSpPr>
        <p:spPr>
          <a:xfrm>
            <a:off x="9410700" y="3733800"/>
            <a:ext cx="1504950" cy="171450"/>
          </a:xfrm>
          <a:prstGeom prst="rect">
            <a:avLst/>
          </a:prstGeom>
          <a:noFill/>
          <a:ln w="0">
            <a:noFill/>
            <a:prstDash val="solid"/>
          </a:ln>
        </p:spPr>
        <p:txBody>
          <a:bodyPr anchor="ctr"/>
          <a:lstStyle/>
          <a:p>
            <a:pPr algn="ctr">
              <a:defRPr sz="975" b="1">
                <a:solidFill>
                  <a:srgbClr val="FFFFFF"/>
                </a:solidFill>
              </a:defRPr>
            </a:pPr>
            <a:r>
              <a:rPr sz="975" b="1" dirty="0">
                <a:solidFill>
                  <a:srgbClr val="FFFFFF"/>
                </a:solidFill>
                <a:latin typeface="Kanit" panose="00000500000000000000" pitchFamily="2" charset="-34"/>
                <a:cs typeface="Kanit" panose="00000500000000000000" pitchFamily="2" charset="-34"/>
              </a:rPr>
              <a:t>QUICK WIN</a:t>
            </a:r>
          </a:p>
        </p:txBody>
      </p:sp>
      <p:sp>
        <p:nvSpPr>
          <p:cNvPr id="86" name="c-4-0">
            <a:extLst>
              <a:ext uri="{FF2B5EF4-FFF2-40B4-BE49-F238E27FC236}">
                <a16:creationId xmlns:a16="http://schemas.microsoft.com/office/drawing/2014/main" id="{00533458-C2AA-4F10-83C1-9F0C235F9C8E}"/>
              </a:ext>
            </a:extLst>
          </p:cNvPr>
          <p:cNvSpPr>
            <a:spLocks noGrp="1"/>
          </p:cNvSpPr>
          <p:nvPr/>
        </p:nvSpPr>
        <p:spPr>
          <a:xfrm>
            <a:off x="400050" y="4095750"/>
            <a:ext cx="361950" cy="542925"/>
          </a:xfrm>
          <a:prstGeom prst="roundRect">
            <a:avLst>
              <a:gd name="adj" fmla="val 0"/>
            </a:avLst>
          </a:prstGeom>
          <a:solidFill>
            <a:srgbClr val="FFFFFF"/>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87" name="c-4-1">
            <a:extLst>
              <a:ext uri="{FF2B5EF4-FFF2-40B4-BE49-F238E27FC236}">
                <a16:creationId xmlns:a16="http://schemas.microsoft.com/office/drawing/2014/main" id="{4FBCF32D-58B5-4DD3-9501-6C1C0501C398}"/>
              </a:ext>
            </a:extLst>
          </p:cNvPr>
          <p:cNvSpPr>
            <a:spLocks noGrp="1"/>
          </p:cNvSpPr>
          <p:nvPr/>
        </p:nvSpPr>
        <p:spPr>
          <a:xfrm>
            <a:off x="762000" y="4095750"/>
            <a:ext cx="2381250" cy="542925"/>
          </a:xfrm>
          <a:prstGeom prst="roundRect">
            <a:avLst>
              <a:gd name="adj" fmla="val 0"/>
            </a:avLst>
          </a:prstGeom>
          <a:solidFill>
            <a:srgbClr val="FFFFFF"/>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88" name="c-4-2">
            <a:extLst>
              <a:ext uri="{FF2B5EF4-FFF2-40B4-BE49-F238E27FC236}">
                <a16:creationId xmlns:a16="http://schemas.microsoft.com/office/drawing/2014/main" id="{DA7E42A7-7D71-441E-8363-C08FE0B7B31B}"/>
              </a:ext>
            </a:extLst>
          </p:cNvPr>
          <p:cNvSpPr>
            <a:spLocks noGrp="1"/>
          </p:cNvSpPr>
          <p:nvPr/>
        </p:nvSpPr>
        <p:spPr>
          <a:xfrm>
            <a:off x="3143250" y="4095750"/>
            <a:ext cx="2133600" cy="542925"/>
          </a:xfrm>
          <a:prstGeom prst="roundRect">
            <a:avLst>
              <a:gd name="adj" fmla="val 0"/>
            </a:avLst>
          </a:prstGeom>
          <a:solidFill>
            <a:srgbClr val="FFFFFF"/>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89" name="c-4-3">
            <a:extLst>
              <a:ext uri="{FF2B5EF4-FFF2-40B4-BE49-F238E27FC236}">
                <a16:creationId xmlns:a16="http://schemas.microsoft.com/office/drawing/2014/main" id="{4C0C6FA9-14DE-438A-A3B3-CA1171BFF05A}"/>
              </a:ext>
            </a:extLst>
          </p:cNvPr>
          <p:cNvSpPr>
            <a:spLocks noGrp="1"/>
          </p:cNvSpPr>
          <p:nvPr/>
        </p:nvSpPr>
        <p:spPr>
          <a:xfrm>
            <a:off x="5276850" y="4095750"/>
            <a:ext cx="1543050" cy="542925"/>
          </a:xfrm>
          <a:prstGeom prst="roundRect">
            <a:avLst>
              <a:gd name="adj" fmla="val 0"/>
            </a:avLst>
          </a:prstGeom>
          <a:solidFill>
            <a:srgbClr val="FFFFFF"/>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90" name="c-4-4">
            <a:extLst>
              <a:ext uri="{FF2B5EF4-FFF2-40B4-BE49-F238E27FC236}">
                <a16:creationId xmlns:a16="http://schemas.microsoft.com/office/drawing/2014/main" id="{6F56D45C-CB15-427F-97D1-BBD2D61F352C}"/>
              </a:ext>
            </a:extLst>
          </p:cNvPr>
          <p:cNvSpPr>
            <a:spLocks noGrp="1"/>
          </p:cNvSpPr>
          <p:nvPr/>
        </p:nvSpPr>
        <p:spPr>
          <a:xfrm>
            <a:off x="6819900" y="4095750"/>
            <a:ext cx="1295400" cy="542925"/>
          </a:xfrm>
          <a:prstGeom prst="roundRect">
            <a:avLst>
              <a:gd name="adj" fmla="val 0"/>
            </a:avLst>
          </a:prstGeom>
          <a:solidFill>
            <a:srgbClr val="FFFFFF"/>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91" name="c-4-5">
            <a:extLst>
              <a:ext uri="{FF2B5EF4-FFF2-40B4-BE49-F238E27FC236}">
                <a16:creationId xmlns:a16="http://schemas.microsoft.com/office/drawing/2014/main" id="{738DC5BD-733A-4FB4-A9DE-0E9593952495}"/>
              </a:ext>
            </a:extLst>
          </p:cNvPr>
          <p:cNvSpPr>
            <a:spLocks noGrp="1"/>
          </p:cNvSpPr>
          <p:nvPr/>
        </p:nvSpPr>
        <p:spPr>
          <a:xfrm>
            <a:off x="8115300" y="4095750"/>
            <a:ext cx="1162050" cy="542925"/>
          </a:xfrm>
          <a:prstGeom prst="roundRect">
            <a:avLst>
              <a:gd name="adj" fmla="val 0"/>
            </a:avLst>
          </a:prstGeom>
          <a:solidFill>
            <a:srgbClr val="FFFFFF"/>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92" name="c-4-6">
            <a:extLst>
              <a:ext uri="{FF2B5EF4-FFF2-40B4-BE49-F238E27FC236}">
                <a16:creationId xmlns:a16="http://schemas.microsoft.com/office/drawing/2014/main" id="{E80D8DA6-3A77-4FAD-A3DF-B1CCC82B29D1}"/>
              </a:ext>
            </a:extLst>
          </p:cNvPr>
          <p:cNvSpPr>
            <a:spLocks noGrp="1"/>
          </p:cNvSpPr>
          <p:nvPr/>
        </p:nvSpPr>
        <p:spPr>
          <a:xfrm>
            <a:off x="9277350" y="4095750"/>
            <a:ext cx="2457450" cy="542925"/>
          </a:xfrm>
          <a:prstGeom prst="roundRect">
            <a:avLst>
              <a:gd name="adj" fmla="val 0"/>
            </a:avLst>
          </a:prstGeom>
          <a:solidFill>
            <a:srgbClr val="FFFFFF"/>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93" name="rank-4">
            <a:extLst>
              <a:ext uri="{FF2B5EF4-FFF2-40B4-BE49-F238E27FC236}">
                <a16:creationId xmlns:a16="http://schemas.microsoft.com/office/drawing/2014/main" id="{75DE3D2A-216D-48DC-9249-FF003434195D}"/>
              </a:ext>
            </a:extLst>
          </p:cNvPr>
          <p:cNvSpPr>
            <a:spLocks noGrp="1"/>
          </p:cNvSpPr>
          <p:nvPr/>
        </p:nvSpPr>
        <p:spPr>
          <a:xfrm>
            <a:off x="400050" y="4267200"/>
            <a:ext cx="361950" cy="190500"/>
          </a:xfrm>
          <a:prstGeom prst="rect">
            <a:avLst/>
          </a:prstGeom>
          <a:noFill/>
          <a:ln w="0">
            <a:noFill/>
            <a:prstDash val="solid"/>
          </a:ln>
        </p:spPr>
        <p:txBody>
          <a:bodyPr anchor="ctr"/>
          <a:lstStyle/>
          <a:p>
            <a:pPr algn="ctr">
              <a:defRPr sz="1050" b="1">
                <a:solidFill>
                  <a:srgbClr val="536864"/>
                </a:solidFill>
              </a:defRPr>
            </a:pPr>
            <a:r>
              <a:rPr sz="1050" b="1">
                <a:solidFill>
                  <a:srgbClr val="536864"/>
                </a:solidFill>
                <a:latin typeface="Kanit" panose="00000500000000000000" pitchFamily="2" charset="-34"/>
                <a:cs typeface="Kanit" panose="00000500000000000000" pitchFamily="2" charset="-34"/>
              </a:rPr>
              <a:t>5</a:t>
            </a:r>
          </a:p>
        </p:txBody>
      </p:sp>
      <p:sp>
        <p:nvSpPr>
          <p:cNvPr id="94" name="proc-4">
            <a:extLst>
              <a:ext uri="{FF2B5EF4-FFF2-40B4-BE49-F238E27FC236}">
                <a16:creationId xmlns:a16="http://schemas.microsoft.com/office/drawing/2014/main" id="{55E85B42-F833-4BF0-B668-A0DD5A96626C}"/>
              </a:ext>
            </a:extLst>
          </p:cNvPr>
          <p:cNvSpPr>
            <a:spLocks noGrp="1"/>
          </p:cNvSpPr>
          <p:nvPr/>
        </p:nvSpPr>
        <p:spPr>
          <a:xfrm>
            <a:off x="857250" y="4171950"/>
            <a:ext cx="2209800" cy="400050"/>
          </a:xfrm>
          <a:prstGeom prst="rect">
            <a:avLst/>
          </a:prstGeom>
          <a:noFill/>
          <a:ln w="0">
            <a:noFill/>
            <a:prstDash val="solid"/>
          </a:ln>
        </p:spPr>
        <p:txBody>
          <a:bodyPr anchor="ctr"/>
          <a:lstStyle/>
          <a:p>
            <a:pPr algn="l">
              <a:defRPr sz="1050" b="1">
                <a:solidFill>
                  <a:srgbClr val="173F38"/>
                </a:solidFill>
              </a:defRPr>
            </a:pPr>
            <a:r>
              <a:rPr sz="1050" b="1">
                <a:solidFill>
                  <a:srgbClr val="173F38"/>
                </a:solidFill>
                <a:latin typeface="Kanit" panose="00000500000000000000" pitchFamily="2" charset="-34"/>
                <a:cs typeface="Kanit" panose="00000500000000000000" pitchFamily="2" charset="-34"/>
              </a:rPr>
              <a:t>7. GL – Card Register PR &amp; FA</a:t>
            </a:r>
          </a:p>
        </p:txBody>
      </p:sp>
      <p:sp>
        <p:nvSpPr>
          <p:cNvPr id="95" name="tech-4">
            <a:extLst>
              <a:ext uri="{FF2B5EF4-FFF2-40B4-BE49-F238E27FC236}">
                <a16:creationId xmlns:a16="http://schemas.microsoft.com/office/drawing/2014/main" id="{162139A3-1391-44AA-A2D9-07A814737DD3}"/>
              </a:ext>
            </a:extLst>
          </p:cNvPr>
          <p:cNvSpPr>
            <a:spLocks noGrp="1"/>
          </p:cNvSpPr>
          <p:nvPr/>
        </p:nvSpPr>
        <p:spPr>
          <a:xfrm>
            <a:off x="3238500" y="4191000"/>
            <a:ext cx="1962150" cy="361950"/>
          </a:xfrm>
          <a:prstGeom prst="rect">
            <a:avLst/>
          </a:prstGeom>
          <a:noFill/>
          <a:ln w="0">
            <a:noFill/>
            <a:prstDash val="solid"/>
          </a:ln>
        </p:spPr>
        <p:txBody>
          <a:bodyPr anchor="ctr"/>
          <a:lstStyle/>
          <a:p>
            <a:pPr>
              <a:defRPr sz="1050" b="1">
                <a:solidFill>
                  <a:srgbClr val="0A8F62"/>
                </a:solidFill>
              </a:defRPr>
            </a:pPr>
            <a:r>
              <a:rPr sz="1050" b="1" dirty="0">
                <a:solidFill>
                  <a:srgbClr val="0A8F62"/>
                </a:solidFill>
                <a:latin typeface="Kanit" panose="00000500000000000000" pitchFamily="2" charset="-34"/>
                <a:cs typeface="Kanit" panose="00000500000000000000" pitchFamily="2" charset="-34"/>
              </a:rPr>
              <a:t>AI + RPA</a:t>
            </a:r>
            <a:r>
              <a:rPr lang="en-US" sz="1050" b="1" dirty="0">
                <a:solidFill>
                  <a:srgbClr val="0A8F62"/>
                </a:solidFill>
                <a:latin typeface="Kanit" panose="00000500000000000000" pitchFamily="2" charset="-34"/>
                <a:cs typeface="Kanit" panose="00000500000000000000" pitchFamily="2" charset="-34"/>
              </a:rPr>
              <a:t> + </a:t>
            </a:r>
            <a:r>
              <a:rPr lang="en-US" sz="1050" b="1" dirty="0">
                <a:solidFill>
                  <a:srgbClr val="0070C0"/>
                </a:solidFill>
                <a:latin typeface="Kanit" panose="00000500000000000000" pitchFamily="2" charset="-34"/>
                <a:cs typeface="Kanit" panose="00000500000000000000" pitchFamily="2" charset="-34"/>
              </a:rPr>
              <a:t>D365 </a:t>
            </a:r>
            <a:endParaRPr sz="1050" b="1" dirty="0">
              <a:solidFill>
                <a:srgbClr val="0A8F62"/>
              </a:solidFill>
              <a:latin typeface="Kanit" panose="00000500000000000000" pitchFamily="2" charset="-34"/>
              <a:cs typeface="Kanit" panose="00000500000000000000" pitchFamily="2" charset="-34"/>
            </a:endParaRPr>
          </a:p>
        </p:txBody>
      </p:sp>
      <p:sp>
        <p:nvSpPr>
          <p:cNvPr id="98" name="eff-4">
            <a:extLst>
              <a:ext uri="{FF2B5EF4-FFF2-40B4-BE49-F238E27FC236}">
                <a16:creationId xmlns:a16="http://schemas.microsoft.com/office/drawing/2014/main" id="{0EC0D82D-EEF6-40B9-92AE-0A1437603BE7}"/>
              </a:ext>
            </a:extLst>
          </p:cNvPr>
          <p:cNvSpPr>
            <a:spLocks noGrp="1"/>
          </p:cNvSpPr>
          <p:nvPr/>
        </p:nvSpPr>
        <p:spPr>
          <a:xfrm>
            <a:off x="6819900" y="4267200"/>
            <a:ext cx="1295400" cy="190500"/>
          </a:xfrm>
          <a:prstGeom prst="rect">
            <a:avLst/>
          </a:prstGeom>
          <a:noFill/>
          <a:ln w="0">
            <a:noFill/>
            <a:prstDash val="solid"/>
          </a:ln>
        </p:spPr>
        <p:txBody>
          <a:bodyPr anchor="ctr"/>
          <a:lstStyle/>
          <a:p>
            <a:pPr algn="ctr">
              <a:defRPr sz="1125" b="1">
                <a:solidFill>
                  <a:srgbClr val="173F38"/>
                </a:solidFill>
              </a:defRPr>
            </a:pPr>
            <a:r>
              <a:rPr sz="1125" b="1" dirty="0">
                <a:solidFill>
                  <a:srgbClr val="173F38"/>
                </a:solidFill>
                <a:latin typeface="Kanit" panose="00000500000000000000" pitchFamily="2" charset="-34"/>
                <a:cs typeface="Kanit" panose="00000500000000000000" pitchFamily="2" charset="-34"/>
              </a:rPr>
              <a:t>30–40</a:t>
            </a:r>
          </a:p>
        </p:txBody>
      </p:sp>
      <p:sp>
        <p:nvSpPr>
          <p:cNvPr id="99" name="phase-4">
            <a:extLst>
              <a:ext uri="{FF2B5EF4-FFF2-40B4-BE49-F238E27FC236}">
                <a16:creationId xmlns:a16="http://schemas.microsoft.com/office/drawing/2014/main" id="{E237AF38-57B3-4757-A53F-707B5875FC30}"/>
              </a:ext>
            </a:extLst>
          </p:cNvPr>
          <p:cNvSpPr>
            <a:spLocks noGrp="1"/>
          </p:cNvSpPr>
          <p:nvPr/>
        </p:nvSpPr>
        <p:spPr>
          <a:xfrm>
            <a:off x="8191500" y="4267200"/>
            <a:ext cx="1009650" cy="190500"/>
          </a:xfrm>
          <a:prstGeom prst="rect">
            <a:avLst/>
          </a:prstGeom>
          <a:noFill/>
          <a:ln w="0">
            <a:noFill/>
            <a:prstDash val="solid"/>
          </a:ln>
        </p:spPr>
        <p:txBody>
          <a:bodyPr anchor="ctr"/>
          <a:lstStyle/>
          <a:p>
            <a:pPr algn="ctr">
              <a:defRPr sz="1050" b="1">
                <a:solidFill>
                  <a:srgbClr val="536864"/>
                </a:solidFill>
              </a:defRPr>
            </a:pPr>
            <a:r>
              <a:rPr sz="1050" b="1">
                <a:solidFill>
                  <a:srgbClr val="536864"/>
                </a:solidFill>
                <a:latin typeface="Kanit" panose="00000500000000000000" pitchFamily="2" charset="-34"/>
                <a:cs typeface="Kanit" panose="00000500000000000000" pitchFamily="2" charset="-34"/>
              </a:rPr>
              <a:t>Phase 2</a:t>
            </a:r>
          </a:p>
        </p:txBody>
      </p:sp>
      <p:sp>
        <p:nvSpPr>
          <p:cNvPr id="101" name="c-5-0">
            <a:extLst>
              <a:ext uri="{FF2B5EF4-FFF2-40B4-BE49-F238E27FC236}">
                <a16:creationId xmlns:a16="http://schemas.microsoft.com/office/drawing/2014/main" id="{692DF529-BF0D-45D3-A800-8DE2BA06358C}"/>
              </a:ext>
            </a:extLst>
          </p:cNvPr>
          <p:cNvSpPr>
            <a:spLocks noGrp="1"/>
          </p:cNvSpPr>
          <p:nvPr/>
        </p:nvSpPr>
        <p:spPr>
          <a:xfrm>
            <a:off x="400050" y="4638675"/>
            <a:ext cx="361950" cy="542925"/>
          </a:xfrm>
          <a:prstGeom prst="roundRect">
            <a:avLst>
              <a:gd name="adj" fmla="val 0"/>
            </a:avLst>
          </a:prstGeom>
          <a:solidFill>
            <a:srgbClr val="EDF3F1"/>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02" name="c-5-1">
            <a:extLst>
              <a:ext uri="{FF2B5EF4-FFF2-40B4-BE49-F238E27FC236}">
                <a16:creationId xmlns:a16="http://schemas.microsoft.com/office/drawing/2014/main" id="{2D2F9BAE-B1A4-4D84-BF1A-64C9CDAF1E05}"/>
              </a:ext>
            </a:extLst>
          </p:cNvPr>
          <p:cNvSpPr>
            <a:spLocks noGrp="1"/>
          </p:cNvSpPr>
          <p:nvPr/>
        </p:nvSpPr>
        <p:spPr>
          <a:xfrm>
            <a:off x="762000" y="4638675"/>
            <a:ext cx="2381250" cy="542925"/>
          </a:xfrm>
          <a:prstGeom prst="roundRect">
            <a:avLst>
              <a:gd name="adj" fmla="val 0"/>
            </a:avLst>
          </a:prstGeom>
          <a:solidFill>
            <a:srgbClr val="EDF3F1"/>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03" name="c-5-2">
            <a:extLst>
              <a:ext uri="{FF2B5EF4-FFF2-40B4-BE49-F238E27FC236}">
                <a16:creationId xmlns:a16="http://schemas.microsoft.com/office/drawing/2014/main" id="{24EC916E-BA43-4DAF-88BB-ED76F5EC0493}"/>
              </a:ext>
            </a:extLst>
          </p:cNvPr>
          <p:cNvSpPr>
            <a:spLocks noGrp="1"/>
          </p:cNvSpPr>
          <p:nvPr/>
        </p:nvSpPr>
        <p:spPr>
          <a:xfrm>
            <a:off x="3143250" y="4638675"/>
            <a:ext cx="2133600" cy="542925"/>
          </a:xfrm>
          <a:prstGeom prst="roundRect">
            <a:avLst>
              <a:gd name="adj" fmla="val 0"/>
            </a:avLst>
          </a:prstGeom>
          <a:solidFill>
            <a:srgbClr val="EDF3F1"/>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04" name="c-5-3">
            <a:extLst>
              <a:ext uri="{FF2B5EF4-FFF2-40B4-BE49-F238E27FC236}">
                <a16:creationId xmlns:a16="http://schemas.microsoft.com/office/drawing/2014/main" id="{41FC66BB-AFD3-4103-AA8D-A799D27A419F}"/>
              </a:ext>
            </a:extLst>
          </p:cNvPr>
          <p:cNvSpPr>
            <a:spLocks noGrp="1"/>
          </p:cNvSpPr>
          <p:nvPr/>
        </p:nvSpPr>
        <p:spPr>
          <a:xfrm>
            <a:off x="5276850" y="4638675"/>
            <a:ext cx="1543050" cy="542925"/>
          </a:xfrm>
          <a:prstGeom prst="roundRect">
            <a:avLst>
              <a:gd name="adj" fmla="val 0"/>
            </a:avLst>
          </a:prstGeom>
          <a:solidFill>
            <a:srgbClr val="EDF3F1"/>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05" name="c-5-4">
            <a:extLst>
              <a:ext uri="{FF2B5EF4-FFF2-40B4-BE49-F238E27FC236}">
                <a16:creationId xmlns:a16="http://schemas.microsoft.com/office/drawing/2014/main" id="{1F4E6722-7BF5-4BAF-8A92-02026EF93A8D}"/>
              </a:ext>
            </a:extLst>
          </p:cNvPr>
          <p:cNvSpPr>
            <a:spLocks noGrp="1"/>
          </p:cNvSpPr>
          <p:nvPr/>
        </p:nvSpPr>
        <p:spPr>
          <a:xfrm>
            <a:off x="6819900" y="4638675"/>
            <a:ext cx="1295400" cy="542925"/>
          </a:xfrm>
          <a:prstGeom prst="roundRect">
            <a:avLst>
              <a:gd name="adj" fmla="val 0"/>
            </a:avLst>
          </a:prstGeom>
          <a:solidFill>
            <a:srgbClr val="EDF3F1"/>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06" name="c-5-5">
            <a:extLst>
              <a:ext uri="{FF2B5EF4-FFF2-40B4-BE49-F238E27FC236}">
                <a16:creationId xmlns:a16="http://schemas.microsoft.com/office/drawing/2014/main" id="{EB5C527D-F727-4672-BF71-46524AF9E1AB}"/>
              </a:ext>
            </a:extLst>
          </p:cNvPr>
          <p:cNvSpPr>
            <a:spLocks noGrp="1"/>
          </p:cNvSpPr>
          <p:nvPr/>
        </p:nvSpPr>
        <p:spPr>
          <a:xfrm>
            <a:off x="8115300" y="4638675"/>
            <a:ext cx="1162050" cy="542925"/>
          </a:xfrm>
          <a:prstGeom prst="roundRect">
            <a:avLst>
              <a:gd name="adj" fmla="val 0"/>
            </a:avLst>
          </a:prstGeom>
          <a:solidFill>
            <a:srgbClr val="EDF3F1"/>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07" name="c-5-6">
            <a:extLst>
              <a:ext uri="{FF2B5EF4-FFF2-40B4-BE49-F238E27FC236}">
                <a16:creationId xmlns:a16="http://schemas.microsoft.com/office/drawing/2014/main" id="{1198E264-3451-44D5-A553-DD757C92AD1E}"/>
              </a:ext>
            </a:extLst>
          </p:cNvPr>
          <p:cNvSpPr>
            <a:spLocks noGrp="1"/>
          </p:cNvSpPr>
          <p:nvPr/>
        </p:nvSpPr>
        <p:spPr>
          <a:xfrm>
            <a:off x="9277350" y="4638675"/>
            <a:ext cx="2457450" cy="542925"/>
          </a:xfrm>
          <a:prstGeom prst="roundRect">
            <a:avLst>
              <a:gd name="adj" fmla="val 0"/>
            </a:avLst>
          </a:prstGeom>
          <a:solidFill>
            <a:srgbClr val="EDF3F1"/>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08" name="rank-5">
            <a:extLst>
              <a:ext uri="{FF2B5EF4-FFF2-40B4-BE49-F238E27FC236}">
                <a16:creationId xmlns:a16="http://schemas.microsoft.com/office/drawing/2014/main" id="{DF5D8777-0CBF-4A8B-ACC0-6F802E444723}"/>
              </a:ext>
            </a:extLst>
          </p:cNvPr>
          <p:cNvSpPr>
            <a:spLocks noGrp="1"/>
          </p:cNvSpPr>
          <p:nvPr/>
        </p:nvSpPr>
        <p:spPr>
          <a:xfrm>
            <a:off x="400050" y="4810125"/>
            <a:ext cx="361950" cy="190500"/>
          </a:xfrm>
          <a:prstGeom prst="rect">
            <a:avLst/>
          </a:prstGeom>
          <a:noFill/>
          <a:ln w="0">
            <a:noFill/>
            <a:prstDash val="solid"/>
          </a:ln>
        </p:spPr>
        <p:txBody>
          <a:bodyPr anchor="ctr"/>
          <a:lstStyle/>
          <a:p>
            <a:pPr algn="ctr">
              <a:defRPr sz="1050" b="1">
                <a:solidFill>
                  <a:srgbClr val="536864"/>
                </a:solidFill>
              </a:defRPr>
            </a:pPr>
            <a:r>
              <a:rPr sz="1050" b="1">
                <a:solidFill>
                  <a:srgbClr val="536864"/>
                </a:solidFill>
                <a:latin typeface="Kanit" panose="00000500000000000000" pitchFamily="2" charset="-34"/>
                <a:cs typeface="Kanit" panose="00000500000000000000" pitchFamily="2" charset="-34"/>
              </a:rPr>
              <a:t>6</a:t>
            </a:r>
          </a:p>
        </p:txBody>
      </p:sp>
      <p:sp>
        <p:nvSpPr>
          <p:cNvPr id="109" name="proc-5">
            <a:extLst>
              <a:ext uri="{FF2B5EF4-FFF2-40B4-BE49-F238E27FC236}">
                <a16:creationId xmlns:a16="http://schemas.microsoft.com/office/drawing/2014/main" id="{1E0C54C6-5530-4681-9D53-2B9E2CAC018F}"/>
              </a:ext>
            </a:extLst>
          </p:cNvPr>
          <p:cNvSpPr>
            <a:spLocks noGrp="1"/>
          </p:cNvSpPr>
          <p:nvPr/>
        </p:nvSpPr>
        <p:spPr>
          <a:xfrm>
            <a:off x="857250" y="4714875"/>
            <a:ext cx="2209800" cy="400050"/>
          </a:xfrm>
          <a:prstGeom prst="rect">
            <a:avLst/>
          </a:prstGeom>
          <a:noFill/>
          <a:ln w="0">
            <a:noFill/>
            <a:prstDash val="solid"/>
          </a:ln>
        </p:spPr>
        <p:txBody>
          <a:bodyPr anchor="ctr"/>
          <a:lstStyle/>
          <a:p>
            <a:pPr>
              <a:defRPr sz="1050" b="1">
                <a:solidFill>
                  <a:srgbClr val="173F38"/>
                </a:solidFill>
              </a:defRPr>
            </a:pPr>
            <a:r>
              <a:rPr lang="en-US" sz="1050" b="1" dirty="0">
                <a:solidFill>
                  <a:srgbClr val="173F38"/>
                </a:solidFill>
                <a:latin typeface="Kanit" panose="00000500000000000000" pitchFamily="2" charset="-34"/>
                <a:cs typeface="Kanit" panose="00000500000000000000" pitchFamily="2" charset="-34"/>
              </a:rPr>
              <a:t>3. AP – Invoice Processing</a:t>
            </a:r>
          </a:p>
        </p:txBody>
      </p:sp>
      <p:sp>
        <p:nvSpPr>
          <p:cNvPr id="110" name="tech-5">
            <a:extLst>
              <a:ext uri="{FF2B5EF4-FFF2-40B4-BE49-F238E27FC236}">
                <a16:creationId xmlns:a16="http://schemas.microsoft.com/office/drawing/2014/main" id="{3DAC7EA8-956B-4B15-A70F-7E79575197BF}"/>
              </a:ext>
            </a:extLst>
          </p:cNvPr>
          <p:cNvSpPr>
            <a:spLocks noGrp="1"/>
          </p:cNvSpPr>
          <p:nvPr/>
        </p:nvSpPr>
        <p:spPr>
          <a:xfrm>
            <a:off x="3238500" y="4733925"/>
            <a:ext cx="1962150" cy="361950"/>
          </a:xfrm>
          <a:prstGeom prst="rect">
            <a:avLst/>
          </a:prstGeom>
          <a:noFill/>
          <a:ln w="0">
            <a:noFill/>
            <a:prstDash val="solid"/>
          </a:ln>
        </p:spPr>
        <p:txBody>
          <a:bodyPr anchor="ctr"/>
          <a:lstStyle/>
          <a:p>
            <a:pPr>
              <a:defRPr sz="1050" b="1">
                <a:solidFill>
                  <a:srgbClr val="0A8F62"/>
                </a:solidFill>
              </a:defRPr>
            </a:pPr>
            <a:r>
              <a:rPr lang="en-US" sz="1050" b="1" dirty="0">
                <a:solidFill>
                  <a:srgbClr val="0A8F62"/>
                </a:solidFill>
                <a:latin typeface="Kanit" panose="00000500000000000000" pitchFamily="2" charset="-34"/>
                <a:cs typeface="Kanit" panose="00000500000000000000" pitchFamily="2" charset="-34"/>
              </a:rPr>
              <a:t>RPA + AI/OCR + </a:t>
            </a:r>
            <a:r>
              <a:rPr lang="en-US" sz="1050" b="1" dirty="0">
                <a:solidFill>
                  <a:srgbClr val="0070C0"/>
                </a:solidFill>
                <a:latin typeface="Kanit" panose="00000500000000000000" pitchFamily="2" charset="-34"/>
                <a:cs typeface="Kanit" panose="00000500000000000000" pitchFamily="2" charset="-34"/>
              </a:rPr>
              <a:t>D365 </a:t>
            </a:r>
            <a:endParaRPr sz="1050" b="1" dirty="0">
              <a:solidFill>
                <a:srgbClr val="0A8F62"/>
              </a:solidFill>
              <a:latin typeface="Kanit" panose="00000500000000000000" pitchFamily="2" charset="-34"/>
              <a:cs typeface="Kanit" panose="00000500000000000000" pitchFamily="2" charset="-34"/>
            </a:endParaRPr>
          </a:p>
        </p:txBody>
      </p:sp>
      <p:sp>
        <p:nvSpPr>
          <p:cNvPr id="111" name="diff-bg-5">
            <a:extLst>
              <a:ext uri="{FF2B5EF4-FFF2-40B4-BE49-F238E27FC236}">
                <a16:creationId xmlns:a16="http://schemas.microsoft.com/office/drawing/2014/main" id="{BC5C11A1-EECB-4D7F-B87E-2869BDA6E9EA}"/>
              </a:ext>
            </a:extLst>
          </p:cNvPr>
          <p:cNvSpPr>
            <a:spLocks noGrp="1"/>
          </p:cNvSpPr>
          <p:nvPr/>
        </p:nvSpPr>
        <p:spPr>
          <a:xfrm>
            <a:off x="5448300" y="4762500"/>
            <a:ext cx="952500" cy="295275"/>
          </a:xfrm>
          <a:prstGeom prst="roundRect">
            <a:avLst>
              <a:gd name="adj" fmla="val 50000"/>
            </a:avLst>
          </a:prstGeom>
          <a:solidFill>
            <a:srgbClr val="F8E2E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12" name="diff-5">
            <a:extLst>
              <a:ext uri="{FF2B5EF4-FFF2-40B4-BE49-F238E27FC236}">
                <a16:creationId xmlns:a16="http://schemas.microsoft.com/office/drawing/2014/main" id="{64377EC2-7AA3-4A9D-BA20-884EFC09365C}"/>
              </a:ext>
            </a:extLst>
          </p:cNvPr>
          <p:cNvSpPr>
            <a:spLocks noGrp="1"/>
          </p:cNvSpPr>
          <p:nvPr/>
        </p:nvSpPr>
        <p:spPr>
          <a:xfrm>
            <a:off x="5448300" y="4819650"/>
            <a:ext cx="952500" cy="171450"/>
          </a:xfrm>
          <a:prstGeom prst="rect">
            <a:avLst/>
          </a:prstGeom>
          <a:noFill/>
          <a:ln w="0">
            <a:noFill/>
            <a:prstDash val="solid"/>
          </a:ln>
        </p:spPr>
        <p:txBody>
          <a:bodyPr anchor="ctr"/>
          <a:lstStyle/>
          <a:p>
            <a:pPr algn="ctr">
              <a:defRPr sz="975" b="1">
                <a:solidFill>
                  <a:srgbClr val="C43D3D"/>
                </a:solidFill>
              </a:defRPr>
            </a:pPr>
            <a:r>
              <a:rPr sz="975" b="1" dirty="0">
                <a:solidFill>
                  <a:srgbClr val="C43D3D"/>
                </a:solidFill>
                <a:latin typeface="Kanit" panose="00000500000000000000" pitchFamily="2" charset="-34"/>
                <a:cs typeface="Kanit" panose="00000500000000000000" pitchFamily="2" charset="-34"/>
              </a:rPr>
              <a:t>High</a:t>
            </a:r>
          </a:p>
        </p:txBody>
      </p:sp>
      <p:sp>
        <p:nvSpPr>
          <p:cNvPr id="113" name="eff-5">
            <a:extLst>
              <a:ext uri="{FF2B5EF4-FFF2-40B4-BE49-F238E27FC236}">
                <a16:creationId xmlns:a16="http://schemas.microsoft.com/office/drawing/2014/main" id="{663F35CB-5B93-42FE-945F-A499CA9CE7A9}"/>
              </a:ext>
            </a:extLst>
          </p:cNvPr>
          <p:cNvSpPr>
            <a:spLocks noGrp="1"/>
          </p:cNvSpPr>
          <p:nvPr/>
        </p:nvSpPr>
        <p:spPr>
          <a:xfrm>
            <a:off x="6819900" y="4810125"/>
            <a:ext cx="1295400" cy="190500"/>
          </a:xfrm>
          <a:prstGeom prst="rect">
            <a:avLst/>
          </a:prstGeom>
          <a:noFill/>
          <a:ln w="0">
            <a:noFill/>
            <a:prstDash val="solid"/>
          </a:ln>
        </p:spPr>
        <p:txBody>
          <a:bodyPr anchor="ctr"/>
          <a:lstStyle/>
          <a:p>
            <a:pPr algn="ctr">
              <a:defRPr sz="1125" b="1">
                <a:solidFill>
                  <a:srgbClr val="173F38"/>
                </a:solidFill>
              </a:defRPr>
            </a:pPr>
            <a:r>
              <a:rPr sz="1125" b="1" dirty="0">
                <a:solidFill>
                  <a:srgbClr val="173F38"/>
                </a:solidFill>
                <a:latin typeface="Kanit" panose="00000500000000000000" pitchFamily="2" charset="-34"/>
                <a:cs typeface="Kanit" panose="00000500000000000000" pitchFamily="2" charset="-34"/>
              </a:rPr>
              <a:t>30–40</a:t>
            </a:r>
          </a:p>
        </p:txBody>
      </p:sp>
      <p:sp>
        <p:nvSpPr>
          <p:cNvPr id="114" name="phase-5">
            <a:extLst>
              <a:ext uri="{FF2B5EF4-FFF2-40B4-BE49-F238E27FC236}">
                <a16:creationId xmlns:a16="http://schemas.microsoft.com/office/drawing/2014/main" id="{BA770594-E99E-4EDE-BED0-6AFF6CF8BA41}"/>
              </a:ext>
            </a:extLst>
          </p:cNvPr>
          <p:cNvSpPr>
            <a:spLocks noGrp="1"/>
          </p:cNvSpPr>
          <p:nvPr/>
        </p:nvSpPr>
        <p:spPr>
          <a:xfrm>
            <a:off x="8191500" y="4810125"/>
            <a:ext cx="1009650" cy="190500"/>
          </a:xfrm>
          <a:prstGeom prst="rect">
            <a:avLst/>
          </a:prstGeom>
          <a:noFill/>
          <a:ln w="0">
            <a:noFill/>
            <a:prstDash val="solid"/>
          </a:ln>
        </p:spPr>
        <p:txBody>
          <a:bodyPr anchor="ctr"/>
          <a:lstStyle/>
          <a:p>
            <a:pPr algn="ctr">
              <a:defRPr sz="1050" b="1">
                <a:solidFill>
                  <a:srgbClr val="536864"/>
                </a:solidFill>
              </a:defRPr>
            </a:pPr>
            <a:r>
              <a:rPr sz="1050" b="1">
                <a:solidFill>
                  <a:srgbClr val="536864"/>
                </a:solidFill>
                <a:latin typeface="Kanit" panose="00000500000000000000" pitchFamily="2" charset="-34"/>
                <a:cs typeface="Kanit" panose="00000500000000000000" pitchFamily="2" charset="-34"/>
              </a:rPr>
              <a:t>Phase 2</a:t>
            </a:r>
          </a:p>
        </p:txBody>
      </p:sp>
      <p:sp>
        <p:nvSpPr>
          <p:cNvPr id="116" name="c-6-0">
            <a:extLst>
              <a:ext uri="{FF2B5EF4-FFF2-40B4-BE49-F238E27FC236}">
                <a16:creationId xmlns:a16="http://schemas.microsoft.com/office/drawing/2014/main" id="{E8585223-825E-4590-8D8D-35F03D24AD9A}"/>
              </a:ext>
            </a:extLst>
          </p:cNvPr>
          <p:cNvSpPr>
            <a:spLocks noGrp="1"/>
          </p:cNvSpPr>
          <p:nvPr/>
        </p:nvSpPr>
        <p:spPr>
          <a:xfrm>
            <a:off x="400050" y="5181600"/>
            <a:ext cx="361950" cy="542925"/>
          </a:xfrm>
          <a:prstGeom prst="roundRect">
            <a:avLst>
              <a:gd name="adj" fmla="val 0"/>
            </a:avLst>
          </a:prstGeom>
          <a:solidFill>
            <a:srgbClr val="FFFFFF"/>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7" name="c-6-1">
            <a:extLst>
              <a:ext uri="{FF2B5EF4-FFF2-40B4-BE49-F238E27FC236}">
                <a16:creationId xmlns:a16="http://schemas.microsoft.com/office/drawing/2014/main" id="{1CCE532F-5241-41CA-9017-AC2D4DC5D8CE}"/>
              </a:ext>
            </a:extLst>
          </p:cNvPr>
          <p:cNvSpPr>
            <a:spLocks noGrp="1"/>
          </p:cNvSpPr>
          <p:nvPr/>
        </p:nvSpPr>
        <p:spPr>
          <a:xfrm>
            <a:off x="762000" y="5181600"/>
            <a:ext cx="2381250" cy="542925"/>
          </a:xfrm>
          <a:prstGeom prst="roundRect">
            <a:avLst>
              <a:gd name="adj" fmla="val 0"/>
            </a:avLst>
          </a:prstGeom>
          <a:solidFill>
            <a:srgbClr val="FFFFFF"/>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8" name="c-6-2">
            <a:extLst>
              <a:ext uri="{FF2B5EF4-FFF2-40B4-BE49-F238E27FC236}">
                <a16:creationId xmlns:a16="http://schemas.microsoft.com/office/drawing/2014/main" id="{AC7FCF54-E82F-419C-AF69-EE6CE2441266}"/>
              </a:ext>
            </a:extLst>
          </p:cNvPr>
          <p:cNvSpPr>
            <a:spLocks noGrp="1"/>
          </p:cNvSpPr>
          <p:nvPr/>
        </p:nvSpPr>
        <p:spPr>
          <a:xfrm>
            <a:off x="3143250" y="5181600"/>
            <a:ext cx="2133600" cy="542925"/>
          </a:xfrm>
          <a:prstGeom prst="roundRect">
            <a:avLst>
              <a:gd name="adj" fmla="val 0"/>
            </a:avLst>
          </a:prstGeom>
          <a:solidFill>
            <a:srgbClr val="FFFFFF"/>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9" name="c-6-3">
            <a:extLst>
              <a:ext uri="{FF2B5EF4-FFF2-40B4-BE49-F238E27FC236}">
                <a16:creationId xmlns:a16="http://schemas.microsoft.com/office/drawing/2014/main" id="{2FECF3B9-981F-4AA8-A3A3-0D396E4C28EA}"/>
              </a:ext>
            </a:extLst>
          </p:cNvPr>
          <p:cNvSpPr>
            <a:spLocks noGrp="1"/>
          </p:cNvSpPr>
          <p:nvPr/>
        </p:nvSpPr>
        <p:spPr>
          <a:xfrm>
            <a:off x="5276850" y="5181600"/>
            <a:ext cx="1543050" cy="542925"/>
          </a:xfrm>
          <a:prstGeom prst="roundRect">
            <a:avLst>
              <a:gd name="adj" fmla="val 0"/>
            </a:avLst>
          </a:prstGeom>
          <a:solidFill>
            <a:srgbClr val="FFFFFF"/>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20" name="c-6-4">
            <a:extLst>
              <a:ext uri="{FF2B5EF4-FFF2-40B4-BE49-F238E27FC236}">
                <a16:creationId xmlns:a16="http://schemas.microsoft.com/office/drawing/2014/main" id="{88419C33-E9EA-4E45-B1C9-0F3CDAD48D32}"/>
              </a:ext>
            </a:extLst>
          </p:cNvPr>
          <p:cNvSpPr>
            <a:spLocks noGrp="1"/>
          </p:cNvSpPr>
          <p:nvPr/>
        </p:nvSpPr>
        <p:spPr>
          <a:xfrm>
            <a:off x="6819900" y="5181600"/>
            <a:ext cx="1295400" cy="542925"/>
          </a:xfrm>
          <a:prstGeom prst="roundRect">
            <a:avLst>
              <a:gd name="adj" fmla="val 0"/>
            </a:avLst>
          </a:prstGeom>
          <a:solidFill>
            <a:srgbClr val="FFFFFF"/>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21" name="c-6-5">
            <a:extLst>
              <a:ext uri="{FF2B5EF4-FFF2-40B4-BE49-F238E27FC236}">
                <a16:creationId xmlns:a16="http://schemas.microsoft.com/office/drawing/2014/main" id="{E0E44F90-8E20-4F0C-94EE-48E8806945E3}"/>
              </a:ext>
            </a:extLst>
          </p:cNvPr>
          <p:cNvSpPr>
            <a:spLocks noGrp="1"/>
          </p:cNvSpPr>
          <p:nvPr/>
        </p:nvSpPr>
        <p:spPr>
          <a:xfrm>
            <a:off x="8115300" y="5181600"/>
            <a:ext cx="1162050" cy="542925"/>
          </a:xfrm>
          <a:prstGeom prst="roundRect">
            <a:avLst>
              <a:gd name="adj" fmla="val 0"/>
            </a:avLst>
          </a:prstGeom>
          <a:solidFill>
            <a:srgbClr val="FFFFFF"/>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22" name="c-6-6">
            <a:extLst>
              <a:ext uri="{FF2B5EF4-FFF2-40B4-BE49-F238E27FC236}">
                <a16:creationId xmlns:a16="http://schemas.microsoft.com/office/drawing/2014/main" id="{0FBBDB9D-BA96-4D06-BB7D-0B35331BE0B8}"/>
              </a:ext>
            </a:extLst>
          </p:cNvPr>
          <p:cNvSpPr>
            <a:spLocks noGrp="1"/>
          </p:cNvSpPr>
          <p:nvPr/>
        </p:nvSpPr>
        <p:spPr>
          <a:xfrm>
            <a:off x="9277350" y="5181600"/>
            <a:ext cx="2457450" cy="542925"/>
          </a:xfrm>
          <a:prstGeom prst="roundRect">
            <a:avLst>
              <a:gd name="adj" fmla="val 0"/>
            </a:avLst>
          </a:prstGeom>
          <a:solidFill>
            <a:srgbClr val="FFFFFF"/>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23" name="rank-6">
            <a:extLst>
              <a:ext uri="{FF2B5EF4-FFF2-40B4-BE49-F238E27FC236}">
                <a16:creationId xmlns:a16="http://schemas.microsoft.com/office/drawing/2014/main" id="{41026199-0D90-42A8-97D5-FFE30F47ED13}"/>
              </a:ext>
            </a:extLst>
          </p:cNvPr>
          <p:cNvSpPr>
            <a:spLocks noGrp="1"/>
          </p:cNvSpPr>
          <p:nvPr/>
        </p:nvSpPr>
        <p:spPr>
          <a:xfrm>
            <a:off x="400050" y="5353050"/>
            <a:ext cx="361950" cy="190500"/>
          </a:xfrm>
          <a:prstGeom prst="rect">
            <a:avLst/>
          </a:prstGeom>
          <a:noFill/>
          <a:ln w="0">
            <a:noFill/>
            <a:prstDash val="solid"/>
          </a:ln>
        </p:spPr>
        <p:txBody>
          <a:bodyPr anchor="ctr"/>
          <a:lstStyle/>
          <a:p>
            <a:pPr algn="ctr">
              <a:defRPr sz="1050" b="1">
                <a:solidFill>
                  <a:srgbClr val="536864"/>
                </a:solidFill>
              </a:defRPr>
            </a:pPr>
            <a:r>
              <a:rPr sz="1050" b="1">
                <a:solidFill>
                  <a:srgbClr val="536864"/>
                </a:solidFill>
                <a:latin typeface="Kanit" panose="00000500000000000000" pitchFamily="2" charset="-34"/>
                <a:cs typeface="Kanit" panose="00000500000000000000" pitchFamily="2" charset="-34"/>
              </a:rPr>
              <a:t>7</a:t>
            </a:r>
          </a:p>
        </p:txBody>
      </p:sp>
      <p:sp>
        <p:nvSpPr>
          <p:cNvPr id="124" name="proc-6">
            <a:extLst>
              <a:ext uri="{FF2B5EF4-FFF2-40B4-BE49-F238E27FC236}">
                <a16:creationId xmlns:a16="http://schemas.microsoft.com/office/drawing/2014/main" id="{E9B3CE90-666F-42AA-A43E-8D2F81CA35EF}"/>
              </a:ext>
            </a:extLst>
          </p:cNvPr>
          <p:cNvSpPr>
            <a:spLocks noGrp="1"/>
          </p:cNvSpPr>
          <p:nvPr/>
        </p:nvSpPr>
        <p:spPr>
          <a:xfrm>
            <a:off x="857250" y="5257800"/>
            <a:ext cx="2209800" cy="400050"/>
          </a:xfrm>
          <a:prstGeom prst="rect">
            <a:avLst/>
          </a:prstGeom>
          <a:noFill/>
          <a:ln w="0">
            <a:noFill/>
            <a:prstDash val="solid"/>
          </a:ln>
        </p:spPr>
        <p:txBody>
          <a:bodyPr anchor="ctr"/>
          <a:lstStyle/>
          <a:p>
            <a:pPr algn="l">
              <a:defRPr sz="1050" b="1">
                <a:solidFill>
                  <a:srgbClr val="173F38"/>
                </a:solidFill>
              </a:defRPr>
            </a:pPr>
            <a:r>
              <a:rPr sz="1050" b="1">
                <a:solidFill>
                  <a:srgbClr val="173F38"/>
                </a:solidFill>
                <a:latin typeface="Kanit" panose="00000500000000000000" pitchFamily="2" charset="-34"/>
                <a:cs typeface="Kanit" panose="00000500000000000000" pitchFamily="2" charset="-34"/>
              </a:rPr>
              <a:t>4. AP – Petty Cash Verification</a:t>
            </a:r>
          </a:p>
        </p:txBody>
      </p:sp>
      <p:sp>
        <p:nvSpPr>
          <p:cNvPr id="125" name="tech-6">
            <a:extLst>
              <a:ext uri="{FF2B5EF4-FFF2-40B4-BE49-F238E27FC236}">
                <a16:creationId xmlns:a16="http://schemas.microsoft.com/office/drawing/2014/main" id="{A2465E9D-8EA2-4726-AA03-C4FD974A0FF1}"/>
              </a:ext>
            </a:extLst>
          </p:cNvPr>
          <p:cNvSpPr>
            <a:spLocks noGrp="1"/>
          </p:cNvSpPr>
          <p:nvPr/>
        </p:nvSpPr>
        <p:spPr>
          <a:xfrm>
            <a:off x="3238500" y="5276850"/>
            <a:ext cx="1962150" cy="361950"/>
          </a:xfrm>
          <a:prstGeom prst="rect">
            <a:avLst/>
          </a:prstGeom>
          <a:noFill/>
          <a:ln w="0">
            <a:noFill/>
            <a:prstDash val="solid"/>
          </a:ln>
        </p:spPr>
        <p:txBody>
          <a:bodyPr anchor="ctr"/>
          <a:lstStyle/>
          <a:p>
            <a:pPr>
              <a:defRPr sz="1050" b="1">
                <a:solidFill>
                  <a:srgbClr val="0A8F62"/>
                </a:solidFill>
              </a:defRPr>
            </a:pPr>
            <a:r>
              <a:rPr sz="1050" b="1" dirty="0">
                <a:solidFill>
                  <a:srgbClr val="0A8F62"/>
                </a:solidFill>
                <a:latin typeface="Kanit" panose="00000500000000000000" pitchFamily="2" charset="-34"/>
                <a:cs typeface="Kanit" panose="00000500000000000000" pitchFamily="2" charset="-34"/>
              </a:rPr>
              <a:t>RPA + AI/OCR +</a:t>
            </a:r>
            <a:r>
              <a:rPr lang="en-US" sz="1050" b="1" dirty="0">
                <a:solidFill>
                  <a:srgbClr val="0A8F62"/>
                </a:solidFill>
                <a:latin typeface="Kanit" panose="00000500000000000000" pitchFamily="2" charset="-34"/>
                <a:cs typeface="Kanit" panose="00000500000000000000" pitchFamily="2" charset="-34"/>
              </a:rPr>
              <a:t> </a:t>
            </a:r>
            <a:r>
              <a:rPr lang="en-US" sz="1050" b="1" dirty="0">
                <a:solidFill>
                  <a:srgbClr val="0070C0"/>
                </a:solidFill>
                <a:latin typeface="Kanit" panose="00000500000000000000" pitchFamily="2" charset="-34"/>
                <a:cs typeface="Kanit" panose="00000500000000000000" pitchFamily="2" charset="-34"/>
              </a:rPr>
              <a:t>D365 </a:t>
            </a:r>
            <a:endParaRPr sz="1050" b="1" dirty="0">
              <a:solidFill>
                <a:srgbClr val="0A8F62"/>
              </a:solidFill>
              <a:latin typeface="Kanit" panose="00000500000000000000" pitchFamily="2" charset="-34"/>
              <a:cs typeface="Kanit" panose="00000500000000000000" pitchFamily="2" charset="-34"/>
            </a:endParaRPr>
          </a:p>
        </p:txBody>
      </p:sp>
      <p:sp>
        <p:nvSpPr>
          <p:cNvPr id="126" name="diff-bg-6">
            <a:extLst>
              <a:ext uri="{FF2B5EF4-FFF2-40B4-BE49-F238E27FC236}">
                <a16:creationId xmlns:a16="http://schemas.microsoft.com/office/drawing/2014/main" id="{F9E6BA64-09F2-4612-8F84-92FCEAA312D9}"/>
              </a:ext>
            </a:extLst>
          </p:cNvPr>
          <p:cNvSpPr>
            <a:spLocks noGrp="1"/>
          </p:cNvSpPr>
          <p:nvPr/>
        </p:nvSpPr>
        <p:spPr>
          <a:xfrm>
            <a:off x="5448300" y="5305425"/>
            <a:ext cx="952500" cy="295275"/>
          </a:xfrm>
          <a:prstGeom prst="roundRect">
            <a:avLst>
              <a:gd name="adj" fmla="val 50000"/>
            </a:avLst>
          </a:prstGeom>
          <a:solidFill>
            <a:srgbClr val="F8E2E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27" name="diff-6">
            <a:extLst>
              <a:ext uri="{FF2B5EF4-FFF2-40B4-BE49-F238E27FC236}">
                <a16:creationId xmlns:a16="http://schemas.microsoft.com/office/drawing/2014/main" id="{F56C25A3-311E-4380-9642-D3E1E387B73D}"/>
              </a:ext>
            </a:extLst>
          </p:cNvPr>
          <p:cNvSpPr>
            <a:spLocks noGrp="1"/>
          </p:cNvSpPr>
          <p:nvPr/>
        </p:nvSpPr>
        <p:spPr>
          <a:xfrm>
            <a:off x="5448300" y="5362575"/>
            <a:ext cx="952500" cy="171450"/>
          </a:xfrm>
          <a:prstGeom prst="rect">
            <a:avLst/>
          </a:prstGeom>
          <a:noFill/>
          <a:ln w="0">
            <a:noFill/>
            <a:prstDash val="solid"/>
          </a:ln>
        </p:spPr>
        <p:txBody>
          <a:bodyPr anchor="ctr"/>
          <a:lstStyle/>
          <a:p>
            <a:pPr algn="ctr">
              <a:defRPr sz="975" b="1">
                <a:solidFill>
                  <a:srgbClr val="C43D3D"/>
                </a:solidFill>
              </a:defRPr>
            </a:pPr>
            <a:r>
              <a:rPr sz="975" b="1">
                <a:solidFill>
                  <a:srgbClr val="C43D3D"/>
                </a:solidFill>
                <a:latin typeface="Kanit" panose="00000500000000000000" pitchFamily="2" charset="-34"/>
                <a:cs typeface="Kanit" panose="00000500000000000000" pitchFamily="2" charset="-34"/>
              </a:rPr>
              <a:t>High</a:t>
            </a:r>
          </a:p>
        </p:txBody>
      </p:sp>
      <p:sp>
        <p:nvSpPr>
          <p:cNvPr id="128" name="eff-6">
            <a:extLst>
              <a:ext uri="{FF2B5EF4-FFF2-40B4-BE49-F238E27FC236}">
                <a16:creationId xmlns:a16="http://schemas.microsoft.com/office/drawing/2014/main" id="{70611F4A-006D-4048-B60E-2CE156729DCE}"/>
              </a:ext>
            </a:extLst>
          </p:cNvPr>
          <p:cNvSpPr>
            <a:spLocks noGrp="1"/>
          </p:cNvSpPr>
          <p:nvPr/>
        </p:nvSpPr>
        <p:spPr>
          <a:xfrm>
            <a:off x="6819900" y="5353050"/>
            <a:ext cx="1295400" cy="190500"/>
          </a:xfrm>
          <a:prstGeom prst="rect">
            <a:avLst/>
          </a:prstGeom>
          <a:noFill/>
          <a:ln w="0">
            <a:noFill/>
            <a:prstDash val="solid"/>
          </a:ln>
        </p:spPr>
        <p:txBody>
          <a:bodyPr anchor="ctr"/>
          <a:lstStyle/>
          <a:p>
            <a:pPr algn="ctr">
              <a:defRPr sz="1125" b="1">
                <a:solidFill>
                  <a:srgbClr val="173F38"/>
                </a:solidFill>
              </a:defRPr>
            </a:pPr>
            <a:r>
              <a:rPr sz="1125" b="1" dirty="0">
                <a:solidFill>
                  <a:srgbClr val="173F38"/>
                </a:solidFill>
                <a:latin typeface="Kanit" panose="00000500000000000000" pitchFamily="2" charset="-34"/>
                <a:cs typeface="Kanit" panose="00000500000000000000" pitchFamily="2" charset="-34"/>
              </a:rPr>
              <a:t>40–55</a:t>
            </a:r>
          </a:p>
        </p:txBody>
      </p:sp>
      <p:sp>
        <p:nvSpPr>
          <p:cNvPr id="129" name="phase-6">
            <a:extLst>
              <a:ext uri="{FF2B5EF4-FFF2-40B4-BE49-F238E27FC236}">
                <a16:creationId xmlns:a16="http://schemas.microsoft.com/office/drawing/2014/main" id="{2E6B4E3E-A8B9-4C18-9036-9761896FF960}"/>
              </a:ext>
            </a:extLst>
          </p:cNvPr>
          <p:cNvSpPr>
            <a:spLocks noGrp="1"/>
          </p:cNvSpPr>
          <p:nvPr/>
        </p:nvSpPr>
        <p:spPr>
          <a:xfrm>
            <a:off x="8191500" y="5353050"/>
            <a:ext cx="1009650" cy="190500"/>
          </a:xfrm>
          <a:prstGeom prst="rect">
            <a:avLst/>
          </a:prstGeom>
          <a:noFill/>
          <a:ln w="0">
            <a:noFill/>
            <a:prstDash val="solid"/>
          </a:ln>
        </p:spPr>
        <p:txBody>
          <a:bodyPr anchor="ctr"/>
          <a:lstStyle/>
          <a:p>
            <a:pPr algn="ctr">
              <a:defRPr sz="1050" b="1">
                <a:solidFill>
                  <a:srgbClr val="536864"/>
                </a:solidFill>
              </a:defRPr>
            </a:pPr>
            <a:r>
              <a:rPr sz="1050" b="1" dirty="0">
                <a:solidFill>
                  <a:srgbClr val="536864"/>
                </a:solidFill>
                <a:latin typeface="Kanit" panose="00000500000000000000" pitchFamily="2" charset="-34"/>
                <a:cs typeface="Kanit" panose="00000500000000000000" pitchFamily="2" charset="-34"/>
              </a:rPr>
              <a:t>Phase </a:t>
            </a:r>
            <a:r>
              <a:rPr lang="en-US" sz="1050" b="1" dirty="0">
                <a:solidFill>
                  <a:srgbClr val="536864"/>
                </a:solidFill>
                <a:latin typeface="Kanit" panose="00000500000000000000" pitchFamily="2" charset="-34"/>
                <a:cs typeface="Kanit" panose="00000500000000000000" pitchFamily="2" charset="-34"/>
              </a:rPr>
              <a:t>2</a:t>
            </a:r>
            <a:endParaRPr sz="1050" b="1" dirty="0">
              <a:solidFill>
                <a:srgbClr val="536864"/>
              </a:solidFill>
              <a:latin typeface="Kanit" panose="00000500000000000000" pitchFamily="2" charset="-34"/>
              <a:cs typeface="Kanit" panose="00000500000000000000" pitchFamily="2" charset="-34"/>
            </a:endParaRPr>
          </a:p>
        </p:txBody>
      </p:sp>
      <p:sp>
        <p:nvSpPr>
          <p:cNvPr id="131" name="c-7-0">
            <a:extLst>
              <a:ext uri="{FF2B5EF4-FFF2-40B4-BE49-F238E27FC236}">
                <a16:creationId xmlns:a16="http://schemas.microsoft.com/office/drawing/2014/main" id="{800CEE4C-85BC-44D2-A362-818A05978F1D}"/>
              </a:ext>
            </a:extLst>
          </p:cNvPr>
          <p:cNvSpPr>
            <a:spLocks noGrp="1"/>
          </p:cNvSpPr>
          <p:nvPr/>
        </p:nvSpPr>
        <p:spPr>
          <a:xfrm>
            <a:off x="400050" y="5724525"/>
            <a:ext cx="361950" cy="542925"/>
          </a:xfrm>
          <a:prstGeom prst="roundRect">
            <a:avLst>
              <a:gd name="adj" fmla="val 0"/>
            </a:avLst>
          </a:prstGeom>
          <a:solidFill>
            <a:srgbClr val="EDF3F1"/>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2" name="c-7-1">
            <a:extLst>
              <a:ext uri="{FF2B5EF4-FFF2-40B4-BE49-F238E27FC236}">
                <a16:creationId xmlns:a16="http://schemas.microsoft.com/office/drawing/2014/main" id="{78464BBF-EE1E-4035-83CE-0BFA1422F4EF}"/>
              </a:ext>
            </a:extLst>
          </p:cNvPr>
          <p:cNvSpPr>
            <a:spLocks noGrp="1"/>
          </p:cNvSpPr>
          <p:nvPr/>
        </p:nvSpPr>
        <p:spPr>
          <a:xfrm>
            <a:off x="762000" y="5724525"/>
            <a:ext cx="2381250" cy="542925"/>
          </a:xfrm>
          <a:prstGeom prst="roundRect">
            <a:avLst>
              <a:gd name="adj" fmla="val 0"/>
            </a:avLst>
          </a:prstGeom>
          <a:solidFill>
            <a:srgbClr val="EDF3F1"/>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3" name="c-7-2">
            <a:extLst>
              <a:ext uri="{FF2B5EF4-FFF2-40B4-BE49-F238E27FC236}">
                <a16:creationId xmlns:a16="http://schemas.microsoft.com/office/drawing/2014/main" id="{6B457270-6DA7-40B7-BC41-94C7103D0172}"/>
              </a:ext>
            </a:extLst>
          </p:cNvPr>
          <p:cNvSpPr>
            <a:spLocks noGrp="1"/>
          </p:cNvSpPr>
          <p:nvPr/>
        </p:nvSpPr>
        <p:spPr>
          <a:xfrm>
            <a:off x="3143250" y="5724525"/>
            <a:ext cx="2133600" cy="542925"/>
          </a:xfrm>
          <a:prstGeom prst="roundRect">
            <a:avLst>
              <a:gd name="adj" fmla="val 0"/>
            </a:avLst>
          </a:prstGeom>
          <a:solidFill>
            <a:srgbClr val="EDF3F1"/>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4" name="c-7-3">
            <a:extLst>
              <a:ext uri="{FF2B5EF4-FFF2-40B4-BE49-F238E27FC236}">
                <a16:creationId xmlns:a16="http://schemas.microsoft.com/office/drawing/2014/main" id="{8AE49611-F1F8-4355-A937-89F7F9AE4E5B}"/>
              </a:ext>
            </a:extLst>
          </p:cNvPr>
          <p:cNvSpPr>
            <a:spLocks noGrp="1"/>
          </p:cNvSpPr>
          <p:nvPr/>
        </p:nvSpPr>
        <p:spPr>
          <a:xfrm>
            <a:off x="5276850" y="5724525"/>
            <a:ext cx="1543050" cy="542925"/>
          </a:xfrm>
          <a:prstGeom prst="roundRect">
            <a:avLst>
              <a:gd name="adj" fmla="val 0"/>
            </a:avLst>
          </a:prstGeom>
          <a:solidFill>
            <a:srgbClr val="EDF3F1"/>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5" name="c-7-4">
            <a:extLst>
              <a:ext uri="{FF2B5EF4-FFF2-40B4-BE49-F238E27FC236}">
                <a16:creationId xmlns:a16="http://schemas.microsoft.com/office/drawing/2014/main" id="{C646B639-ACE8-4AA4-9B9B-28A522205F58}"/>
              </a:ext>
            </a:extLst>
          </p:cNvPr>
          <p:cNvSpPr>
            <a:spLocks noGrp="1"/>
          </p:cNvSpPr>
          <p:nvPr/>
        </p:nvSpPr>
        <p:spPr>
          <a:xfrm>
            <a:off x="6819900" y="5724525"/>
            <a:ext cx="1295400" cy="542925"/>
          </a:xfrm>
          <a:prstGeom prst="roundRect">
            <a:avLst>
              <a:gd name="adj" fmla="val 0"/>
            </a:avLst>
          </a:prstGeom>
          <a:solidFill>
            <a:srgbClr val="EDF3F1"/>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6" name="c-7-5">
            <a:extLst>
              <a:ext uri="{FF2B5EF4-FFF2-40B4-BE49-F238E27FC236}">
                <a16:creationId xmlns:a16="http://schemas.microsoft.com/office/drawing/2014/main" id="{396E7199-607C-43C7-B82E-D626349FE853}"/>
              </a:ext>
            </a:extLst>
          </p:cNvPr>
          <p:cNvSpPr>
            <a:spLocks noGrp="1"/>
          </p:cNvSpPr>
          <p:nvPr/>
        </p:nvSpPr>
        <p:spPr>
          <a:xfrm>
            <a:off x="8115300" y="5724525"/>
            <a:ext cx="1162050" cy="542925"/>
          </a:xfrm>
          <a:prstGeom prst="roundRect">
            <a:avLst>
              <a:gd name="adj" fmla="val 0"/>
            </a:avLst>
          </a:prstGeom>
          <a:solidFill>
            <a:srgbClr val="EDF3F1"/>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7" name="c-7-6">
            <a:extLst>
              <a:ext uri="{FF2B5EF4-FFF2-40B4-BE49-F238E27FC236}">
                <a16:creationId xmlns:a16="http://schemas.microsoft.com/office/drawing/2014/main" id="{862F5373-90D1-443F-9F89-C9174ED926F9}"/>
              </a:ext>
            </a:extLst>
          </p:cNvPr>
          <p:cNvSpPr>
            <a:spLocks noGrp="1"/>
          </p:cNvSpPr>
          <p:nvPr/>
        </p:nvSpPr>
        <p:spPr>
          <a:xfrm>
            <a:off x="9277350" y="5724525"/>
            <a:ext cx="2457450" cy="542925"/>
          </a:xfrm>
          <a:prstGeom prst="roundRect">
            <a:avLst>
              <a:gd name="adj" fmla="val 0"/>
            </a:avLst>
          </a:prstGeom>
          <a:solidFill>
            <a:srgbClr val="EDF3F1"/>
          </a:solidFill>
          <a:ln w="9525">
            <a:solidFill>
              <a:srgbClr val="CDDDD7"/>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8" name="rank-7">
            <a:extLst>
              <a:ext uri="{FF2B5EF4-FFF2-40B4-BE49-F238E27FC236}">
                <a16:creationId xmlns:a16="http://schemas.microsoft.com/office/drawing/2014/main" id="{7B6D06A0-579C-4116-9562-33E01B428105}"/>
              </a:ext>
            </a:extLst>
          </p:cNvPr>
          <p:cNvSpPr>
            <a:spLocks noGrp="1"/>
          </p:cNvSpPr>
          <p:nvPr/>
        </p:nvSpPr>
        <p:spPr>
          <a:xfrm>
            <a:off x="400050" y="5895975"/>
            <a:ext cx="361950" cy="190500"/>
          </a:xfrm>
          <a:prstGeom prst="rect">
            <a:avLst/>
          </a:prstGeom>
          <a:noFill/>
          <a:ln w="0">
            <a:noFill/>
            <a:prstDash val="solid"/>
          </a:ln>
        </p:spPr>
        <p:txBody>
          <a:bodyPr anchor="ctr"/>
          <a:lstStyle/>
          <a:p>
            <a:pPr algn="ctr">
              <a:defRPr sz="1050" b="1">
                <a:solidFill>
                  <a:srgbClr val="536864"/>
                </a:solidFill>
              </a:defRPr>
            </a:pPr>
            <a:r>
              <a:rPr sz="1050" b="1">
                <a:solidFill>
                  <a:srgbClr val="536864"/>
                </a:solidFill>
                <a:latin typeface="Kanit" panose="00000500000000000000" pitchFamily="2" charset="-34"/>
                <a:cs typeface="Kanit" panose="00000500000000000000" pitchFamily="2" charset="-34"/>
              </a:rPr>
              <a:t>8</a:t>
            </a:r>
          </a:p>
        </p:txBody>
      </p:sp>
      <p:sp>
        <p:nvSpPr>
          <p:cNvPr id="139" name="proc-7">
            <a:extLst>
              <a:ext uri="{FF2B5EF4-FFF2-40B4-BE49-F238E27FC236}">
                <a16:creationId xmlns:a16="http://schemas.microsoft.com/office/drawing/2014/main" id="{89587B3E-6FA9-4175-B2A3-9428D8F7039C}"/>
              </a:ext>
            </a:extLst>
          </p:cNvPr>
          <p:cNvSpPr>
            <a:spLocks noGrp="1"/>
          </p:cNvSpPr>
          <p:nvPr/>
        </p:nvSpPr>
        <p:spPr>
          <a:xfrm>
            <a:off x="857250" y="5800725"/>
            <a:ext cx="2209800" cy="400050"/>
          </a:xfrm>
          <a:prstGeom prst="rect">
            <a:avLst/>
          </a:prstGeom>
          <a:noFill/>
          <a:ln w="0">
            <a:noFill/>
            <a:prstDash val="solid"/>
          </a:ln>
        </p:spPr>
        <p:txBody>
          <a:bodyPr anchor="ctr"/>
          <a:lstStyle/>
          <a:p>
            <a:pPr>
              <a:defRPr sz="1050" b="1">
                <a:solidFill>
                  <a:srgbClr val="173F38"/>
                </a:solidFill>
              </a:defRPr>
            </a:pPr>
            <a:r>
              <a:rPr lang="en-US" sz="1050" b="1" dirty="0">
                <a:solidFill>
                  <a:srgbClr val="173F38"/>
                </a:solidFill>
                <a:latin typeface="Kanit" panose="00000500000000000000" pitchFamily="2" charset="-34"/>
                <a:cs typeface="Kanit" panose="00000500000000000000" pitchFamily="2" charset="-34"/>
              </a:rPr>
              <a:t>8. GL – Trial Balance Consolidation</a:t>
            </a:r>
            <a:endParaRPr sz="1050" b="1" dirty="0">
              <a:solidFill>
                <a:srgbClr val="173F38"/>
              </a:solidFill>
              <a:latin typeface="Kanit" panose="00000500000000000000" pitchFamily="2" charset="-34"/>
              <a:cs typeface="Kanit" panose="00000500000000000000" pitchFamily="2" charset="-34"/>
            </a:endParaRPr>
          </a:p>
        </p:txBody>
      </p:sp>
      <p:sp>
        <p:nvSpPr>
          <p:cNvPr id="140" name="tech-7">
            <a:extLst>
              <a:ext uri="{FF2B5EF4-FFF2-40B4-BE49-F238E27FC236}">
                <a16:creationId xmlns:a16="http://schemas.microsoft.com/office/drawing/2014/main" id="{587E6DA2-F4E0-4E9B-B258-B82AE5513648}"/>
              </a:ext>
            </a:extLst>
          </p:cNvPr>
          <p:cNvSpPr>
            <a:spLocks noGrp="1"/>
          </p:cNvSpPr>
          <p:nvPr/>
        </p:nvSpPr>
        <p:spPr>
          <a:xfrm>
            <a:off x="3238500" y="5819775"/>
            <a:ext cx="1962150" cy="361950"/>
          </a:xfrm>
          <a:prstGeom prst="rect">
            <a:avLst/>
          </a:prstGeom>
          <a:noFill/>
          <a:ln w="0">
            <a:noFill/>
            <a:prstDash val="solid"/>
          </a:ln>
        </p:spPr>
        <p:txBody>
          <a:bodyPr anchor="ctr"/>
          <a:lstStyle/>
          <a:p>
            <a:pPr>
              <a:defRPr sz="1050" b="1">
                <a:solidFill>
                  <a:srgbClr val="0A8F62"/>
                </a:solidFill>
              </a:defRPr>
            </a:pPr>
            <a:r>
              <a:rPr lang="en-US" sz="1050" b="1" dirty="0">
                <a:solidFill>
                  <a:srgbClr val="0A8F62"/>
                </a:solidFill>
                <a:latin typeface="Kanit" panose="00000500000000000000" pitchFamily="2" charset="-34"/>
                <a:cs typeface="Kanit" panose="00000500000000000000" pitchFamily="2" charset="-34"/>
              </a:rPr>
              <a:t>Power Query + Power BI</a:t>
            </a:r>
          </a:p>
        </p:txBody>
      </p:sp>
      <p:sp>
        <p:nvSpPr>
          <p:cNvPr id="141" name="diff-bg-7">
            <a:extLst>
              <a:ext uri="{FF2B5EF4-FFF2-40B4-BE49-F238E27FC236}">
                <a16:creationId xmlns:a16="http://schemas.microsoft.com/office/drawing/2014/main" id="{DA04BA0E-5EA1-43B5-82F8-D94640D67DA7}"/>
              </a:ext>
            </a:extLst>
          </p:cNvPr>
          <p:cNvSpPr>
            <a:spLocks noGrp="1"/>
          </p:cNvSpPr>
          <p:nvPr/>
        </p:nvSpPr>
        <p:spPr>
          <a:xfrm>
            <a:off x="5448300" y="5848350"/>
            <a:ext cx="952500" cy="295275"/>
          </a:xfrm>
          <a:prstGeom prst="roundRect">
            <a:avLst>
              <a:gd name="adj" fmla="val 50000"/>
            </a:avLst>
          </a:prstGeom>
          <a:solidFill>
            <a:srgbClr val="F8E2E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42" name="diff-7">
            <a:extLst>
              <a:ext uri="{FF2B5EF4-FFF2-40B4-BE49-F238E27FC236}">
                <a16:creationId xmlns:a16="http://schemas.microsoft.com/office/drawing/2014/main" id="{2E6243A7-ADE7-4A36-9D60-82B8DA76234D}"/>
              </a:ext>
            </a:extLst>
          </p:cNvPr>
          <p:cNvSpPr>
            <a:spLocks noGrp="1"/>
          </p:cNvSpPr>
          <p:nvPr/>
        </p:nvSpPr>
        <p:spPr>
          <a:xfrm>
            <a:off x="5448300" y="5905500"/>
            <a:ext cx="952500" cy="171450"/>
          </a:xfrm>
          <a:prstGeom prst="rect">
            <a:avLst/>
          </a:prstGeom>
          <a:noFill/>
          <a:ln w="0">
            <a:noFill/>
            <a:prstDash val="solid"/>
          </a:ln>
        </p:spPr>
        <p:txBody>
          <a:bodyPr anchor="ctr"/>
          <a:lstStyle/>
          <a:p>
            <a:pPr algn="ctr">
              <a:defRPr sz="975" b="1">
                <a:solidFill>
                  <a:srgbClr val="C43D3D"/>
                </a:solidFill>
              </a:defRPr>
            </a:pPr>
            <a:r>
              <a:rPr sz="975" b="1">
                <a:solidFill>
                  <a:srgbClr val="C43D3D"/>
                </a:solidFill>
                <a:latin typeface="Kanit" panose="00000500000000000000" pitchFamily="2" charset="-34"/>
                <a:cs typeface="Kanit" panose="00000500000000000000" pitchFamily="2" charset="-34"/>
              </a:rPr>
              <a:t>High</a:t>
            </a:r>
          </a:p>
        </p:txBody>
      </p:sp>
      <p:sp>
        <p:nvSpPr>
          <p:cNvPr id="143" name="eff-7">
            <a:extLst>
              <a:ext uri="{FF2B5EF4-FFF2-40B4-BE49-F238E27FC236}">
                <a16:creationId xmlns:a16="http://schemas.microsoft.com/office/drawing/2014/main" id="{18B3C7EF-64CA-4B61-9302-A9DF0088EAB7}"/>
              </a:ext>
            </a:extLst>
          </p:cNvPr>
          <p:cNvSpPr>
            <a:spLocks noGrp="1"/>
          </p:cNvSpPr>
          <p:nvPr/>
        </p:nvSpPr>
        <p:spPr>
          <a:xfrm>
            <a:off x="6819900" y="5895975"/>
            <a:ext cx="1295400" cy="190500"/>
          </a:xfrm>
          <a:prstGeom prst="rect">
            <a:avLst/>
          </a:prstGeom>
          <a:noFill/>
          <a:ln w="0">
            <a:noFill/>
            <a:prstDash val="solid"/>
          </a:ln>
        </p:spPr>
        <p:txBody>
          <a:bodyPr anchor="ctr"/>
          <a:lstStyle/>
          <a:p>
            <a:pPr algn="ctr">
              <a:defRPr sz="1125" b="1">
                <a:solidFill>
                  <a:srgbClr val="173F38"/>
                </a:solidFill>
              </a:defRPr>
            </a:pPr>
            <a:r>
              <a:rPr lang="en-US" sz="1125" b="1" dirty="0">
                <a:solidFill>
                  <a:srgbClr val="173F38"/>
                </a:solidFill>
                <a:latin typeface="Kanit" panose="00000500000000000000" pitchFamily="2" charset="-34"/>
                <a:cs typeface="Kanit" panose="00000500000000000000" pitchFamily="2" charset="-34"/>
              </a:rPr>
              <a:t>35–40</a:t>
            </a:r>
          </a:p>
        </p:txBody>
      </p:sp>
      <p:sp>
        <p:nvSpPr>
          <p:cNvPr id="144" name="phase-7">
            <a:extLst>
              <a:ext uri="{FF2B5EF4-FFF2-40B4-BE49-F238E27FC236}">
                <a16:creationId xmlns:a16="http://schemas.microsoft.com/office/drawing/2014/main" id="{502A79C4-E3A3-4124-8C5F-E138CD17B377}"/>
              </a:ext>
            </a:extLst>
          </p:cNvPr>
          <p:cNvSpPr>
            <a:spLocks noGrp="1"/>
          </p:cNvSpPr>
          <p:nvPr/>
        </p:nvSpPr>
        <p:spPr>
          <a:xfrm>
            <a:off x="8191500" y="5895975"/>
            <a:ext cx="1009650" cy="190500"/>
          </a:xfrm>
          <a:prstGeom prst="rect">
            <a:avLst/>
          </a:prstGeom>
          <a:noFill/>
          <a:ln w="0">
            <a:noFill/>
            <a:prstDash val="solid"/>
          </a:ln>
        </p:spPr>
        <p:txBody>
          <a:bodyPr anchor="ctr"/>
          <a:lstStyle/>
          <a:p>
            <a:pPr algn="ctr">
              <a:defRPr sz="1050" b="1">
                <a:solidFill>
                  <a:srgbClr val="536864"/>
                </a:solidFill>
              </a:defRPr>
            </a:pPr>
            <a:r>
              <a:rPr sz="1050" b="1" dirty="0">
                <a:solidFill>
                  <a:srgbClr val="536864"/>
                </a:solidFill>
                <a:latin typeface="Kanit" panose="00000500000000000000" pitchFamily="2" charset="-34"/>
                <a:cs typeface="Kanit" panose="00000500000000000000" pitchFamily="2" charset="-34"/>
              </a:rPr>
              <a:t>Phase</a:t>
            </a:r>
            <a:r>
              <a:rPr lang="en-US" sz="1050" b="1" dirty="0">
                <a:solidFill>
                  <a:srgbClr val="536864"/>
                </a:solidFill>
                <a:latin typeface="Kanit" panose="00000500000000000000" pitchFamily="2" charset="-34"/>
                <a:cs typeface="Kanit" panose="00000500000000000000" pitchFamily="2" charset="-34"/>
              </a:rPr>
              <a:t> 2</a:t>
            </a:r>
            <a:endParaRPr sz="1050" b="1" dirty="0">
              <a:solidFill>
                <a:srgbClr val="536864"/>
              </a:solidFill>
              <a:latin typeface="Kanit" panose="00000500000000000000" pitchFamily="2" charset="-34"/>
              <a:cs typeface="Kanit" panose="00000500000000000000" pitchFamily="2" charset="-34"/>
            </a:endParaRPr>
          </a:p>
        </p:txBody>
      </p:sp>
      <p:sp>
        <p:nvSpPr>
          <p:cNvPr id="146" name="assumption">
            <a:extLst>
              <a:ext uri="{FF2B5EF4-FFF2-40B4-BE49-F238E27FC236}">
                <a16:creationId xmlns:a16="http://schemas.microsoft.com/office/drawing/2014/main" id="{6823359A-DB88-464F-9AD4-F96225954FB8}"/>
              </a:ext>
            </a:extLst>
          </p:cNvPr>
          <p:cNvSpPr>
            <a:spLocks noGrp="1"/>
          </p:cNvSpPr>
          <p:nvPr/>
        </p:nvSpPr>
        <p:spPr>
          <a:xfrm>
            <a:off x="495300" y="6400800"/>
            <a:ext cx="10001250" cy="171450"/>
          </a:xfrm>
          <a:prstGeom prst="rect">
            <a:avLst/>
          </a:prstGeom>
          <a:noFill/>
          <a:ln w="0">
            <a:noFill/>
            <a:prstDash val="solid"/>
          </a:ln>
        </p:spPr>
        <p:txBody>
          <a:bodyPr anchor="ctr"/>
          <a:lstStyle/>
          <a:p>
            <a:pPr algn="l">
              <a:defRPr sz="975" b="1">
                <a:solidFill>
                  <a:srgbClr val="0A8F62"/>
                </a:solidFill>
              </a:defRPr>
            </a:pPr>
            <a:r>
              <a:rPr sz="975" b="1" dirty="0">
                <a:solidFill>
                  <a:srgbClr val="0A8F62"/>
                </a:solidFill>
                <a:latin typeface="Kanit" panose="00000500000000000000" pitchFamily="2" charset="-34"/>
                <a:cs typeface="Kanit" panose="00000500000000000000" pitchFamily="2" charset="-34"/>
              </a:rPr>
              <a:t>Planning estimate: Includes BA, Solution Design, Build, SIT, UAT Support and Go-Live per process</a:t>
            </a:r>
          </a:p>
        </p:txBody>
      </p:sp>
      <p:sp>
        <p:nvSpPr>
          <p:cNvPr id="153" name="item-bg-2-1">
            <a:extLst>
              <a:ext uri="{FF2B5EF4-FFF2-40B4-BE49-F238E27FC236}">
                <a16:creationId xmlns:a16="http://schemas.microsoft.com/office/drawing/2014/main" id="{41E998DE-E9E0-E9E3-A8D2-52B8DEC4B07A}"/>
              </a:ext>
            </a:extLst>
          </p:cNvPr>
          <p:cNvSpPr>
            <a:spLocks noGrp="1"/>
          </p:cNvSpPr>
          <p:nvPr/>
        </p:nvSpPr>
        <p:spPr>
          <a:xfrm>
            <a:off x="9410699" y="4219576"/>
            <a:ext cx="1819275" cy="285750"/>
          </a:xfrm>
          <a:prstGeom prst="roundRect">
            <a:avLst>
              <a:gd name="adj" fmla="val 33333"/>
            </a:avLst>
          </a:prstGeom>
          <a:solidFill>
            <a:srgbClr val="F7EBD9"/>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55" name="item-2-1">
            <a:extLst>
              <a:ext uri="{FF2B5EF4-FFF2-40B4-BE49-F238E27FC236}">
                <a16:creationId xmlns:a16="http://schemas.microsoft.com/office/drawing/2014/main" id="{242BE380-E37E-BF0C-DA2A-3E01D4B9CFDF}"/>
              </a:ext>
            </a:extLst>
          </p:cNvPr>
          <p:cNvSpPr>
            <a:spLocks noGrp="1"/>
          </p:cNvSpPr>
          <p:nvPr/>
        </p:nvSpPr>
        <p:spPr>
          <a:xfrm>
            <a:off x="9538715" y="4268533"/>
            <a:ext cx="1653159" cy="171450"/>
          </a:xfrm>
          <a:prstGeom prst="rect">
            <a:avLst/>
          </a:prstGeom>
          <a:noFill/>
          <a:ln w="0">
            <a:noFill/>
            <a:prstDash val="solid"/>
          </a:ln>
        </p:spPr>
        <p:txBody>
          <a:bodyPr anchor="ctr"/>
          <a:lstStyle/>
          <a:p>
            <a:pPr algn="l">
              <a:defRPr sz="1050" b="1">
                <a:solidFill>
                  <a:srgbClr val="C57B22"/>
                </a:solidFill>
              </a:defRPr>
            </a:pPr>
            <a:r>
              <a:rPr lang="en-US" sz="1050" b="1" dirty="0">
                <a:solidFill>
                  <a:srgbClr val="C57B22"/>
                </a:solidFill>
                <a:latin typeface="Kanit" panose="00000500000000000000" pitchFamily="2" charset="-34"/>
                <a:cs typeface="Kanit" panose="00000500000000000000" pitchFamily="2" charset="-34"/>
              </a:rPr>
              <a:t>Advanced Automation</a:t>
            </a:r>
          </a:p>
        </p:txBody>
      </p:sp>
      <p:sp>
        <p:nvSpPr>
          <p:cNvPr id="161" name="item-bg-2-1">
            <a:extLst>
              <a:ext uri="{FF2B5EF4-FFF2-40B4-BE49-F238E27FC236}">
                <a16:creationId xmlns:a16="http://schemas.microsoft.com/office/drawing/2014/main" id="{926EDB1A-E670-0F3F-3748-8398CF4D2DEC}"/>
              </a:ext>
            </a:extLst>
          </p:cNvPr>
          <p:cNvSpPr>
            <a:spLocks noGrp="1"/>
          </p:cNvSpPr>
          <p:nvPr/>
        </p:nvSpPr>
        <p:spPr>
          <a:xfrm>
            <a:off x="9410700" y="5334000"/>
            <a:ext cx="1866900" cy="257175"/>
          </a:xfrm>
          <a:prstGeom prst="roundRect">
            <a:avLst>
              <a:gd name="adj" fmla="val 33333"/>
            </a:avLst>
          </a:prstGeom>
          <a:solidFill>
            <a:srgbClr val="F7EBD9"/>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63" name="item-2-1">
            <a:extLst>
              <a:ext uri="{FF2B5EF4-FFF2-40B4-BE49-F238E27FC236}">
                <a16:creationId xmlns:a16="http://schemas.microsoft.com/office/drawing/2014/main" id="{8CFB02D4-1BF2-34BD-5DB3-1E8207ED3362}"/>
              </a:ext>
            </a:extLst>
          </p:cNvPr>
          <p:cNvSpPr>
            <a:spLocks noGrp="1"/>
          </p:cNvSpPr>
          <p:nvPr/>
        </p:nvSpPr>
        <p:spPr>
          <a:xfrm>
            <a:off x="9538716" y="5382958"/>
            <a:ext cx="1719834" cy="171450"/>
          </a:xfrm>
          <a:prstGeom prst="rect">
            <a:avLst/>
          </a:prstGeom>
          <a:noFill/>
          <a:ln w="0">
            <a:noFill/>
            <a:prstDash val="solid"/>
          </a:ln>
        </p:spPr>
        <p:txBody>
          <a:bodyPr anchor="ctr"/>
          <a:lstStyle/>
          <a:p>
            <a:pPr algn="l">
              <a:defRPr sz="1050" b="1">
                <a:solidFill>
                  <a:srgbClr val="C57B22"/>
                </a:solidFill>
              </a:defRPr>
            </a:pPr>
            <a:r>
              <a:rPr lang="en-US" sz="1050" b="1" dirty="0">
                <a:solidFill>
                  <a:srgbClr val="C57B22"/>
                </a:solidFill>
                <a:latin typeface="Kanit" panose="00000500000000000000" pitchFamily="2" charset="-34"/>
                <a:cs typeface="Kanit" panose="00000500000000000000" pitchFamily="2" charset="-34"/>
              </a:rPr>
              <a:t>Advanced Automation</a:t>
            </a:r>
          </a:p>
        </p:txBody>
      </p:sp>
      <p:sp>
        <p:nvSpPr>
          <p:cNvPr id="165" name="item-bg-2-1">
            <a:extLst>
              <a:ext uri="{FF2B5EF4-FFF2-40B4-BE49-F238E27FC236}">
                <a16:creationId xmlns:a16="http://schemas.microsoft.com/office/drawing/2014/main" id="{CDAA0B3C-46B9-3306-1133-E470CD55B963}"/>
              </a:ext>
            </a:extLst>
          </p:cNvPr>
          <p:cNvSpPr>
            <a:spLocks noGrp="1"/>
          </p:cNvSpPr>
          <p:nvPr/>
        </p:nvSpPr>
        <p:spPr>
          <a:xfrm>
            <a:off x="9401175" y="4751642"/>
            <a:ext cx="1809750" cy="257175"/>
          </a:xfrm>
          <a:prstGeom prst="roundRect">
            <a:avLst>
              <a:gd name="adj" fmla="val 33333"/>
            </a:avLst>
          </a:prstGeom>
          <a:solidFill>
            <a:srgbClr val="F7EBD9"/>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67" name="item-2-1">
            <a:extLst>
              <a:ext uri="{FF2B5EF4-FFF2-40B4-BE49-F238E27FC236}">
                <a16:creationId xmlns:a16="http://schemas.microsoft.com/office/drawing/2014/main" id="{86367718-2DFB-6062-EB9A-986C4B065C49}"/>
              </a:ext>
            </a:extLst>
          </p:cNvPr>
          <p:cNvSpPr>
            <a:spLocks noGrp="1"/>
          </p:cNvSpPr>
          <p:nvPr/>
        </p:nvSpPr>
        <p:spPr>
          <a:xfrm>
            <a:off x="9529191" y="4800600"/>
            <a:ext cx="1662684" cy="171450"/>
          </a:xfrm>
          <a:prstGeom prst="rect">
            <a:avLst/>
          </a:prstGeom>
          <a:noFill/>
          <a:ln w="0">
            <a:noFill/>
            <a:prstDash val="solid"/>
          </a:ln>
        </p:spPr>
        <p:txBody>
          <a:bodyPr anchor="ctr"/>
          <a:lstStyle/>
          <a:p>
            <a:pPr algn="l">
              <a:defRPr sz="1050" b="1">
                <a:solidFill>
                  <a:srgbClr val="C57B22"/>
                </a:solidFill>
              </a:defRPr>
            </a:pPr>
            <a:r>
              <a:rPr lang="en-US" sz="1050" b="1" dirty="0">
                <a:solidFill>
                  <a:srgbClr val="C57B22"/>
                </a:solidFill>
                <a:latin typeface="Kanit" panose="00000500000000000000" pitchFamily="2" charset="-34"/>
                <a:cs typeface="Kanit" panose="00000500000000000000" pitchFamily="2" charset="-34"/>
              </a:rPr>
              <a:t>Advanced Automation</a:t>
            </a:r>
          </a:p>
        </p:txBody>
      </p:sp>
      <p:sp>
        <p:nvSpPr>
          <p:cNvPr id="115" name="item-bg-2-1">
            <a:extLst>
              <a:ext uri="{FF2B5EF4-FFF2-40B4-BE49-F238E27FC236}">
                <a16:creationId xmlns:a16="http://schemas.microsoft.com/office/drawing/2014/main" id="{ABCAEBD2-2696-A42A-2086-656F5587C93E}"/>
              </a:ext>
            </a:extLst>
          </p:cNvPr>
          <p:cNvSpPr>
            <a:spLocks noGrp="1"/>
          </p:cNvSpPr>
          <p:nvPr/>
        </p:nvSpPr>
        <p:spPr>
          <a:xfrm>
            <a:off x="9353550" y="5848350"/>
            <a:ext cx="2166366" cy="264795"/>
          </a:xfrm>
          <a:prstGeom prst="roundRect">
            <a:avLst>
              <a:gd name="adj" fmla="val 33333"/>
            </a:avLst>
          </a:prstGeom>
          <a:solidFill>
            <a:srgbClr val="F7EBD9"/>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45" name="item-2-1">
            <a:extLst>
              <a:ext uri="{FF2B5EF4-FFF2-40B4-BE49-F238E27FC236}">
                <a16:creationId xmlns:a16="http://schemas.microsoft.com/office/drawing/2014/main" id="{D909B9A4-F618-EF33-5395-A9568A2C6E26}"/>
              </a:ext>
            </a:extLst>
          </p:cNvPr>
          <p:cNvSpPr>
            <a:spLocks noGrp="1"/>
          </p:cNvSpPr>
          <p:nvPr/>
        </p:nvSpPr>
        <p:spPr>
          <a:xfrm>
            <a:off x="9481565" y="5897308"/>
            <a:ext cx="2066925" cy="171450"/>
          </a:xfrm>
          <a:prstGeom prst="rect">
            <a:avLst/>
          </a:prstGeom>
          <a:noFill/>
          <a:ln w="0">
            <a:noFill/>
            <a:prstDash val="solid"/>
          </a:ln>
        </p:spPr>
        <p:txBody>
          <a:bodyPr anchor="ctr"/>
          <a:lstStyle/>
          <a:p>
            <a:pPr algn="l">
              <a:defRPr sz="1050" b="1">
                <a:solidFill>
                  <a:srgbClr val="C57B22"/>
                </a:solidFill>
              </a:defRPr>
            </a:pPr>
            <a:r>
              <a:rPr lang="en-US" sz="1050" b="1" dirty="0">
                <a:solidFill>
                  <a:srgbClr val="C57B22"/>
                </a:solidFill>
                <a:latin typeface="Kanit" panose="00000500000000000000" pitchFamily="2" charset="-34"/>
                <a:cs typeface="Kanit" panose="00000500000000000000" pitchFamily="2" charset="-34"/>
              </a:rPr>
              <a:t>Advanced Power Query &amp; BI</a:t>
            </a:r>
          </a:p>
        </p:txBody>
      </p:sp>
      <p:sp>
        <p:nvSpPr>
          <p:cNvPr id="149" name="diff-bg-3">
            <a:extLst>
              <a:ext uri="{FF2B5EF4-FFF2-40B4-BE49-F238E27FC236}">
                <a16:creationId xmlns:a16="http://schemas.microsoft.com/office/drawing/2014/main" id="{57F7F9C9-3EBB-9E72-5517-303D35A820EC}"/>
              </a:ext>
            </a:extLst>
          </p:cNvPr>
          <p:cNvSpPr>
            <a:spLocks noGrp="1"/>
          </p:cNvSpPr>
          <p:nvPr/>
        </p:nvSpPr>
        <p:spPr>
          <a:xfrm>
            <a:off x="5448300" y="4229100"/>
            <a:ext cx="952500" cy="295275"/>
          </a:xfrm>
          <a:prstGeom prst="roundRect">
            <a:avLst>
              <a:gd name="adj" fmla="val 50000"/>
            </a:avLst>
          </a:prstGeom>
          <a:solidFill>
            <a:srgbClr val="F8E2E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51" name="diff-3">
            <a:extLst>
              <a:ext uri="{FF2B5EF4-FFF2-40B4-BE49-F238E27FC236}">
                <a16:creationId xmlns:a16="http://schemas.microsoft.com/office/drawing/2014/main" id="{FF4FBBE8-A9D3-CFEB-D5CF-ED1E4FE8BC31}"/>
              </a:ext>
            </a:extLst>
          </p:cNvPr>
          <p:cNvSpPr>
            <a:spLocks noGrp="1"/>
          </p:cNvSpPr>
          <p:nvPr/>
        </p:nvSpPr>
        <p:spPr>
          <a:xfrm>
            <a:off x="5448300" y="4286250"/>
            <a:ext cx="952500" cy="171450"/>
          </a:xfrm>
          <a:prstGeom prst="rect">
            <a:avLst/>
          </a:prstGeom>
          <a:noFill/>
          <a:ln w="0">
            <a:noFill/>
            <a:prstDash val="solid"/>
          </a:ln>
        </p:spPr>
        <p:txBody>
          <a:bodyPr anchor="ctr"/>
          <a:lstStyle/>
          <a:p>
            <a:pPr algn="ctr">
              <a:defRPr sz="975" b="1">
                <a:solidFill>
                  <a:srgbClr val="C43D3D"/>
                </a:solidFill>
              </a:defRPr>
            </a:pPr>
            <a:r>
              <a:rPr sz="975" b="1" dirty="0">
                <a:solidFill>
                  <a:srgbClr val="C43D3D"/>
                </a:solidFill>
                <a:latin typeface="Kanit" panose="00000500000000000000" pitchFamily="2" charset="-34"/>
                <a:cs typeface="Kanit" panose="00000500000000000000" pitchFamily="2" charset="-34"/>
              </a:rPr>
              <a:t>High</a:t>
            </a:r>
          </a:p>
        </p:txBody>
      </p:sp>
      <p:sp>
        <p:nvSpPr>
          <p:cNvPr id="97" name="age-mark">
            <a:extLst>
              <a:ext uri="{FF2B5EF4-FFF2-40B4-BE49-F238E27FC236}">
                <a16:creationId xmlns:a16="http://schemas.microsoft.com/office/drawing/2014/main" id="{3CD20EAC-94FA-CDCA-D289-DC5BA9CF4B60}"/>
              </a:ext>
            </a:extLst>
          </p:cNvPr>
          <p:cNvSpPr>
            <a:spLocks noGrp="1"/>
          </p:cNvSpPr>
          <p:nvPr/>
        </p:nvSpPr>
        <p:spPr>
          <a:xfrm>
            <a:off x="10972800" y="419100"/>
            <a:ext cx="666750" cy="590550"/>
          </a:xfrm>
          <a:prstGeom prst="roundRect">
            <a:avLst>
              <a:gd name="adj" fmla="val 50000"/>
            </a:avLst>
          </a:prstGeom>
          <a:solidFill>
            <a:srgbClr val="E3F3EC"/>
          </a:solidFill>
          <a:ln w="0">
            <a:noFill/>
            <a:prstDash val="solid"/>
          </a:ln>
        </p:spPr>
        <p:txBody>
          <a:bodyPr/>
          <a:lstStyle/>
          <a:p>
            <a:endParaRPr lang="en-US"/>
          </a:p>
        </p:txBody>
      </p:sp>
      <p:sp>
        <p:nvSpPr>
          <p:cNvPr id="130" name="age">
            <a:extLst>
              <a:ext uri="{FF2B5EF4-FFF2-40B4-BE49-F238E27FC236}">
                <a16:creationId xmlns:a16="http://schemas.microsoft.com/office/drawing/2014/main" id="{9BA52630-4C01-EF29-1C53-71C65C9F5FAB}"/>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pic>
        <p:nvPicPr>
          <p:cNvPr id="150" name="Picture 149" descr="Home - บริษัท เอเชีย กรีน เอนเนอจี จำกัด (มหาชน)">
            <a:extLst>
              <a:ext uri="{FF2B5EF4-FFF2-40B4-BE49-F238E27FC236}">
                <a16:creationId xmlns:a16="http://schemas.microsoft.com/office/drawing/2014/main" id="{51678927-C22D-9C7A-EFC9-B06A8AD93C27}"/>
              </a:ext>
            </a:extLst>
          </p:cNvPr>
          <p:cNvPicPr>
            <a:picLocks noChangeAspect="1"/>
          </p:cNvPicPr>
          <p:nvPr/>
        </p:nvPicPr>
        <p:blipFill>
          <a:blip r:embed="rId3"/>
          <a:stretch>
            <a:fillRect/>
          </a:stretch>
        </p:blipFill>
        <p:spPr>
          <a:xfrm>
            <a:off x="11087411" y="584335"/>
            <a:ext cx="416319" cy="253866"/>
          </a:xfrm>
          <a:prstGeom prst="rect">
            <a:avLst/>
          </a:prstGeom>
        </p:spPr>
      </p:pic>
      <p:sp>
        <p:nvSpPr>
          <p:cNvPr id="6" name="title">
            <a:extLst>
              <a:ext uri="{FF2B5EF4-FFF2-40B4-BE49-F238E27FC236}">
                <a16:creationId xmlns:a16="http://schemas.microsoft.com/office/drawing/2014/main" id="{87840451-991E-5585-7FD1-2A99D4ACCA90}"/>
              </a:ext>
            </a:extLst>
          </p:cNvPr>
          <p:cNvSpPr>
            <a:spLocks noGrp="1"/>
          </p:cNvSpPr>
          <p:nvPr/>
        </p:nvSpPr>
        <p:spPr>
          <a:xfrm>
            <a:off x="6246689" y="390525"/>
            <a:ext cx="5815172" cy="542925"/>
          </a:xfrm>
          <a:prstGeom prst="rect">
            <a:avLst/>
          </a:prstGeom>
          <a:noFill/>
          <a:ln w="0">
            <a:noFill/>
            <a:prstDash val="solid"/>
          </a:ln>
        </p:spPr>
        <p:txBody>
          <a:bodyPr anchor="ctr"/>
          <a:lstStyle/>
          <a:p>
            <a:pPr algn="l">
              <a:defRPr sz="2550" b="1">
                <a:solidFill>
                  <a:srgbClr val="153E37"/>
                </a:solidFill>
              </a:defRPr>
            </a:pPr>
            <a:r>
              <a:rPr lang="en-US" sz="2000" b="1" dirty="0">
                <a:solidFill>
                  <a:srgbClr val="0070C0"/>
                </a:solidFill>
                <a:latin typeface="Kanit" panose="00000500000000000000" pitchFamily="2" charset="-34"/>
                <a:cs typeface="Kanit" panose="00000500000000000000" pitchFamily="2" charset="-34"/>
              </a:rPr>
              <a:t>RPA </a:t>
            </a:r>
            <a:r>
              <a:rPr lang="en-US" sz="2000" b="1" dirty="0">
                <a:solidFill>
                  <a:srgbClr val="0070C0"/>
                </a:solidFill>
                <a:latin typeface="Kanit" panose="00000500000000000000" pitchFamily="2" charset="-34"/>
                <a:cs typeface="Kanit" panose="00000500000000000000" pitchFamily="2" charset="-34"/>
                <a:sym typeface="Wingdings" panose="05000000000000000000" pitchFamily="2" charset="2"/>
              </a:rPr>
              <a:t> UiPath Or </a:t>
            </a:r>
            <a:r>
              <a:rPr lang="en-US" sz="2000" b="1" dirty="0">
                <a:solidFill>
                  <a:srgbClr val="00B050"/>
                </a:solidFill>
                <a:latin typeface="Kanit" panose="00000500000000000000" pitchFamily="2" charset="-34"/>
                <a:cs typeface="Kanit" panose="00000500000000000000" pitchFamily="2" charset="-34"/>
                <a:sym typeface="Wingdings" panose="05000000000000000000" pitchFamily="2" charset="2"/>
              </a:rPr>
              <a:t>PA</a:t>
            </a:r>
          </a:p>
          <a:p>
            <a:pPr algn="l">
              <a:defRPr sz="2550" b="1">
                <a:solidFill>
                  <a:srgbClr val="153E37"/>
                </a:solidFill>
              </a:defRPr>
            </a:pPr>
            <a:r>
              <a:rPr lang="en-US" sz="2000" b="1" dirty="0">
                <a:solidFill>
                  <a:srgbClr val="0070C0"/>
                </a:solidFill>
                <a:latin typeface="Kanit" panose="00000500000000000000" pitchFamily="2" charset="-34"/>
                <a:cs typeface="Kanit" panose="00000500000000000000" pitchFamily="2" charset="-34"/>
                <a:sym typeface="Wingdings" panose="05000000000000000000" pitchFamily="2" charset="2"/>
              </a:rPr>
              <a:t>OCR  DU/IXP/</a:t>
            </a:r>
            <a:r>
              <a:rPr lang="en-US" sz="2000" b="1" dirty="0">
                <a:solidFill>
                  <a:srgbClr val="00B050"/>
                </a:solidFill>
                <a:latin typeface="Kanit" panose="00000500000000000000" pitchFamily="2" charset="-34"/>
                <a:cs typeface="Kanit" panose="00000500000000000000" pitchFamily="2" charset="-34"/>
                <a:sym typeface="Wingdings" panose="05000000000000000000" pitchFamily="2" charset="2"/>
              </a:rPr>
              <a:t>MCP Server + Claude AI  </a:t>
            </a:r>
            <a:endParaRPr sz="2000" b="1" dirty="0">
              <a:solidFill>
                <a:srgbClr val="00B050"/>
              </a:solidFill>
              <a:latin typeface="Kanit" panose="00000500000000000000" pitchFamily="2" charset="-34"/>
              <a:cs typeface="Kanit" panose="00000500000000000000" pitchFamily="2" charset="-34"/>
            </a:endParaRPr>
          </a:p>
        </p:txBody>
      </p:sp>
      <p:sp>
        <p:nvSpPr>
          <p:cNvPr id="96" name="Slide Number Placeholder 1">
            <a:extLst>
              <a:ext uri="{FF2B5EF4-FFF2-40B4-BE49-F238E27FC236}">
                <a16:creationId xmlns:a16="http://schemas.microsoft.com/office/drawing/2014/main" id="{D2C6BA73-EE3C-FC0A-0BF9-D76764BADCB2}"/>
              </a:ext>
            </a:extLst>
          </p:cNvPr>
          <p:cNvSpPr txBox="1">
            <a:spLocks/>
          </p:cNvSpPr>
          <p:nvPr/>
        </p:nvSpPr>
        <p:spPr>
          <a:xfrm>
            <a:off x="10728900" y="6600237"/>
            <a:ext cx="1422400" cy="2434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46">
              <a:defRPr/>
            </a:pPr>
            <a:fld id="{5E5634F8-C5C6-4843-9A92-B93B76582613}" type="slidenum">
              <a:rPr lang="en-US" sz="1333" smtClean="0">
                <a:solidFill>
                  <a:prstClr val="black"/>
                </a:solidFill>
                <a:latin typeface="Poppins" panose="00000500000000000000" pitchFamily="2" charset="0"/>
                <a:cs typeface="Poppins" panose="00000500000000000000" pitchFamily="2" charset="0"/>
              </a:rPr>
              <a:pPr algn="r" defTabSz="914446">
                <a:defRPr/>
              </a:pPr>
              <a:t>13</a:t>
            </a:fld>
            <a:endParaRPr lang="en-US" sz="1333" dirty="0">
              <a:solidFill>
                <a:prstClr val="black"/>
              </a:solidFill>
              <a:latin typeface="Poppins" panose="00000500000000000000" pitchFamily="2" charset="0"/>
              <a:cs typeface="Poppins" panose="00000500000000000000" pitchFamily="2" charset="0"/>
            </a:endParaRPr>
          </a:p>
        </p:txBody>
      </p:sp>
      <p:sp>
        <p:nvSpPr>
          <p:cNvPr id="159" name="diff-bg-2">
            <a:extLst>
              <a:ext uri="{FF2B5EF4-FFF2-40B4-BE49-F238E27FC236}">
                <a16:creationId xmlns:a16="http://schemas.microsoft.com/office/drawing/2014/main" id="{71123ADA-E94F-6939-F19D-DEEBB338BAFB}"/>
              </a:ext>
            </a:extLst>
          </p:cNvPr>
          <p:cNvSpPr>
            <a:spLocks noGrp="1"/>
          </p:cNvSpPr>
          <p:nvPr/>
        </p:nvSpPr>
        <p:spPr>
          <a:xfrm>
            <a:off x="5429250" y="2567178"/>
            <a:ext cx="952500" cy="295275"/>
          </a:xfrm>
          <a:prstGeom prst="roundRect">
            <a:avLst>
              <a:gd name="adj" fmla="val 50000"/>
            </a:avLst>
          </a:prstGeom>
          <a:solidFill>
            <a:srgbClr val="E4EDF4"/>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62" name="diff-2">
            <a:extLst>
              <a:ext uri="{FF2B5EF4-FFF2-40B4-BE49-F238E27FC236}">
                <a16:creationId xmlns:a16="http://schemas.microsoft.com/office/drawing/2014/main" id="{FD3C675A-1C6C-79A3-2DBA-250B61C2FCC8}"/>
              </a:ext>
            </a:extLst>
          </p:cNvPr>
          <p:cNvSpPr>
            <a:spLocks noGrp="1"/>
          </p:cNvSpPr>
          <p:nvPr/>
        </p:nvSpPr>
        <p:spPr>
          <a:xfrm>
            <a:off x="5429250" y="2624328"/>
            <a:ext cx="952500" cy="171450"/>
          </a:xfrm>
          <a:prstGeom prst="rect">
            <a:avLst/>
          </a:prstGeom>
          <a:noFill/>
          <a:ln w="0">
            <a:noFill/>
            <a:prstDash val="solid"/>
          </a:ln>
        </p:spPr>
        <p:txBody>
          <a:bodyPr anchor="ctr"/>
          <a:lstStyle/>
          <a:p>
            <a:pPr algn="ctr">
              <a:defRPr sz="975" b="1">
                <a:solidFill>
                  <a:srgbClr val="27657A"/>
                </a:solidFill>
              </a:defRPr>
            </a:pPr>
            <a:r>
              <a:rPr sz="975" b="1" dirty="0">
                <a:solidFill>
                  <a:srgbClr val="27657A"/>
                </a:solidFill>
                <a:latin typeface="Kanit" panose="00000500000000000000" pitchFamily="2" charset="-34"/>
                <a:cs typeface="Kanit" panose="00000500000000000000" pitchFamily="2" charset="-34"/>
              </a:rPr>
              <a:t>Medium</a:t>
            </a:r>
          </a:p>
        </p:txBody>
      </p:sp>
      <p:sp>
        <p:nvSpPr>
          <p:cNvPr id="166" name="tech-2">
            <a:extLst>
              <a:ext uri="{FF2B5EF4-FFF2-40B4-BE49-F238E27FC236}">
                <a16:creationId xmlns:a16="http://schemas.microsoft.com/office/drawing/2014/main" id="{9A3A7A1B-57BF-D1F8-6578-A2033752DA60}"/>
              </a:ext>
            </a:extLst>
          </p:cNvPr>
          <p:cNvSpPr>
            <a:spLocks noGrp="1"/>
          </p:cNvSpPr>
          <p:nvPr/>
        </p:nvSpPr>
        <p:spPr>
          <a:xfrm>
            <a:off x="3248025" y="3676650"/>
            <a:ext cx="1962150" cy="361950"/>
          </a:xfrm>
          <a:prstGeom prst="rect">
            <a:avLst/>
          </a:prstGeom>
          <a:noFill/>
          <a:ln w="0">
            <a:noFill/>
            <a:prstDash val="solid"/>
          </a:ln>
        </p:spPr>
        <p:txBody>
          <a:bodyPr anchor="ctr"/>
          <a:lstStyle/>
          <a:p>
            <a:pPr algn="l">
              <a:defRPr sz="1050" b="1">
                <a:solidFill>
                  <a:srgbClr val="0A8F62"/>
                </a:solidFill>
              </a:defRPr>
            </a:pPr>
            <a:r>
              <a:rPr sz="1050" b="1" dirty="0">
                <a:solidFill>
                  <a:srgbClr val="0A8F62"/>
                </a:solidFill>
                <a:latin typeface="Kanit" panose="00000500000000000000" pitchFamily="2" charset="-34"/>
                <a:cs typeface="Kanit" panose="00000500000000000000" pitchFamily="2" charset="-34"/>
              </a:rPr>
              <a:t>RPA + </a:t>
            </a:r>
            <a:r>
              <a:rPr lang="en-US" sz="1050" b="1" dirty="0">
                <a:solidFill>
                  <a:srgbClr val="0070C0"/>
                </a:solidFill>
                <a:latin typeface="Kanit" panose="00000500000000000000" pitchFamily="2" charset="-34"/>
                <a:cs typeface="Kanit" panose="00000500000000000000" pitchFamily="2" charset="-34"/>
              </a:rPr>
              <a:t>D365</a:t>
            </a:r>
            <a:r>
              <a:rPr sz="1050" b="1" dirty="0">
                <a:solidFill>
                  <a:srgbClr val="0070C0"/>
                </a:solidFill>
                <a:latin typeface="Kanit" panose="00000500000000000000" pitchFamily="2" charset="-34"/>
                <a:cs typeface="Kanit" panose="00000500000000000000" pitchFamily="2" charset="-34"/>
              </a:rPr>
              <a:t> </a:t>
            </a:r>
            <a:r>
              <a:rPr lang="en-US" sz="1050" b="1" dirty="0">
                <a:solidFill>
                  <a:srgbClr val="0070C0"/>
                </a:solidFill>
                <a:latin typeface="Kanit" panose="00000500000000000000" pitchFamily="2" charset="-34"/>
                <a:cs typeface="Kanit" panose="00000500000000000000" pitchFamily="2" charset="-34"/>
              </a:rPr>
              <a:t> </a:t>
            </a:r>
            <a:endParaRPr sz="1050" b="1" dirty="0">
              <a:solidFill>
                <a:srgbClr val="0070C0"/>
              </a:solidFill>
              <a:latin typeface="Kanit" panose="00000500000000000000" pitchFamily="2" charset="-34"/>
              <a:cs typeface="Kanit" panose="00000500000000000000" pitchFamily="2" charset="-34"/>
            </a:endParaRPr>
          </a:p>
        </p:txBody>
      </p:sp>
    </p:spTree>
    <p:extLst>
      <p:ext uri="{BB962C8B-B14F-4D97-AF65-F5344CB8AC3E}">
        <p14:creationId xmlns:p14="http://schemas.microsoft.com/office/powerpoint/2010/main" val="249338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AA1A9E99-3605-4153-AEBF-83C3BB971408}"/>
              </a:ext>
            </a:extLst>
          </p:cNvPr>
          <p:cNvSpPr>
            <a:spLocks noGrp="1"/>
          </p:cNvSpPr>
          <p:nvPr/>
        </p:nvSpPr>
        <p:spPr>
          <a:xfrm>
            <a:off x="0" y="0"/>
            <a:ext cx="12192000" cy="76200"/>
          </a:xfrm>
          <a:prstGeom prst="rect">
            <a:avLst/>
          </a:prstGeom>
          <a:solidFill>
            <a:srgbClr val="008F62"/>
          </a:solidFill>
          <a:ln w="0">
            <a:noFill/>
            <a:prstDash val="solid"/>
          </a:ln>
        </p:spPr>
        <p:txBody>
          <a:bodyPr/>
          <a:lstStyle/>
          <a:p>
            <a:endParaRPr lang="en-US"/>
          </a:p>
        </p:txBody>
      </p:sp>
      <p:sp>
        <p:nvSpPr>
          <p:cNvPr id="2" name="Rectangle 1">
            <a:extLst>
              <a:ext uri="{FF2B5EF4-FFF2-40B4-BE49-F238E27FC236}">
                <a16:creationId xmlns:a16="http://schemas.microsoft.com/office/drawing/2014/main" id="{DD7F2B97-ED34-452F-B8B7-5518C9B27F2C}"/>
              </a:ext>
            </a:extLst>
          </p:cNvPr>
          <p:cNvSpPr>
            <a:spLocks noGrp="1"/>
          </p:cNvSpPr>
          <p:nvPr/>
        </p:nvSpPr>
        <p:spPr>
          <a:xfrm>
            <a:off x="514350" y="228600"/>
            <a:ext cx="6858000" cy="209550"/>
          </a:xfrm>
          <a:prstGeom prst="rect">
            <a:avLst/>
          </a:prstGeom>
          <a:noFill/>
          <a:ln w="0">
            <a:noFill/>
            <a:prstDash val="solid"/>
          </a:ln>
        </p:spPr>
        <p:txBody>
          <a:bodyPr anchor="ctr"/>
          <a:lstStyle/>
          <a:p>
            <a:pPr algn="l">
              <a:defRPr sz="900" b="1">
                <a:solidFill>
                  <a:srgbClr val="008F62"/>
                </a:solidFill>
              </a:defRPr>
            </a:pPr>
            <a:r>
              <a:rPr sz="900" b="1">
                <a:solidFill>
                  <a:srgbClr val="008F62"/>
                </a:solidFill>
              </a:rPr>
              <a:t>IMPLEMENTATION ROADMAP | QUICK WINS → SCALE</a:t>
            </a:r>
          </a:p>
        </p:txBody>
      </p:sp>
      <p:sp>
        <p:nvSpPr>
          <p:cNvPr id="3" name="Rectangle 2">
            <a:extLst>
              <a:ext uri="{FF2B5EF4-FFF2-40B4-BE49-F238E27FC236}">
                <a16:creationId xmlns:a16="http://schemas.microsoft.com/office/drawing/2014/main" id="{F9CC7919-7607-4D98-8C94-BF12319C73F6}"/>
              </a:ext>
            </a:extLst>
          </p:cNvPr>
          <p:cNvSpPr>
            <a:spLocks noGrp="1"/>
          </p:cNvSpPr>
          <p:nvPr/>
        </p:nvSpPr>
        <p:spPr>
          <a:xfrm>
            <a:off x="514350" y="457200"/>
            <a:ext cx="10001250" cy="457200"/>
          </a:xfrm>
          <a:prstGeom prst="rect">
            <a:avLst/>
          </a:prstGeom>
          <a:noFill/>
          <a:ln w="0">
            <a:noFill/>
            <a:prstDash val="solid"/>
          </a:ln>
        </p:spPr>
        <p:txBody>
          <a:bodyPr anchor="ctr"/>
          <a:lstStyle/>
          <a:p>
            <a:pPr algn="l">
              <a:defRPr sz="2400" b="1">
                <a:solidFill>
                  <a:srgbClr val="173F37"/>
                </a:solidFill>
              </a:defRPr>
            </a:pPr>
            <a:r>
              <a:rPr sz="2400" b="1">
                <a:solidFill>
                  <a:srgbClr val="173F37"/>
                </a:solidFill>
                <a:latin typeface="Kanit" panose="00000500000000000000" pitchFamily="2" charset="-34"/>
                <a:cs typeface="Kanit" panose="00000500000000000000" pitchFamily="2" charset="-34"/>
              </a:rPr>
              <a:t>Prove value early — then scale with confidence</a:t>
            </a:r>
          </a:p>
        </p:txBody>
      </p:sp>
      <p:sp>
        <p:nvSpPr>
          <p:cNvPr id="4" name="Rectangle 3">
            <a:extLst>
              <a:ext uri="{FF2B5EF4-FFF2-40B4-BE49-F238E27FC236}">
                <a16:creationId xmlns:a16="http://schemas.microsoft.com/office/drawing/2014/main" id="{3174C86A-AAE3-4D6F-BF62-50090E16D578}"/>
              </a:ext>
            </a:extLst>
          </p:cNvPr>
          <p:cNvSpPr>
            <a:spLocks noGrp="1"/>
          </p:cNvSpPr>
          <p:nvPr/>
        </p:nvSpPr>
        <p:spPr>
          <a:xfrm>
            <a:off x="514350" y="914400"/>
            <a:ext cx="10287000" cy="304800"/>
          </a:xfrm>
          <a:prstGeom prst="rect">
            <a:avLst/>
          </a:prstGeom>
          <a:noFill/>
          <a:ln w="0">
            <a:noFill/>
            <a:prstDash val="solid"/>
          </a:ln>
        </p:spPr>
        <p:txBody>
          <a:bodyPr anchor="ctr"/>
          <a:lstStyle/>
          <a:p>
            <a:pPr algn="l">
              <a:defRPr sz="1200" b="0">
                <a:solidFill>
                  <a:srgbClr val="667B77"/>
                </a:solidFill>
              </a:defRPr>
            </a:pPr>
            <a:r>
              <a:rPr sz="1200" b="0">
                <a:solidFill>
                  <a:srgbClr val="667B77"/>
                </a:solidFill>
                <a:latin typeface="Kanit" panose="00000500000000000000" pitchFamily="2" charset="-34"/>
                <a:cs typeface="Kanit" panose="00000500000000000000" pitchFamily="2" charset="-34"/>
              </a:rPr>
              <a:t>Deliver quick wins to validate the operating model before expanding complex Integration and AI/OCR</a:t>
            </a:r>
          </a:p>
        </p:txBody>
      </p:sp>
      <p:sp>
        <p:nvSpPr>
          <p:cNvPr id="8" name="Rectangle: Rounded Corners 7">
            <a:extLst>
              <a:ext uri="{FF2B5EF4-FFF2-40B4-BE49-F238E27FC236}">
                <a16:creationId xmlns:a16="http://schemas.microsoft.com/office/drawing/2014/main" id="{E5B12D74-27B6-4F60-BEBD-9825356D83C9}"/>
              </a:ext>
            </a:extLst>
          </p:cNvPr>
          <p:cNvSpPr>
            <a:spLocks noGrp="1"/>
          </p:cNvSpPr>
          <p:nvPr/>
        </p:nvSpPr>
        <p:spPr>
          <a:xfrm>
            <a:off x="514350" y="1466850"/>
            <a:ext cx="5143500" cy="552450"/>
          </a:xfrm>
          <a:prstGeom prst="roundRect">
            <a:avLst>
              <a:gd name="adj" fmla="val 20690"/>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9" name="Rectangle 8">
            <a:extLst>
              <a:ext uri="{FF2B5EF4-FFF2-40B4-BE49-F238E27FC236}">
                <a16:creationId xmlns:a16="http://schemas.microsoft.com/office/drawing/2014/main" id="{69D5B6EE-5F41-4A03-AF79-C695208449D7}"/>
              </a:ext>
            </a:extLst>
          </p:cNvPr>
          <p:cNvSpPr>
            <a:spLocks noGrp="1"/>
          </p:cNvSpPr>
          <p:nvPr/>
        </p:nvSpPr>
        <p:spPr>
          <a:xfrm>
            <a:off x="742950" y="1562100"/>
            <a:ext cx="2952750" cy="266700"/>
          </a:xfrm>
          <a:prstGeom prst="rect">
            <a:avLst/>
          </a:prstGeom>
          <a:noFill/>
          <a:ln w="0">
            <a:noFill/>
            <a:prstDash val="solid"/>
          </a:ln>
        </p:spPr>
        <p:txBody>
          <a:bodyPr anchor="ctr"/>
          <a:lstStyle/>
          <a:p>
            <a:pPr algn="l">
              <a:defRPr sz="1725" b="1">
                <a:solidFill>
                  <a:srgbClr val="FFFFFF"/>
                </a:solidFill>
              </a:defRPr>
            </a:pPr>
            <a:r>
              <a:rPr sz="1725" b="1">
                <a:solidFill>
                  <a:srgbClr val="FFFFFF"/>
                </a:solidFill>
                <a:latin typeface="Kanit" panose="00000500000000000000" pitchFamily="2" charset="-34"/>
                <a:cs typeface="Kanit" panose="00000500000000000000" pitchFamily="2" charset="-34"/>
              </a:rPr>
              <a:t>PHASE 1  |  QUICK WINS</a:t>
            </a:r>
          </a:p>
        </p:txBody>
      </p:sp>
      <p:sp>
        <p:nvSpPr>
          <p:cNvPr id="10" name="Rectangle 9">
            <a:extLst>
              <a:ext uri="{FF2B5EF4-FFF2-40B4-BE49-F238E27FC236}">
                <a16:creationId xmlns:a16="http://schemas.microsoft.com/office/drawing/2014/main" id="{C1FD3A67-1803-4325-BE76-378C06BED9B2}"/>
              </a:ext>
            </a:extLst>
          </p:cNvPr>
          <p:cNvSpPr>
            <a:spLocks noGrp="1"/>
          </p:cNvSpPr>
          <p:nvPr/>
        </p:nvSpPr>
        <p:spPr>
          <a:xfrm>
            <a:off x="742950" y="1838325"/>
            <a:ext cx="4286250" cy="209550"/>
          </a:xfrm>
          <a:prstGeom prst="rect">
            <a:avLst/>
          </a:prstGeom>
          <a:noFill/>
          <a:ln w="0">
            <a:noFill/>
            <a:prstDash val="solid"/>
          </a:ln>
        </p:spPr>
        <p:txBody>
          <a:bodyPr anchor="ctr"/>
          <a:lstStyle/>
          <a:p>
            <a:pPr algn="l">
              <a:defRPr sz="975" b="0">
                <a:solidFill>
                  <a:srgbClr val="FFFFFF"/>
                </a:solidFill>
              </a:defRPr>
            </a:pPr>
            <a:r>
              <a:rPr sz="975" b="0">
                <a:solidFill>
                  <a:srgbClr val="FFFFFF"/>
                </a:solidFill>
                <a:latin typeface="Kanit" panose="00000500000000000000" pitchFamily="2" charset="-34"/>
                <a:cs typeface="Kanit" panose="00000500000000000000" pitchFamily="2" charset="-34"/>
              </a:rPr>
              <a:t>Prove value • Set standards • Build confidence</a:t>
            </a:r>
          </a:p>
        </p:txBody>
      </p:sp>
      <p:sp>
        <p:nvSpPr>
          <p:cNvPr id="11" name="Rectangle: Rounded Corners 10">
            <a:extLst>
              <a:ext uri="{FF2B5EF4-FFF2-40B4-BE49-F238E27FC236}">
                <a16:creationId xmlns:a16="http://schemas.microsoft.com/office/drawing/2014/main" id="{41D9BE6E-CEC4-4AFF-B0EC-463BE8D47526}"/>
              </a:ext>
            </a:extLst>
          </p:cNvPr>
          <p:cNvSpPr>
            <a:spLocks noGrp="1"/>
          </p:cNvSpPr>
          <p:nvPr/>
        </p:nvSpPr>
        <p:spPr>
          <a:xfrm>
            <a:off x="6534150" y="1466850"/>
            <a:ext cx="5143500" cy="552450"/>
          </a:xfrm>
          <a:prstGeom prst="roundRect">
            <a:avLst>
              <a:gd name="adj" fmla="val 20690"/>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2" name="Rectangle 11">
            <a:extLst>
              <a:ext uri="{FF2B5EF4-FFF2-40B4-BE49-F238E27FC236}">
                <a16:creationId xmlns:a16="http://schemas.microsoft.com/office/drawing/2014/main" id="{B7D09D41-642C-4E04-8950-C6B81DC3905E}"/>
              </a:ext>
            </a:extLst>
          </p:cNvPr>
          <p:cNvSpPr>
            <a:spLocks noGrp="1"/>
          </p:cNvSpPr>
          <p:nvPr/>
        </p:nvSpPr>
        <p:spPr>
          <a:xfrm>
            <a:off x="6762750" y="1562100"/>
            <a:ext cx="2667000" cy="266700"/>
          </a:xfrm>
          <a:prstGeom prst="rect">
            <a:avLst/>
          </a:prstGeom>
          <a:noFill/>
          <a:ln w="0">
            <a:noFill/>
            <a:prstDash val="solid"/>
          </a:ln>
        </p:spPr>
        <p:txBody>
          <a:bodyPr anchor="ctr"/>
          <a:lstStyle/>
          <a:p>
            <a:pPr algn="l">
              <a:defRPr sz="1725" b="1">
                <a:solidFill>
                  <a:srgbClr val="FFFFFF"/>
                </a:solidFill>
              </a:defRPr>
            </a:pPr>
            <a:r>
              <a:rPr sz="1725" b="1">
                <a:solidFill>
                  <a:srgbClr val="FFFFFF"/>
                </a:solidFill>
                <a:latin typeface="Kanit" panose="00000500000000000000" pitchFamily="2" charset="-34"/>
                <a:cs typeface="Kanit" panose="00000500000000000000" pitchFamily="2" charset="-34"/>
              </a:rPr>
              <a:t>PHASE 2  |  SCALE</a:t>
            </a:r>
          </a:p>
        </p:txBody>
      </p:sp>
      <p:sp>
        <p:nvSpPr>
          <p:cNvPr id="13" name="Rectangle 12">
            <a:extLst>
              <a:ext uri="{FF2B5EF4-FFF2-40B4-BE49-F238E27FC236}">
                <a16:creationId xmlns:a16="http://schemas.microsoft.com/office/drawing/2014/main" id="{7A35AA56-75A7-45D7-BD39-70833795ACE0}"/>
              </a:ext>
            </a:extLst>
          </p:cNvPr>
          <p:cNvSpPr>
            <a:spLocks noGrp="1"/>
          </p:cNvSpPr>
          <p:nvPr/>
        </p:nvSpPr>
        <p:spPr>
          <a:xfrm>
            <a:off x="6762750" y="1838325"/>
            <a:ext cx="4095750" cy="209550"/>
          </a:xfrm>
          <a:prstGeom prst="rect">
            <a:avLst/>
          </a:prstGeom>
          <a:noFill/>
          <a:ln w="0">
            <a:noFill/>
            <a:prstDash val="solid"/>
          </a:ln>
        </p:spPr>
        <p:txBody>
          <a:bodyPr anchor="ctr"/>
          <a:lstStyle/>
          <a:p>
            <a:pPr algn="l">
              <a:defRPr sz="975" b="0">
                <a:solidFill>
                  <a:srgbClr val="FFFFFF"/>
                </a:solidFill>
              </a:defRPr>
            </a:pPr>
            <a:r>
              <a:rPr sz="975" b="0">
                <a:solidFill>
                  <a:srgbClr val="FFFFFF"/>
                </a:solidFill>
                <a:latin typeface="Kanit" panose="00000500000000000000" pitchFamily="2" charset="-34"/>
                <a:cs typeface="Kanit" panose="00000500000000000000" pitchFamily="2" charset="-34"/>
              </a:rPr>
              <a:t>Scale Integration • AI/OCR • Analytics</a:t>
            </a:r>
          </a:p>
        </p:txBody>
      </p:sp>
      <p:sp>
        <p:nvSpPr>
          <p:cNvPr id="14" name="Arrow: Chevron 13">
            <a:extLst>
              <a:ext uri="{FF2B5EF4-FFF2-40B4-BE49-F238E27FC236}">
                <a16:creationId xmlns:a16="http://schemas.microsoft.com/office/drawing/2014/main" id="{81A3FFD9-9B6B-4507-95CF-B42F0FDD57D3}"/>
              </a:ext>
            </a:extLst>
          </p:cNvPr>
          <p:cNvSpPr>
            <a:spLocks noGrp="1"/>
          </p:cNvSpPr>
          <p:nvPr/>
        </p:nvSpPr>
        <p:spPr>
          <a:xfrm>
            <a:off x="5810250" y="1571625"/>
            <a:ext cx="552450" cy="361950"/>
          </a:xfrm>
          <a:prstGeom prst="chevron">
            <a:avLst/>
          </a:prstGeom>
          <a:solidFill>
            <a:srgbClr val="D88928"/>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5" name="Rectangle: Rounded Corners 14">
            <a:extLst>
              <a:ext uri="{FF2B5EF4-FFF2-40B4-BE49-F238E27FC236}">
                <a16:creationId xmlns:a16="http://schemas.microsoft.com/office/drawing/2014/main" id="{2D98063A-1D99-4F20-BBC9-B18D4AFA670B}"/>
              </a:ext>
            </a:extLst>
          </p:cNvPr>
          <p:cNvSpPr>
            <a:spLocks noGrp="1"/>
          </p:cNvSpPr>
          <p:nvPr/>
        </p:nvSpPr>
        <p:spPr>
          <a:xfrm>
            <a:off x="514350" y="2209800"/>
            <a:ext cx="5143500" cy="676275"/>
          </a:xfrm>
          <a:prstGeom prst="roundRect">
            <a:avLst>
              <a:gd name="adj" fmla="val 11268"/>
            </a:avLst>
          </a:prstGeom>
          <a:solidFill>
            <a:srgbClr val="E8F5F0"/>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6" name="Oval 15">
            <a:extLst>
              <a:ext uri="{FF2B5EF4-FFF2-40B4-BE49-F238E27FC236}">
                <a16:creationId xmlns:a16="http://schemas.microsoft.com/office/drawing/2014/main" id="{917CEEBA-C984-4B70-99BC-5614771A6AF0}"/>
              </a:ext>
            </a:extLst>
          </p:cNvPr>
          <p:cNvSpPr>
            <a:spLocks noGrp="1"/>
          </p:cNvSpPr>
          <p:nvPr/>
        </p:nvSpPr>
        <p:spPr>
          <a:xfrm>
            <a:off x="657225" y="2371725"/>
            <a:ext cx="361950" cy="361950"/>
          </a:xfrm>
          <a:prstGeom prst="ellipse">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7" name="Rectangle 16">
            <a:extLst>
              <a:ext uri="{FF2B5EF4-FFF2-40B4-BE49-F238E27FC236}">
                <a16:creationId xmlns:a16="http://schemas.microsoft.com/office/drawing/2014/main" id="{C7D28E03-7B65-4759-A215-24ED8F7D2BC1}"/>
              </a:ext>
            </a:extLst>
          </p:cNvPr>
          <p:cNvSpPr>
            <a:spLocks noGrp="1"/>
          </p:cNvSpPr>
          <p:nvPr/>
        </p:nvSpPr>
        <p:spPr>
          <a:xfrm>
            <a:off x="657225" y="2419350"/>
            <a:ext cx="361950" cy="24765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Kanit" panose="00000500000000000000" pitchFamily="2" charset="-34"/>
                <a:cs typeface="Kanit" panose="00000500000000000000" pitchFamily="2" charset="-34"/>
              </a:rPr>
              <a:t>6</a:t>
            </a:r>
          </a:p>
        </p:txBody>
      </p:sp>
      <p:sp>
        <p:nvSpPr>
          <p:cNvPr id="18" name="Rectangle 17">
            <a:extLst>
              <a:ext uri="{FF2B5EF4-FFF2-40B4-BE49-F238E27FC236}">
                <a16:creationId xmlns:a16="http://schemas.microsoft.com/office/drawing/2014/main" id="{47B7BD67-8CDE-44A5-AC41-E6CED05080CA}"/>
              </a:ext>
            </a:extLst>
          </p:cNvPr>
          <p:cNvSpPr>
            <a:spLocks noGrp="1"/>
          </p:cNvSpPr>
          <p:nvPr/>
        </p:nvSpPr>
        <p:spPr>
          <a:xfrm>
            <a:off x="1143000" y="2295525"/>
            <a:ext cx="3429000" cy="304800"/>
          </a:xfrm>
          <a:prstGeom prst="rect">
            <a:avLst/>
          </a:prstGeom>
          <a:noFill/>
          <a:ln w="0">
            <a:noFill/>
            <a:prstDash val="solid"/>
          </a:ln>
        </p:spPr>
        <p:txBody>
          <a:bodyPr anchor="ctr"/>
          <a:lstStyle/>
          <a:p>
            <a:pPr algn="l">
              <a:defRPr sz="1200" b="1">
                <a:solidFill>
                  <a:srgbClr val="193B36"/>
                </a:solidFill>
              </a:defRPr>
            </a:pPr>
            <a:r>
              <a:rPr sz="1200" b="1">
                <a:solidFill>
                  <a:srgbClr val="193B36"/>
                </a:solidFill>
                <a:latin typeface="Kanit" panose="00000500000000000000" pitchFamily="2" charset="-34"/>
                <a:cs typeface="Kanit" panose="00000500000000000000" pitchFamily="2" charset="-34"/>
              </a:rPr>
              <a:t>AR – Billing &amp; Cheque Reminder</a:t>
            </a:r>
          </a:p>
        </p:txBody>
      </p:sp>
      <p:sp>
        <p:nvSpPr>
          <p:cNvPr id="19" name="Rectangle 18">
            <a:extLst>
              <a:ext uri="{FF2B5EF4-FFF2-40B4-BE49-F238E27FC236}">
                <a16:creationId xmlns:a16="http://schemas.microsoft.com/office/drawing/2014/main" id="{BFD3FFBA-66A1-40E8-9DD3-7DBC9D4630C1}"/>
              </a:ext>
            </a:extLst>
          </p:cNvPr>
          <p:cNvSpPr>
            <a:spLocks noGrp="1"/>
          </p:cNvSpPr>
          <p:nvPr/>
        </p:nvSpPr>
        <p:spPr>
          <a:xfrm>
            <a:off x="1143000" y="2581275"/>
            <a:ext cx="3429000" cy="209550"/>
          </a:xfrm>
          <a:prstGeom prst="rect">
            <a:avLst/>
          </a:prstGeom>
          <a:noFill/>
          <a:ln w="0">
            <a:noFill/>
            <a:prstDash val="solid"/>
          </a:ln>
        </p:spPr>
        <p:txBody>
          <a:bodyPr anchor="ctr"/>
          <a:lstStyle/>
          <a:p>
            <a:pPr algn="l">
              <a:defRPr sz="975" b="1">
                <a:solidFill>
                  <a:srgbClr val="008F62"/>
                </a:solidFill>
              </a:defRPr>
            </a:pPr>
            <a:r>
              <a:rPr sz="975" b="1">
                <a:solidFill>
                  <a:srgbClr val="008F62"/>
                </a:solidFill>
                <a:latin typeface="Kanit" panose="00000500000000000000" pitchFamily="2" charset="-34"/>
                <a:cs typeface="Kanit" panose="00000500000000000000" pitchFamily="2" charset="-34"/>
              </a:rPr>
              <a:t>RPA + Outlook</a:t>
            </a:r>
          </a:p>
        </p:txBody>
      </p:sp>
      <p:sp>
        <p:nvSpPr>
          <p:cNvPr id="20" name="Rectangle 19">
            <a:extLst>
              <a:ext uri="{FF2B5EF4-FFF2-40B4-BE49-F238E27FC236}">
                <a16:creationId xmlns:a16="http://schemas.microsoft.com/office/drawing/2014/main" id="{BA178AE7-DE4D-4B80-A76E-3B84E0DA2216}"/>
              </a:ext>
            </a:extLst>
          </p:cNvPr>
          <p:cNvSpPr>
            <a:spLocks noGrp="1"/>
          </p:cNvSpPr>
          <p:nvPr/>
        </p:nvSpPr>
        <p:spPr>
          <a:xfrm>
            <a:off x="4705350" y="2371725"/>
            <a:ext cx="800100" cy="342900"/>
          </a:xfrm>
          <a:prstGeom prst="rect">
            <a:avLst/>
          </a:prstGeom>
          <a:noFill/>
          <a:ln w="0">
            <a:noFill/>
            <a:prstDash val="solid"/>
          </a:ln>
        </p:spPr>
        <p:txBody>
          <a:bodyPr anchor="ctr"/>
          <a:lstStyle/>
          <a:p>
            <a:pPr algn="ctr">
              <a:defRPr sz="1050" b="1">
                <a:solidFill>
                  <a:srgbClr val="667B77"/>
                </a:solidFill>
              </a:defRPr>
            </a:pPr>
            <a:r>
              <a:rPr sz="1050" b="1">
                <a:solidFill>
                  <a:srgbClr val="667B77"/>
                </a:solidFill>
                <a:latin typeface="Kanit" panose="00000500000000000000" pitchFamily="2" charset="-34"/>
                <a:cs typeface="Kanit" panose="00000500000000000000" pitchFamily="2" charset="-34"/>
              </a:rPr>
              <a:t>15–20 MD</a:t>
            </a:r>
          </a:p>
        </p:txBody>
      </p:sp>
      <p:sp>
        <p:nvSpPr>
          <p:cNvPr id="21" name="Rectangle: Rounded Corners 20">
            <a:extLst>
              <a:ext uri="{FF2B5EF4-FFF2-40B4-BE49-F238E27FC236}">
                <a16:creationId xmlns:a16="http://schemas.microsoft.com/office/drawing/2014/main" id="{474EF35C-FB7E-4238-BE1A-BFEDE25AB16C}"/>
              </a:ext>
            </a:extLst>
          </p:cNvPr>
          <p:cNvSpPr>
            <a:spLocks noGrp="1"/>
          </p:cNvSpPr>
          <p:nvPr/>
        </p:nvSpPr>
        <p:spPr>
          <a:xfrm>
            <a:off x="514350" y="2962275"/>
            <a:ext cx="5143500" cy="676275"/>
          </a:xfrm>
          <a:prstGeom prst="roundRect">
            <a:avLst>
              <a:gd name="adj" fmla="val 11268"/>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22" name="Oval 21">
            <a:extLst>
              <a:ext uri="{FF2B5EF4-FFF2-40B4-BE49-F238E27FC236}">
                <a16:creationId xmlns:a16="http://schemas.microsoft.com/office/drawing/2014/main" id="{0FDFA300-A2B2-4634-A97E-6C84AF4E913F}"/>
              </a:ext>
            </a:extLst>
          </p:cNvPr>
          <p:cNvSpPr>
            <a:spLocks noGrp="1"/>
          </p:cNvSpPr>
          <p:nvPr/>
        </p:nvSpPr>
        <p:spPr>
          <a:xfrm>
            <a:off x="657225" y="3124200"/>
            <a:ext cx="361950" cy="361950"/>
          </a:xfrm>
          <a:prstGeom prst="ellipse">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3" name="Rectangle 22">
            <a:extLst>
              <a:ext uri="{FF2B5EF4-FFF2-40B4-BE49-F238E27FC236}">
                <a16:creationId xmlns:a16="http://schemas.microsoft.com/office/drawing/2014/main" id="{24CF3FD8-B1E9-44EF-AC1D-AF4EAF04280D}"/>
              </a:ext>
            </a:extLst>
          </p:cNvPr>
          <p:cNvSpPr>
            <a:spLocks noGrp="1"/>
          </p:cNvSpPr>
          <p:nvPr/>
        </p:nvSpPr>
        <p:spPr>
          <a:xfrm>
            <a:off x="657225" y="3171825"/>
            <a:ext cx="361950" cy="24765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Kanit" panose="00000500000000000000" pitchFamily="2" charset="-34"/>
                <a:cs typeface="Kanit" panose="00000500000000000000" pitchFamily="2" charset="-34"/>
              </a:rPr>
              <a:t>5</a:t>
            </a:r>
          </a:p>
        </p:txBody>
      </p:sp>
      <p:sp>
        <p:nvSpPr>
          <p:cNvPr id="24" name="Rectangle 23">
            <a:extLst>
              <a:ext uri="{FF2B5EF4-FFF2-40B4-BE49-F238E27FC236}">
                <a16:creationId xmlns:a16="http://schemas.microsoft.com/office/drawing/2014/main" id="{1F92F1A2-4288-47C5-AB57-169618CCAD6A}"/>
              </a:ext>
            </a:extLst>
          </p:cNvPr>
          <p:cNvSpPr>
            <a:spLocks noGrp="1"/>
          </p:cNvSpPr>
          <p:nvPr/>
        </p:nvSpPr>
        <p:spPr>
          <a:xfrm>
            <a:off x="1143000" y="3048000"/>
            <a:ext cx="3429000" cy="304800"/>
          </a:xfrm>
          <a:prstGeom prst="rect">
            <a:avLst/>
          </a:prstGeom>
          <a:noFill/>
          <a:ln w="0">
            <a:noFill/>
            <a:prstDash val="solid"/>
          </a:ln>
        </p:spPr>
        <p:txBody>
          <a:bodyPr anchor="ctr"/>
          <a:lstStyle/>
          <a:p>
            <a:pPr algn="l">
              <a:defRPr sz="1200" b="1">
                <a:solidFill>
                  <a:srgbClr val="193B36"/>
                </a:solidFill>
              </a:defRPr>
            </a:pPr>
            <a:r>
              <a:rPr lang="en-US" sz="1200" b="1" dirty="0">
                <a:solidFill>
                  <a:srgbClr val="193B36"/>
                </a:solidFill>
                <a:latin typeface="Kanit" panose="00000500000000000000" pitchFamily="2" charset="-34"/>
                <a:cs typeface="Kanit" panose="00000500000000000000" pitchFamily="2" charset="-34"/>
              </a:rPr>
              <a:t>FN – Bank Reconciliation</a:t>
            </a:r>
          </a:p>
        </p:txBody>
      </p:sp>
      <p:sp>
        <p:nvSpPr>
          <p:cNvPr id="25" name="Rectangle 24">
            <a:extLst>
              <a:ext uri="{FF2B5EF4-FFF2-40B4-BE49-F238E27FC236}">
                <a16:creationId xmlns:a16="http://schemas.microsoft.com/office/drawing/2014/main" id="{B7738352-1C00-43D0-85A9-65DB1A0514B2}"/>
              </a:ext>
            </a:extLst>
          </p:cNvPr>
          <p:cNvSpPr>
            <a:spLocks noGrp="1"/>
          </p:cNvSpPr>
          <p:nvPr/>
        </p:nvSpPr>
        <p:spPr>
          <a:xfrm>
            <a:off x="1143000" y="3333750"/>
            <a:ext cx="3429000" cy="209550"/>
          </a:xfrm>
          <a:prstGeom prst="rect">
            <a:avLst/>
          </a:prstGeom>
          <a:noFill/>
          <a:ln w="0">
            <a:noFill/>
            <a:prstDash val="solid"/>
          </a:ln>
        </p:spPr>
        <p:txBody>
          <a:bodyPr anchor="ctr"/>
          <a:lstStyle/>
          <a:p>
            <a:pPr algn="l">
              <a:defRPr sz="975" b="1">
                <a:solidFill>
                  <a:srgbClr val="008F62"/>
                </a:solidFill>
              </a:defRPr>
            </a:pPr>
            <a:r>
              <a:rPr lang="en-US" sz="975" b="1" dirty="0">
                <a:solidFill>
                  <a:srgbClr val="008F62"/>
                </a:solidFill>
                <a:latin typeface="Kanit" panose="00000500000000000000" pitchFamily="2" charset="-34"/>
                <a:cs typeface="Kanit" panose="00000500000000000000" pitchFamily="2" charset="-34"/>
              </a:rPr>
              <a:t>RPA + Copilot</a:t>
            </a:r>
          </a:p>
        </p:txBody>
      </p:sp>
      <p:sp>
        <p:nvSpPr>
          <p:cNvPr id="26" name="Rectangle 25">
            <a:extLst>
              <a:ext uri="{FF2B5EF4-FFF2-40B4-BE49-F238E27FC236}">
                <a16:creationId xmlns:a16="http://schemas.microsoft.com/office/drawing/2014/main" id="{2DE9918A-EE34-49A4-B801-32B3D30B7DAB}"/>
              </a:ext>
            </a:extLst>
          </p:cNvPr>
          <p:cNvSpPr>
            <a:spLocks noGrp="1"/>
          </p:cNvSpPr>
          <p:nvPr/>
        </p:nvSpPr>
        <p:spPr>
          <a:xfrm>
            <a:off x="4657725" y="3124200"/>
            <a:ext cx="847725" cy="304419"/>
          </a:xfrm>
          <a:prstGeom prst="rect">
            <a:avLst/>
          </a:prstGeom>
          <a:noFill/>
          <a:ln w="0">
            <a:noFill/>
            <a:prstDash val="solid"/>
          </a:ln>
        </p:spPr>
        <p:txBody>
          <a:bodyPr anchor="ctr"/>
          <a:lstStyle/>
          <a:p>
            <a:pPr algn="ctr">
              <a:defRPr sz="1050" b="1">
                <a:solidFill>
                  <a:srgbClr val="667B77"/>
                </a:solidFill>
              </a:defRPr>
            </a:pPr>
            <a:r>
              <a:rPr lang="en-US" sz="1050" b="1" dirty="0">
                <a:solidFill>
                  <a:srgbClr val="667B77"/>
                </a:solidFill>
                <a:latin typeface="Kanit" panose="00000500000000000000" pitchFamily="2" charset="-34"/>
                <a:cs typeface="Kanit" panose="00000500000000000000" pitchFamily="2" charset="-34"/>
              </a:rPr>
              <a:t>30–40 </a:t>
            </a:r>
            <a:r>
              <a:rPr sz="1050" b="1" dirty="0">
                <a:solidFill>
                  <a:srgbClr val="667B77"/>
                </a:solidFill>
                <a:latin typeface="Kanit" panose="00000500000000000000" pitchFamily="2" charset="-34"/>
                <a:cs typeface="Kanit" panose="00000500000000000000" pitchFamily="2" charset="-34"/>
              </a:rPr>
              <a:t>MD</a:t>
            </a:r>
          </a:p>
        </p:txBody>
      </p:sp>
      <p:sp>
        <p:nvSpPr>
          <p:cNvPr id="27" name="Rectangle: Rounded Corners 26">
            <a:extLst>
              <a:ext uri="{FF2B5EF4-FFF2-40B4-BE49-F238E27FC236}">
                <a16:creationId xmlns:a16="http://schemas.microsoft.com/office/drawing/2014/main" id="{09D36B2C-6ECC-4D06-8B86-D94646227A21}"/>
              </a:ext>
            </a:extLst>
          </p:cNvPr>
          <p:cNvSpPr>
            <a:spLocks noGrp="1"/>
          </p:cNvSpPr>
          <p:nvPr/>
        </p:nvSpPr>
        <p:spPr>
          <a:xfrm>
            <a:off x="514350" y="3714750"/>
            <a:ext cx="5143500" cy="676275"/>
          </a:xfrm>
          <a:prstGeom prst="roundRect">
            <a:avLst>
              <a:gd name="adj" fmla="val 11268"/>
            </a:avLst>
          </a:prstGeom>
          <a:solidFill>
            <a:srgbClr val="E8F5F0"/>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28" name="Oval 27">
            <a:extLst>
              <a:ext uri="{FF2B5EF4-FFF2-40B4-BE49-F238E27FC236}">
                <a16:creationId xmlns:a16="http://schemas.microsoft.com/office/drawing/2014/main" id="{34C4240D-9596-499D-B528-7FD296D26C4B}"/>
              </a:ext>
            </a:extLst>
          </p:cNvPr>
          <p:cNvSpPr>
            <a:spLocks noGrp="1"/>
          </p:cNvSpPr>
          <p:nvPr/>
        </p:nvSpPr>
        <p:spPr>
          <a:xfrm>
            <a:off x="657225" y="3876675"/>
            <a:ext cx="361950" cy="361950"/>
          </a:xfrm>
          <a:prstGeom prst="ellipse">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9" name="Rectangle 28">
            <a:extLst>
              <a:ext uri="{FF2B5EF4-FFF2-40B4-BE49-F238E27FC236}">
                <a16:creationId xmlns:a16="http://schemas.microsoft.com/office/drawing/2014/main" id="{5054879F-1359-496A-901F-1CEC877638B5}"/>
              </a:ext>
            </a:extLst>
          </p:cNvPr>
          <p:cNvSpPr>
            <a:spLocks noGrp="1"/>
          </p:cNvSpPr>
          <p:nvPr/>
        </p:nvSpPr>
        <p:spPr>
          <a:xfrm>
            <a:off x="657225" y="3924300"/>
            <a:ext cx="361950" cy="24765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Kanit" panose="00000500000000000000" pitchFamily="2" charset="-34"/>
                <a:cs typeface="Kanit" panose="00000500000000000000" pitchFamily="2" charset="-34"/>
              </a:rPr>
              <a:t>2</a:t>
            </a:r>
          </a:p>
        </p:txBody>
      </p:sp>
      <p:sp>
        <p:nvSpPr>
          <p:cNvPr id="30" name="Rectangle 29">
            <a:extLst>
              <a:ext uri="{FF2B5EF4-FFF2-40B4-BE49-F238E27FC236}">
                <a16:creationId xmlns:a16="http://schemas.microsoft.com/office/drawing/2014/main" id="{F4E140C1-84DD-40A9-8D45-FF46FEA2140D}"/>
              </a:ext>
            </a:extLst>
          </p:cNvPr>
          <p:cNvSpPr>
            <a:spLocks noGrp="1"/>
          </p:cNvSpPr>
          <p:nvPr/>
        </p:nvSpPr>
        <p:spPr>
          <a:xfrm>
            <a:off x="1143000" y="3800475"/>
            <a:ext cx="3429000" cy="304800"/>
          </a:xfrm>
          <a:prstGeom prst="rect">
            <a:avLst/>
          </a:prstGeom>
          <a:noFill/>
          <a:ln w="0">
            <a:noFill/>
            <a:prstDash val="solid"/>
          </a:ln>
        </p:spPr>
        <p:txBody>
          <a:bodyPr anchor="ctr"/>
          <a:lstStyle/>
          <a:p>
            <a:pPr algn="l">
              <a:defRPr sz="1200" b="1">
                <a:solidFill>
                  <a:srgbClr val="193B36"/>
                </a:solidFill>
              </a:defRPr>
            </a:pPr>
            <a:r>
              <a:rPr sz="1200" b="1">
                <a:solidFill>
                  <a:srgbClr val="193B36"/>
                </a:solidFill>
                <a:latin typeface="Kanit" panose="00000500000000000000" pitchFamily="2" charset="-34"/>
                <a:cs typeface="Kanit" panose="00000500000000000000" pitchFamily="2" charset="-34"/>
              </a:rPr>
              <a:t>AP – Intercompany Billing &amp; Expense</a:t>
            </a:r>
          </a:p>
        </p:txBody>
      </p:sp>
      <p:sp>
        <p:nvSpPr>
          <p:cNvPr id="31" name="Rectangle 30">
            <a:extLst>
              <a:ext uri="{FF2B5EF4-FFF2-40B4-BE49-F238E27FC236}">
                <a16:creationId xmlns:a16="http://schemas.microsoft.com/office/drawing/2014/main" id="{B6CC7638-DA10-4132-B4BA-4A6BEF5A2317}"/>
              </a:ext>
            </a:extLst>
          </p:cNvPr>
          <p:cNvSpPr>
            <a:spLocks noGrp="1"/>
          </p:cNvSpPr>
          <p:nvPr/>
        </p:nvSpPr>
        <p:spPr>
          <a:xfrm>
            <a:off x="1143000" y="4086225"/>
            <a:ext cx="3429000" cy="209550"/>
          </a:xfrm>
          <a:prstGeom prst="rect">
            <a:avLst/>
          </a:prstGeom>
          <a:noFill/>
          <a:ln w="0">
            <a:noFill/>
            <a:prstDash val="solid"/>
          </a:ln>
        </p:spPr>
        <p:txBody>
          <a:bodyPr anchor="ctr"/>
          <a:lstStyle/>
          <a:p>
            <a:pPr algn="l">
              <a:defRPr sz="975" b="1">
                <a:solidFill>
                  <a:srgbClr val="008F62"/>
                </a:solidFill>
              </a:defRPr>
            </a:pPr>
            <a:r>
              <a:rPr sz="975" b="1">
                <a:solidFill>
                  <a:srgbClr val="008F62"/>
                </a:solidFill>
                <a:latin typeface="Kanit" panose="00000500000000000000" pitchFamily="2" charset="-34"/>
                <a:cs typeface="Kanit" panose="00000500000000000000" pitchFamily="2" charset="-34"/>
              </a:rPr>
              <a:t>RPA + ERP Workflow</a:t>
            </a:r>
          </a:p>
        </p:txBody>
      </p:sp>
      <p:sp>
        <p:nvSpPr>
          <p:cNvPr id="32" name="Rectangle 31">
            <a:extLst>
              <a:ext uri="{FF2B5EF4-FFF2-40B4-BE49-F238E27FC236}">
                <a16:creationId xmlns:a16="http://schemas.microsoft.com/office/drawing/2014/main" id="{A5A2A68E-4CD7-4026-AFD9-BD6928E274E0}"/>
              </a:ext>
            </a:extLst>
          </p:cNvPr>
          <p:cNvSpPr>
            <a:spLocks noGrp="1"/>
          </p:cNvSpPr>
          <p:nvPr/>
        </p:nvSpPr>
        <p:spPr>
          <a:xfrm>
            <a:off x="4705350" y="3876675"/>
            <a:ext cx="800100" cy="342900"/>
          </a:xfrm>
          <a:prstGeom prst="rect">
            <a:avLst/>
          </a:prstGeom>
          <a:noFill/>
          <a:ln w="0">
            <a:noFill/>
            <a:prstDash val="solid"/>
          </a:ln>
        </p:spPr>
        <p:txBody>
          <a:bodyPr anchor="ctr"/>
          <a:lstStyle/>
          <a:p>
            <a:pPr algn="ctr">
              <a:defRPr sz="1050" b="1">
                <a:solidFill>
                  <a:srgbClr val="667B77"/>
                </a:solidFill>
              </a:defRPr>
            </a:pPr>
            <a:r>
              <a:rPr sz="1050" b="1">
                <a:solidFill>
                  <a:srgbClr val="667B77"/>
                </a:solidFill>
                <a:latin typeface="Kanit" panose="00000500000000000000" pitchFamily="2" charset="-34"/>
                <a:cs typeface="Kanit" panose="00000500000000000000" pitchFamily="2" charset="-34"/>
              </a:rPr>
              <a:t>25–35 MD</a:t>
            </a:r>
          </a:p>
        </p:txBody>
      </p:sp>
      <p:sp>
        <p:nvSpPr>
          <p:cNvPr id="33" name="Rectangle: Rounded Corners 32">
            <a:extLst>
              <a:ext uri="{FF2B5EF4-FFF2-40B4-BE49-F238E27FC236}">
                <a16:creationId xmlns:a16="http://schemas.microsoft.com/office/drawing/2014/main" id="{A74E10FA-FA78-4CE2-84D8-D984F0A8F7FE}"/>
              </a:ext>
            </a:extLst>
          </p:cNvPr>
          <p:cNvSpPr>
            <a:spLocks noGrp="1"/>
          </p:cNvSpPr>
          <p:nvPr/>
        </p:nvSpPr>
        <p:spPr>
          <a:xfrm>
            <a:off x="514350" y="4467225"/>
            <a:ext cx="5143500" cy="676275"/>
          </a:xfrm>
          <a:prstGeom prst="roundRect">
            <a:avLst>
              <a:gd name="adj" fmla="val 11268"/>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34" name="Oval 33">
            <a:extLst>
              <a:ext uri="{FF2B5EF4-FFF2-40B4-BE49-F238E27FC236}">
                <a16:creationId xmlns:a16="http://schemas.microsoft.com/office/drawing/2014/main" id="{2B96616B-66AE-425A-9BB1-CCAD007562F1}"/>
              </a:ext>
            </a:extLst>
          </p:cNvPr>
          <p:cNvSpPr>
            <a:spLocks noGrp="1"/>
          </p:cNvSpPr>
          <p:nvPr/>
        </p:nvSpPr>
        <p:spPr>
          <a:xfrm>
            <a:off x="657225" y="4629150"/>
            <a:ext cx="361950" cy="361950"/>
          </a:xfrm>
          <a:prstGeom prst="ellipse">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5" name="Rectangle 34">
            <a:extLst>
              <a:ext uri="{FF2B5EF4-FFF2-40B4-BE49-F238E27FC236}">
                <a16:creationId xmlns:a16="http://schemas.microsoft.com/office/drawing/2014/main" id="{86330B68-58AF-4D12-AC06-D82AAB03863F}"/>
              </a:ext>
            </a:extLst>
          </p:cNvPr>
          <p:cNvSpPr>
            <a:spLocks noGrp="1"/>
          </p:cNvSpPr>
          <p:nvPr/>
        </p:nvSpPr>
        <p:spPr>
          <a:xfrm>
            <a:off x="657225" y="4676775"/>
            <a:ext cx="361950" cy="24765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Kanit" panose="00000500000000000000" pitchFamily="2" charset="-34"/>
                <a:cs typeface="Kanit" panose="00000500000000000000" pitchFamily="2" charset="-34"/>
              </a:rPr>
              <a:t>1</a:t>
            </a:r>
          </a:p>
        </p:txBody>
      </p:sp>
      <p:sp>
        <p:nvSpPr>
          <p:cNvPr id="36" name="Rectangle 35">
            <a:extLst>
              <a:ext uri="{FF2B5EF4-FFF2-40B4-BE49-F238E27FC236}">
                <a16:creationId xmlns:a16="http://schemas.microsoft.com/office/drawing/2014/main" id="{581702A1-EA46-4CBC-900F-E69311DB4FB4}"/>
              </a:ext>
            </a:extLst>
          </p:cNvPr>
          <p:cNvSpPr>
            <a:spLocks noGrp="1"/>
          </p:cNvSpPr>
          <p:nvPr/>
        </p:nvSpPr>
        <p:spPr>
          <a:xfrm>
            <a:off x="2152650" y="2752344"/>
            <a:ext cx="3429000" cy="304800"/>
          </a:xfrm>
          <a:prstGeom prst="rect">
            <a:avLst/>
          </a:prstGeom>
          <a:noFill/>
          <a:ln w="0">
            <a:noFill/>
            <a:prstDash val="solid"/>
          </a:ln>
        </p:spPr>
        <p:txBody>
          <a:bodyPr anchor="ctr"/>
          <a:lstStyle/>
          <a:p>
            <a:pPr algn="l">
              <a:defRPr sz="1200" b="1">
                <a:solidFill>
                  <a:srgbClr val="193B36"/>
                </a:solidFill>
              </a:defRPr>
            </a:pPr>
            <a:endParaRPr sz="1200" b="1" dirty="0">
              <a:solidFill>
                <a:srgbClr val="193B36"/>
              </a:solidFill>
              <a:latin typeface="Kanit" panose="00000500000000000000" pitchFamily="2" charset="-34"/>
              <a:cs typeface="Kanit" panose="00000500000000000000" pitchFamily="2" charset="-34"/>
            </a:endParaRPr>
          </a:p>
        </p:txBody>
      </p:sp>
      <p:sp>
        <p:nvSpPr>
          <p:cNvPr id="37" name="Rectangle 36">
            <a:extLst>
              <a:ext uri="{FF2B5EF4-FFF2-40B4-BE49-F238E27FC236}">
                <a16:creationId xmlns:a16="http://schemas.microsoft.com/office/drawing/2014/main" id="{27ACA104-07E3-4E26-9A12-1ED206C3F52E}"/>
              </a:ext>
            </a:extLst>
          </p:cNvPr>
          <p:cNvSpPr>
            <a:spLocks noGrp="1"/>
          </p:cNvSpPr>
          <p:nvPr/>
        </p:nvSpPr>
        <p:spPr>
          <a:xfrm>
            <a:off x="1143000" y="4838700"/>
            <a:ext cx="3429000" cy="209550"/>
          </a:xfrm>
          <a:prstGeom prst="rect">
            <a:avLst/>
          </a:prstGeom>
          <a:noFill/>
          <a:ln w="0">
            <a:noFill/>
            <a:prstDash val="solid"/>
          </a:ln>
        </p:spPr>
        <p:txBody>
          <a:bodyPr anchor="ctr"/>
          <a:lstStyle/>
          <a:p>
            <a:pPr algn="l">
              <a:defRPr sz="975" b="1">
                <a:solidFill>
                  <a:srgbClr val="008F62"/>
                </a:solidFill>
              </a:defRPr>
            </a:pPr>
            <a:r>
              <a:rPr lang="en-US" sz="975" b="1" dirty="0">
                <a:solidFill>
                  <a:srgbClr val="008F62"/>
                </a:solidFill>
                <a:latin typeface="Kanit" panose="00000500000000000000" pitchFamily="2" charset="-34"/>
                <a:cs typeface="Kanit" panose="00000500000000000000" pitchFamily="2" charset="-34"/>
              </a:rPr>
              <a:t>ERP + RPA</a:t>
            </a:r>
          </a:p>
        </p:txBody>
      </p:sp>
      <p:sp>
        <p:nvSpPr>
          <p:cNvPr id="38" name="Rectangle 37">
            <a:extLst>
              <a:ext uri="{FF2B5EF4-FFF2-40B4-BE49-F238E27FC236}">
                <a16:creationId xmlns:a16="http://schemas.microsoft.com/office/drawing/2014/main" id="{722DF851-142B-4C71-AC5F-3ACA6B40AA88}"/>
              </a:ext>
            </a:extLst>
          </p:cNvPr>
          <p:cNvSpPr>
            <a:spLocks noGrp="1"/>
          </p:cNvSpPr>
          <p:nvPr/>
        </p:nvSpPr>
        <p:spPr>
          <a:xfrm>
            <a:off x="4657725" y="4629150"/>
            <a:ext cx="847725" cy="342900"/>
          </a:xfrm>
          <a:prstGeom prst="rect">
            <a:avLst/>
          </a:prstGeom>
          <a:noFill/>
          <a:ln w="0">
            <a:noFill/>
            <a:prstDash val="solid"/>
          </a:ln>
        </p:spPr>
        <p:txBody>
          <a:bodyPr anchor="ctr"/>
          <a:lstStyle/>
          <a:p>
            <a:pPr algn="ctr">
              <a:defRPr sz="1050" b="1">
                <a:solidFill>
                  <a:srgbClr val="667B77"/>
                </a:solidFill>
              </a:defRPr>
            </a:pPr>
            <a:r>
              <a:rPr lang="en-US" sz="1050" b="1" dirty="0">
                <a:solidFill>
                  <a:srgbClr val="667B77"/>
                </a:solidFill>
                <a:latin typeface="Kanit" panose="00000500000000000000" pitchFamily="2" charset="-34"/>
                <a:cs typeface="Kanit" panose="00000500000000000000" pitchFamily="2" charset="-34"/>
              </a:rPr>
              <a:t>20–28 </a:t>
            </a:r>
            <a:r>
              <a:rPr sz="1050" b="1" dirty="0">
                <a:solidFill>
                  <a:srgbClr val="667B77"/>
                </a:solidFill>
                <a:latin typeface="Kanit" panose="00000500000000000000" pitchFamily="2" charset="-34"/>
                <a:cs typeface="Kanit" panose="00000500000000000000" pitchFamily="2" charset="-34"/>
              </a:rPr>
              <a:t>MD</a:t>
            </a:r>
          </a:p>
        </p:txBody>
      </p:sp>
      <p:sp>
        <p:nvSpPr>
          <p:cNvPr id="39" name="Rectangle: Rounded Corners 38">
            <a:extLst>
              <a:ext uri="{FF2B5EF4-FFF2-40B4-BE49-F238E27FC236}">
                <a16:creationId xmlns:a16="http://schemas.microsoft.com/office/drawing/2014/main" id="{F8F7DB1C-FFDE-49D3-910B-A4192041CEE7}"/>
              </a:ext>
            </a:extLst>
          </p:cNvPr>
          <p:cNvSpPr>
            <a:spLocks noGrp="1"/>
          </p:cNvSpPr>
          <p:nvPr/>
        </p:nvSpPr>
        <p:spPr>
          <a:xfrm>
            <a:off x="6534150" y="2209800"/>
            <a:ext cx="5143500" cy="676275"/>
          </a:xfrm>
          <a:prstGeom prst="roundRect">
            <a:avLst>
              <a:gd name="adj" fmla="val 11268"/>
            </a:avLst>
          </a:prstGeom>
          <a:solidFill>
            <a:srgbClr val="EEF2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40" name="Oval 39">
            <a:extLst>
              <a:ext uri="{FF2B5EF4-FFF2-40B4-BE49-F238E27FC236}">
                <a16:creationId xmlns:a16="http://schemas.microsoft.com/office/drawing/2014/main" id="{94F88A0D-037C-4101-8156-C176E1FE57B1}"/>
              </a:ext>
            </a:extLst>
          </p:cNvPr>
          <p:cNvSpPr>
            <a:spLocks noGrp="1"/>
          </p:cNvSpPr>
          <p:nvPr/>
        </p:nvSpPr>
        <p:spPr>
          <a:xfrm>
            <a:off x="6677025" y="2371725"/>
            <a:ext cx="361950" cy="361950"/>
          </a:xfrm>
          <a:prstGeom prst="ellipse">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41" name="Rectangle 40">
            <a:extLst>
              <a:ext uri="{FF2B5EF4-FFF2-40B4-BE49-F238E27FC236}">
                <a16:creationId xmlns:a16="http://schemas.microsoft.com/office/drawing/2014/main" id="{6B325762-BB5F-4CC6-94DB-0FCB5E7E1F6F}"/>
              </a:ext>
            </a:extLst>
          </p:cNvPr>
          <p:cNvSpPr>
            <a:spLocks noGrp="1"/>
          </p:cNvSpPr>
          <p:nvPr/>
        </p:nvSpPr>
        <p:spPr>
          <a:xfrm>
            <a:off x="6677025" y="2419350"/>
            <a:ext cx="361950" cy="24765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Kanit" panose="00000500000000000000" pitchFamily="2" charset="-34"/>
                <a:cs typeface="Kanit" panose="00000500000000000000" pitchFamily="2" charset="-34"/>
              </a:rPr>
              <a:t>7</a:t>
            </a:r>
          </a:p>
        </p:txBody>
      </p:sp>
      <p:sp>
        <p:nvSpPr>
          <p:cNvPr id="42" name="Rectangle 41">
            <a:extLst>
              <a:ext uri="{FF2B5EF4-FFF2-40B4-BE49-F238E27FC236}">
                <a16:creationId xmlns:a16="http://schemas.microsoft.com/office/drawing/2014/main" id="{CCC668FC-3188-476F-90D5-A6428B44053E}"/>
              </a:ext>
            </a:extLst>
          </p:cNvPr>
          <p:cNvSpPr>
            <a:spLocks noGrp="1"/>
          </p:cNvSpPr>
          <p:nvPr/>
        </p:nvSpPr>
        <p:spPr>
          <a:xfrm>
            <a:off x="7162800" y="2295525"/>
            <a:ext cx="3429000" cy="304800"/>
          </a:xfrm>
          <a:prstGeom prst="rect">
            <a:avLst/>
          </a:prstGeom>
          <a:noFill/>
          <a:ln w="0">
            <a:noFill/>
            <a:prstDash val="solid"/>
          </a:ln>
        </p:spPr>
        <p:txBody>
          <a:bodyPr anchor="ctr"/>
          <a:lstStyle/>
          <a:p>
            <a:pPr algn="l">
              <a:defRPr sz="1200" b="1">
                <a:solidFill>
                  <a:srgbClr val="193B36"/>
                </a:solidFill>
              </a:defRPr>
            </a:pPr>
            <a:r>
              <a:rPr sz="1200" b="1">
                <a:solidFill>
                  <a:srgbClr val="193B36"/>
                </a:solidFill>
                <a:latin typeface="Kanit" panose="00000500000000000000" pitchFamily="2" charset="-34"/>
                <a:cs typeface="Kanit" panose="00000500000000000000" pitchFamily="2" charset="-34"/>
              </a:rPr>
              <a:t>GL – Card Register PR &amp; FA</a:t>
            </a:r>
          </a:p>
        </p:txBody>
      </p:sp>
      <p:sp>
        <p:nvSpPr>
          <p:cNvPr id="43" name="Rectangle 42">
            <a:extLst>
              <a:ext uri="{FF2B5EF4-FFF2-40B4-BE49-F238E27FC236}">
                <a16:creationId xmlns:a16="http://schemas.microsoft.com/office/drawing/2014/main" id="{EADCBAB3-7CC5-44D2-A971-834CBDFEDC1E}"/>
              </a:ext>
            </a:extLst>
          </p:cNvPr>
          <p:cNvSpPr>
            <a:spLocks noGrp="1"/>
          </p:cNvSpPr>
          <p:nvPr/>
        </p:nvSpPr>
        <p:spPr>
          <a:xfrm>
            <a:off x="7162800" y="2581275"/>
            <a:ext cx="3429000" cy="209550"/>
          </a:xfrm>
          <a:prstGeom prst="rect">
            <a:avLst/>
          </a:prstGeom>
          <a:noFill/>
          <a:ln w="0">
            <a:noFill/>
            <a:prstDash val="solid"/>
          </a:ln>
        </p:spPr>
        <p:txBody>
          <a:bodyPr anchor="ctr"/>
          <a:lstStyle/>
          <a:p>
            <a:pPr algn="l">
              <a:defRPr sz="975" b="1">
                <a:solidFill>
                  <a:srgbClr val="102C46"/>
                </a:solidFill>
              </a:defRPr>
            </a:pPr>
            <a:r>
              <a:rPr sz="975" b="1">
                <a:solidFill>
                  <a:srgbClr val="102C46"/>
                </a:solidFill>
                <a:latin typeface="Kanit" panose="00000500000000000000" pitchFamily="2" charset="-34"/>
                <a:cs typeface="Kanit" panose="00000500000000000000" pitchFamily="2" charset="-34"/>
              </a:rPr>
              <a:t>AI + RPA</a:t>
            </a:r>
          </a:p>
        </p:txBody>
      </p:sp>
      <p:sp>
        <p:nvSpPr>
          <p:cNvPr id="44" name="Rectangle 43">
            <a:extLst>
              <a:ext uri="{FF2B5EF4-FFF2-40B4-BE49-F238E27FC236}">
                <a16:creationId xmlns:a16="http://schemas.microsoft.com/office/drawing/2014/main" id="{0440615F-FDB5-46ED-B515-194BD8D8A633}"/>
              </a:ext>
            </a:extLst>
          </p:cNvPr>
          <p:cNvSpPr>
            <a:spLocks noGrp="1"/>
          </p:cNvSpPr>
          <p:nvPr/>
        </p:nvSpPr>
        <p:spPr>
          <a:xfrm>
            <a:off x="10591800" y="2371725"/>
            <a:ext cx="933450" cy="361950"/>
          </a:xfrm>
          <a:prstGeom prst="rect">
            <a:avLst/>
          </a:prstGeom>
          <a:noFill/>
          <a:ln w="0">
            <a:noFill/>
            <a:prstDash val="solid"/>
          </a:ln>
        </p:spPr>
        <p:txBody>
          <a:bodyPr anchor="ctr"/>
          <a:lstStyle/>
          <a:p>
            <a:pPr algn="ctr">
              <a:defRPr sz="1050" b="1">
                <a:solidFill>
                  <a:srgbClr val="667B77"/>
                </a:solidFill>
              </a:defRPr>
            </a:pPr>
            <a:r>
              <a:rPr sz="1050" b="1" dirty="0">
                <a:solidFill>
                  <a:srgbClr val="667B77"/>
                </a:solidFill>
                <a:latin typeface="Kanit" panose="00000500000000000000" pitchFamily="2" charset="-34"/>
                <a:cs typeface="Kanit" panose="00000500000000000000" pitchFamily="2" charset="-34"/>
              </a:rPr>
              <a:t>30–40 MD</a:t>
            </a:r>
          </a:p>
        </p:txBody>
      </p:sp>
      <p:sp>
        <p:nvSpPr>
          <p:cNvPr id="45" name="Rectangle: Rounded Corners 44">
            <a:extLst>
              <a:ext uri="{FF2B5EF4-FFF2-40B4-BE49-F238E27FC236}">
                <a16:creationId xmlns:a16="http://schemas.microsoft.com/office/drawing/2014/main" id="{645C02C9-FDA4-4C35-B92B-3ADD10B614CC}"/>
              </a:ext>
            </a:extLst>
          </p:cNvPr>
          <p:cNvSpPr>
            <a:spLocks noGrp="1"/>
          </p:cNvSpPr>
          <p:nvPr/>
        </p:nvSpPr>
        <p:spPr>
          <a:xfrm>
            <a:off x="6534150" y="2962275"/>
            <a:ext cx="5143500" cy="676275"/>
          </a:xfrm>
          <a:prstGeom prst="roundRect">
            <a:avLst>
              <a:gd name="adj" fmla="val 11268"/>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46" name="Oval 45">
            <a:extLst>
              <a:ext uri="{FF2B5EF4-FFF2-40B4-BE49-F238E27FC236}">
                <a16:creationId xmlns:a16="http://schemas.microsoft.com/office/drawing/2014/main" id="{4036505A-2AE6-4DCC-B020-A354AD1E551F}"/>
              </a:ext>
            </a:extLst>
          </p:cNvPr>
          <p:cNvSpPr>
            <a:spLocks noGrp="1"/>
          </p:cNvSpPr>
          <p:nvPr/>
        </p:nvSpPr>
        <p:spPr>
          <a:xfrm>
            <a:off x="6677025" y="3124200"/>
            <a:ext cx="361950" cy="361950"/>
          </a:xfrm>
          <a:prstGeom prst="ellipse">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47" name="Rectangle 46">
            <a:extLst>
              <a:ext uri="{FF2B5EF4-FFF2-40B4-BE49-F238E27FC236}">
                <a16:creationId xmlns:a16="http://schemas.microsoft.com/office/drawing/2014/main" id="{D59298FB-303F-4E75-8E79-E2EC3F26BAEA}"/>
              </a:ext>
            </a:extLst>
          </p:cNvPr>
          <p:cNvSpPr>
            <a:spLocks noGrp="1"/>
          </p:cNvSpPr>
          <p:nvPr/>
        </p:nvSpPr>
        <p:spPr>
          <a:xfrm>
            <a:off x="6677025" y="3171825"/>
            <a:ext cx="361950" cy="24765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Kanit" panose="00000500000000000000" pitchFamily="2" charset="-34"/>
                <a:cs typeface="Kanit" panose="00000500000000000000" pitchFamily="2" charset="-34"/>
              </a:rPr>
              <a:t>3</a:t>
            </a:r>
          </a:p>
        </p:txBody>
      </p:sp>
      <p:sp>
        <p:nvSpPr>
          <p:cNvPr id="48" name="Rectangle 47">
            <a:extLst>
              <a:ext uri="{FF2B5EF4-FFF2-40B4-BE49-F238E27FC236}">
                <a16:creationId xmlns:a16="http://schemas.microsoft.com/office/drawing/2014/main" id="{B8361B0C-713E-446D-B15D-8BC329566066}"/>
              </a:ext>
            </a:extLst>
          </p:cNvPr>
          <p:cNvSpPr>
            <a:spLocks noGrp="1"/>
          </p:cNvSpPr>
          <p:nvPr/>
        </p:nvSpPr>
        <p:spPr>
          <a:xfrm>
            <a:off x="7162800" y="3048000"/>
            <a:ext cx="3429000" cy="304800"/>
          </a:xfrm>
          <a:prstGeom prst="rect">
            <a:avLst/>
          </a:prstGeom>
          <a:noFill/>
          <a:ln w="0">
            <a:noFill/>
            <a:prstDash val="solid"/>
          </a:ln>
        </p:spPr>
        <p:txBody>
          <a:bodyPr anchor="ctr"/>
          <a:lstStyle/>
          <a:p>
            <a:pPr algn="l">
              <a:defRPr sz="1200" b="1">
                <a:solidFill>
                  <a:srgbClr val="193B36"/>
                </a:solidFill>
              </a:defRPr>
            </a:pPr>
            <a:r>
              <a:rPr sz="1200" b="1">
                <a:solidFill>
                  <a:srgbClr val="193B36"/>
                </a:solidFill>
                <a:latin typeface="Kanit" panose="00000500000000000000" pitchFamily="2" charset="-34"/>
                <a:cs typeface="Kanit" panose="00000500000000000000" pitchFamily="2" charset="-34"/>
              </a:rPr>
              <a:t>AP – Invoice Processing</a:t>
            </a:r>
          </a:p>
        </p:txBody>
      </p:sp>
      <p:sp>
        <p:nvSpPr>
          <p:cNvPr id="49" name="Rectangle 48">
            <a:extLst>
              <a:ext uri="{FF2B5EF4-FFF2-40B4-BE49-F238E27FC236}">
                <a16:creationId xmlns:a16="http://schemas.microsoft.com/office/drawing/2014/main" id="{15569747-0EBF-48A0-8EE0-B07AB4AA1E25}"/>
              </a:ext>
            </a:extLst>
          </p:cNvPr>
          <p:cNvSpPr>
            <a:spLocks noGrp="1"/>
          </p:cNvSpPr>
          <p:nvPr/>
        </p:nvSpPr>
        <p:spPr>
          <a:xfrm>
            <a:off x="7162800" y="3333750"/>
            <a:ext cx="3429000" cy="209550"/>
          </a:xfrm>
          <a:prstGeom prst="rect">
            <a:avLst/>
          </a:prstGeom>
          <a:noFill/>
          <a:ln w="0">
            <a:noFill/>
            <a:prstDash val="solid"/>
          </a:ln>
        </p:spPr>
        <p:txBody>
          <a:bodyPr anchor="ctr"/>
          <a:lstStyle/>
          <a:p>
            <a:pPr algn="l">
              <a:defRPr sz="975" b="1">
                <a:solidFill>
                  <a:srgbClr val="102C46"/>
                </a:solidFill>
              </a:defRPr>
            </a:pPr>
            <a:r>
              <a:rPr sz="975" b="1">
                <a:solidFill>
                  <a:srgbClr val="102C46"/>
                </a:solidFill>
                <a:latin typeface="Kanit" panose="00000500000000000000" pitchFamily="2" charset="-34"/>
                <a:cs typeface="Kanit" panose="00000500000000000000" pitchFamily="2" charset="-34"/>
              </a:rPr>
              <a:t>RPA + AI/OCR</a:t>
            </a:r>
          </a:p>
        </p:txBody>
      </p:sp>
      <p:sp>
        <p:nvSpPr>
          <p:cNvPr id="50" name="Rectangle 49">
            <a:extLst>
              <a:ext uri="{FF2B5EF4-FFF2-40B4-BE49-F238E27FC236}">
                <a16:creationId xmlns:a16="http://schemas.microsoft.com/office/drawing/2014/main" id="{24DA139D-96E3-41A4-A32D-FA33621DCD17}"/>
              </a:ext>
            </a:extLst>
          </p:cNvPr>
          <p:cNvSpPr>
            <a:spLocks noGrp="1"/>
          </p:cNvSpPr>
          <p:nvPr/>
        </p:nvSpPr>
        <p:spPr>
          <a:xfrm>
            <a:off x="10515600" y="3124200"/>
            <a:ext cx="1009650" cy="361950"/>
          </a:xfrm>
          <a:prstGeom prst="rect">
            <a:avLst/>
          </a:prstGeom>
          <a:noFill/>
          <a:ln w="0">
            <a:noFill/>
            <a:prstDash val="solid"/>
          </a:ln>
        </p:spPr>
        <p:txBody>
          <a:bodyPr anchor="ctr"/>
          <a:lstStyle/>
          <a:p>
            <a:pPr algn="ctr">
              <a:defRPr sz="1050" b="1">
                <a:solidFill>
                  <a:srgbClr val="667B77"/>
                </a:solidFill>
              </a:defRPr>
            </a:pPr>
            <a:r>
              <a:rPr sz="1050" b="1" dirty="0">
                <a:solidFill>
                  <a:srgbClr val="667B77"/>
                </a:solidFill>
                <a:latin typeface="Kanit" panose="00000500000000000000" pitchFamily="2" charset="-34"/>
                <a:cs typeface="Kanit" panose="00000500000000000000" pitchFamily="2" charset="-34"/>
              </a:rPr>
              <a:t>30–40 MD</a:t>
            </a:r>
          </a:p>
        </p:txBody>
      </p:sp>
      <p:sp>
        <p:nvSpPr>
          <p:cNvPr id="51" name="Rectangle: Rounded Corners 50">
            <a:extLst>
              <a:ext uri="{FF2B5EF4-FFF2-40B4-BE49-F238E27FC236}">
                <a16:creationId xmlns:a16="http://schemas.microsoft.com/office/drawing/2014/main" id="{CB98C2CC-A814-4C85-9E1F-51128367E5C6}"/>
              </a:ext>
            </a:extLst>
          </p:cNvPr>
          <p:cNvSpPr>
            <a:spLocks noGrp="1"/>
          </p:cNvSpPr>
          <p:nvPr/>
        </p:nvSpPr>
        <p:spPr>
          <a:xfrm>
            <a:off x="6534150" y="3714750"/>
            <a:ext cx="5143500" cy="676275"/>
          </a:xfrm>
          <a:prstGeom prst="roundRect">
            <a:avLst>
              <a:gd name="adj" fmla="val 11268"/>
            </a:avLst>
          </a:prstGeom>
          <a:solidFill>
            <a:srgbClr val="EEF2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52" name="Oval 51">
            <a:extLst>
              <a:ext uri="{FF2B5EF4-FFF2-40B4-BE49-F238E27FC236}">
                <a16:creationId xmlns:a16="http://schemas.microsoft.com/office/drawing/2014/main" id="{67FA576F-88C9-4C2F-84B9-99F06D7FFD40}"/>
              </a:ext>
            </a:extLst>
          </p:cNvPr>
          <p:cNvSpPr>
            <a:spLocks noGrp="1"/>
          </p:cNvSpPr>
          <p:nvPr/>
        </p:nvSpPr>
        <p:spPr>
          <a:xfrm>
            <a:off x="6677025" y="3876675"/>
            <a:ext cx="361950" cy="361950"/>
          </a:xfrm>
          <a:prstGeom prst="ellipse">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3" name="Rectangle 52">
            <a:extLst>
              <a:ext uri="{FF2B5EF4-FFF2-40B4-BE49-F238E27FC236}">
                <a16:creationId xmlns:a16="http://schemas.microsoft.com/office/drawing/2014/main" id="{B084068D-4D5E-467B-B9DA-7870EE38C5BF}"/>
              </a:ext>
            </a:extLst>
          </p:cNvPr>
          <p:cNvSpPr>
            <a:spLocks noGrp="1"/>
          </p:cNvSpPr>
          <p:nvPr/>
        </p:nvSpPr>
        <p:spPr>
          <a:xfrm>
            <a:off x="6677025" y="3924300"/>
            <a:ext cx="361950" cy="24765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Kanit" panose="00000500000000000000" pitchFamily="2" charset="-34"/>
                <a:cs typeface="Kanit" panose="00000500000000000000" pitchFamily="2" charset="-34"/>
              </a:rPr>
              <a:t>4</a:t>
            </a:r>
          </a:p>
        </p:txBody>
      </p:sp>
      <p:sp>
        <p:nvSpPr>
          <p:cNvPr id="54" name="Rectangle 53">
            <a:extLst>
              <a:ext uri="{FF2B5EF4-FFF2-40B4-BE49-F238E27FC236}">
                <a16:creationId xmlns:a16="http://schemas.microsoft.com/office/drawing/2014/main" id="{4637F894-4159-4BA1-9ED5-D566559BA40C}"/>
              </a:ext>
            </a:extLst>
          </p:cNvPr>
          <p:cNvSpPr>
            <a:spLocks noGrp="1"/>
          </p:cNvSpPr>
          <p:nvPr/>
        </p:nvSpPr>
        <p:spPr>
          <a:xfrm>
            <a:off x="7162800" y="3800475"/>
            <a:ext cx="3429000" cy="304800"/>
          </a:xfrm>
          <a:prstGeom prst="rect">
            <a:avLst/>
          </a:prstGeom>
          <a:noFill/>
          <a:ln w="0">
            <a:noFill/>
            <a:prstDash val="solid"/>
          </a:ln>
        </p:spPr>
        <p:txBody>
          <a:bodyPr anchor="ctr"/>
          <a:lstStyle/>
          <a:p>
            <a:pPr algn="l">
              <a:defRPr sz="1200" b="1">
                <a:solidFill>
                  <a:srgbClr val="193B36"/>
                </a:solidFill>
              </a:defRPr>
            </a:pPr>
            <a:r>
              <a:rPr sz="1200" b="1">
                <a:solidFill>
                  <a:srgbClr val="193B36"/>
                </a:solidFill>
                <a:latin typeface="Kanit" panose="00000500000000000000" pitchFamily="2" charset="-34"/>
                <a:cs typeface="Kanit" panose="00000500000000000000" pitchFamily="2" charset="-34"/>
              </a:rPr>
              <a:t>AP – Petty Cash Verification</a:t>
            </a:r>
          </a:p>
        </p:txBody>
      </p:sp>
      <p:sp>
        <p:nvSpPr>
          <p:cNvPr id="55" name="Rectangle 54">
            <a:extLst>
              <a:ext uri="{FF2B5EF4-FFF2-40B4-BE49-F238E27FC236}">
                <a16:creationId xmlns:a16="http://schemas.microsoft.com/office/drawing/2014/main" id="{81656BDC-896D-43A7-AE5C-9D05079BBCB9}"/>
              </a:ext>
            </a:extLst>
          </p:cNvPr>
          <p:cNvSpPr>
            <a:spLocks noGrp="1"/>
          </p:cNvSpPr>
          <p:nvPr/>
        </p:nvSpPr>
        <p:spPr>
          <a:xfrm>
            <a:off x="7162800" y="4086225"/>
            <a:ext cx="3429000" cy="209550"/>
          </a:xfrm>
          <a:prstGeom prst="rect">
            <a:avLst/>
          </a:prstGeom>
          <a:noFill/>
          <a:ln w="0">
            <a:noFill/>
            <a:prstDash val="solid"/>
          </a:ln>
        </p:spPr>
        <p:txBody>
          <a:bodyPr anchor="ctr"/>
          <a:lstStyle/>
          <a:p>
            <a:pPr algn="l">
              <a:defRPr sz="975" b="1">
                <a:solidFill>
                  <a:srgbClr val="102C46"/>
                </a:solidFill>
              </a:defRPr>
            </a:pPr>
            <a:r>
              <a:rPr sz="975" b="1">
                <a:solidFill>
                  <a:srgbClr val="102C46"/>
                </a:solidFill>
                <a:latin typeface="Kanit" panose="00000500000000000000" pitchFamily="2" charset="-34"/>
                <a:cs typeface="Kanit" panose="00000500000000000000" pitchFamily="2" charset="-34"/>
              </a:rPr>
              <a:t>RPA + AI/OCR + Rules</a:t>
            </a:r>
          </a:p>
        </p:txBody>
      </p:sp>
      <p:sp>
        <p:nvSpPr>
          <p:cNvPr id="56" name="Rectangle 55">
            <a:extLst>
              <a:ext uri="{FF2B5EF4-FFF2-40B4-BE49-F238E27FC236}">
                <a16:creationId xmlns:a16="http://schemas.microsoft.com/office/drawing/2014/main" id="{DCA9895C-BC74-4F89-A072-AC2D2122FC38}"/>
              </a:ext>
            </a:extLst>
          </p:cNvPr>
          <p:cNvSpPr>
            <a:spLocks noGrp="1"/>
          </p:cNvSpPr>
          <p:nvPr/>
        </p:nvSpPr>
        <p:spPr>
          <a:xfrm>
            <a:off x="10725150" y="3876675"/>
            <a:ext cx="800100" cy="342900"/>
          </a:xfrm>
          <a:prstGeom prst="rect">
            <a:avLst/>
          </a:prstGeom>
          <a:noFill/>
          <a:ln w="0">
            <a:noFill/>
            <a:prstDash val="solid"/>
          </a:ln>
        </p:spPr>
        <p:txBody>
          <a:bodyPr anchor="ctr"/>
          <a:lstStyle/>
          <a:p>
            <a:pPr algn="ctr">
              <a:defRPr sz="1050" b="1">
                <a:solidFill>
                  <a:srgbClr val="667B77"/>
                </a:solidFill>
              </a:defRPr>
            </a:pPr>
            <a:r>
              <a:rPr sz="1050" b="1">
                <a:solidFill>
                  <a:srgbClr val="667B77"/>
                </a:solidFill>
                <a:latin typeface="Kanit" panose="00000500000000000000" pitchFamily="2" charset="-34"/>
                <a:cs typeface="Kanit" panose="00000500000000000000" pitchFamily="2" charset="-34"/>
              </a:rPr>
              <a:t>40–55 MD</a:t>
            </a:r>
          </a:p>
        </p:txBody>
      </p:sp>
      <p:sp>
        <p:nvSpPr>
          <p:cNvPr id="57" name="Rectangle: Rounded Corners 56">
            <a:extLst>
              <a:ext uri="{FF2B5EF4-FFF2-40B4-BE49-F238E27FC236}">
                <a16:creationId xmlns:a16="http://schemas.microsoft.com/office/drawing/2014/main" id="{666D6DFE-7BAB-471B-829A-45AA262D2CEE}"/>
              </a:ext>
            </a:extLst>
          </p:cNvPr>
          <p:cNvSpPr>
            <a:spLocks noGrp="1"/>
          </p:cNvSpPr>
          <p:nvPr/>
        </p:nvSpPr>
        <p:spPr>
          <a:xfrm>
            <a:off x="6534150" y="4467225"/>
            <a:ext cx="5143500" cy="676275"/>
          </a:xfrm>
          <a:prstGeom prst="roundRect">
            <a:avLst>
              <a:gd name="adj" fmla="val 11268"/>
            </a:avLst>
          </a:prstGeom>
          <a:solidFill>
            <a:srgbClr val="F4F8F7"/>
          </a:solid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58" name="Oval 57">
            <a:extLst>
              <a:ext uri="{FF2B5EF4-FFF2-40B4-BE49-F238E27FC236}">
                <a16:creationId xmlns:a16="http://schemas.microsoft.com/office/drawing/2014/main" id="{AD1C4260-BC56-4782-840A-7DFD88641F4A}"/>
              </a:ext>
            </a:extLst>
          </p:cNvPr>
          <p:cNvSpPr>
            <a:spLocks noGrp="1"/>
          </p:cNvSpPr>
          <p:nvPr/>
        </p:nvSpPr>
        <p:spPr>
          <a:xfrm>
            <a:off x="6677025" y="4629150"/>
            <a:ext cx="361950" cy="361950"/>
          </a:xfrm>
          <a:prstGeom prst="ellipse">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9" name="Rectangle 58">
            <a:extLst>
              <a:ext uri="{FF2B5EF4-FFF2-40B4-BE49-F238E27FC236}">
                <a16:creationId xmlns:a16="http://schemas.microsoft.com/office/drawing/2014/main" id="{355087CB-2832-4AB9-9AF4-025AAC52C0B8}"/>
              </a:ext>
            </a:extLst>
          </p:cNvPr>
          <p:cNvSpPr>
            <a:spLocks noGrp="1"/>
          </p:cNvSpPr>
          <p:nvPr/>
        </p:nvSpPr>
        <p:spPr>
          <a:xfrm>
            <a:off x="6677025" y="4676775"/>
            <a:ext cx="361950" cy="247650"/>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Kanit" panose="00000500000000000000" pitchFamily="2" charset="-34"/>
                <a:cs typeface="Kanit" panose="00000500000000000000" pitchFamily="2" charset="-34"/>
              </a:rPr>
              <a:t>8</a:t>
            </a:r>
          </a:p>
        </p:txBody>
      </p:sp>
      <p:sp>
        <p:nvSpPr>
          <p:cNvPr id="60" name="Rectangle 59">
            <a:extLst>
              <a:ext uri="{FF2B5EF4-FFF2-40B4-BE49-F238E27FC236}">
                <a16:creationId xmlns:a16="http://schemas.microsoft.com/office/drawing/2014/main" id="{641A00FC-531E-4188-BC7E-EDAE014032FF}"/>
              </a:ext>
            </a:extLst>
          </p:cNvPr>
          <p:cNvSpPr>
            <a:spLocks noGrp="1"/>
          </p:cNvSpPr>
          <p:nvPr/>
        </p:nvSpPr>
        <p:spPr>
          <a:xfrm>
            <a:off x="7162800" y="4552950"/>
            <a:ext cx="3429000" cy="304800"/>
          </a:xfrm>
          <a:prstGeom prst="rect">
            <a:avLst/>
          </a:prstGeom>
          <a:noFill/>
          <a:ln w="0">
            <a:noFill/>
            <a:prstDash val="solid"/>
          </a:ln>
        </p:spPr>
        <p:txBody>
          <a:bodyPr anchor="ctr"/>
          <a:lstStyle/>
          <a:p>
            <a:pPr algn="l">
              <a:defRPr sz="1200" b="1">
                <a:solidFill>
                  <a:srgbClr val="193B36"/>
                </a:solidFill>
              </a:defRPr>
            </a:pPr>
            <a:r>
              <a:rPr sz="1200" b="1">
                <a:solidFill>
                  <a:srgbClr val="193B36"/>
                </a:solidFill>
                <a:latin typeface="Kanit" panose="00000500000000000000" pitchFamily="2" charset="-34"/>
                <a:cs typeface="Kanit" panose="00000500000000000000" pitchFamily="2" charset="-34"/>
              </a:rPr>
              <a:t>GL – Trial Balance Consolidation</a:t>
            </a:r>
          </a:p>
        </p:txBody>
      </p:sp>
      <p:sp>
        <p:nvSpPr>
          <p:cNvPr id="61" name="Rectangle 60">
            <a:extLst>
              <a:ext uri="{FF2B5EF4-FFF2-40B4-BE49-F238E27FC236}">
                <a16:creationId xmlns:a16="http://schemas.microsoft.com/office/drawing/2014/main" id="{D5B2DDF9-695E-480D-BC3B-77F72A2F1B68}"/>
              </a:ext>
            </a:extLst>
          </p:cNvPr>
          <p:cNvSpPr>
            <a:spLocks noGrp="1"/>
          </p:cNvSpPr>
          <p:nvPr/>
        </p:nvSpPr>
        <p:spPr>
          <a:xfrm>
            <a:off x="7162800" y="4838700"/>
            <a:ext cx="3429000" cy="209550"/>
          </a:xfrm>
          <a:prstGeom prst="rect">
            <a:avLst/>
          </a:prstGeom>
          <a:noFill/>
          <a:ln w="0">
            <a:noFill/>
            <a:prstDash val="solid"/>
          </a:ln>
        </p:spPr>
        <p:txBody>
          <a:bodyPr anchor="ctr"/>
          <a:lstStyle/>
          <a:p>
            <a:pPr algn="l">
              <a:defRPr sz="975" b="1">
                <a:solidFill>
                  <a:srgbClr val="102C46"/>
                </a:solidFill>
              </a:defRPr>
            </a:pPr>
            <a:r>
              <a:rPr sz="975" b="1">
                <a:solidFill>
                  <a:srgbClr val="102C46"/>
                </a:solidFill>
                <a:latin typeface="Kanit" panose="00000500000000000000" pitchFamily="2" charset="-34"/>
                <a:cs typeface="Kanit" panose="00000500000000000000" pitchFamily="2" charset="-34"/>
              </a:rPr>
              <a:t>Power Query + Power BI</a:t>
            </a:r>
          </a:p>
        </p:txBody>
      </p:sp>
      <p:sp>
        <p:nvSpPr>
          <p:cNvPr id="62" name="Rectangle 61">
            <a:extLst>
              <a:ext uri="{FF2B5EF4-FFF2-40B4-BE49-F238E27FC236}">
                <a16:creationId xmlns:a16="http://schemas.microsoft.com/office/drawing/2014/main" id="{4B6BE21C-9B98-4CC5-8E8B-D339DA18BBF8}"/>
              </a:ext>
            </a:extLst>
          </p:cNvPr>
          <p:cNvSpPr>
            <a:spLocks noGrp="1"/>
          </p:cNvSpPr>
          <p:nvPr/>
        </p:nvSpPr>
        <p:spPr>
          <a:xfrm>
            <a:off x="10725150" y="4629150"/>
            <a:ext cx="800100" cy="342900"/>
          </a:xfrm>
          <a:prstGeom prst="rect">
            <a:avLst/>
          </a:prstGeom>
          <a:noFill/>
          <a:ln w="0">
            <a:noFill/>
            <a:prstDash val="solid"/>
          </a:ln>
        </p:spPr>
        <p:txBody>
          <a:bodyPr anchor="ctr"/>
          <a:lstStyle/>
          <a:p>
            <a:pPr algn="ctr">
              <a:defRPr sz="1050" b="1">
                <a:solidFill>
                  <a:srgbClr val="667B77"/>
                </a:solidFill>
              </a:defRPr>
            </a:pPr>
            <a:r>
              <a:rPr sz="1050" b="1">
                <a:solidFill>
                  <a:srgbClr val="667B77"/>
                </a:solidFill>
                <a:latin typeface="Kanit" panose="00000500000000000000" pitchFamily="2" charset="-34"/>
                <a:cs typeface="Kanit" panose="00000500000000000000" pitchFamily="2" charset="-34"/>
              </a:rPr>
              <a:t>35–40 MD</a:t>
            </a:r>
          </a:p>
        </p:txBody>
      </p:sp>
      <p:sp>
        <p:nvSpPr>
          <p:cNvPr id="63" name="Rectangle: Rounded Corners 62">
            <a:extLst>
              <a:ext uri="{FF2B5EF4-FFF2-40B4-BE49-F238E27FC236}">
                <a16:creationId xmlns:a16="http://schemas.microsoft.com/office/drawing/2014/main" id="{573457F3-6068-43C0-BAD3-E6954E6AD743}"/>
              </a:ext>
            </a:extLst>
          </p:cNvPr>
          <p:cNvSpPr>
            <a:spLocks noGrp="1"/>
          </p:cNvSpPr>
          <p:nvPr/>
        </p:nvSpPr>
        <p:spPr>
          <a:xfrm>
            <a:off x="514350" y="5334000"/>
            <a:ext cx="11163300" cy="914400"/>
          </a:xfrm>
          <a:prstGeom prst="roundRect">
            <a:avLst>
              <a:gd name="adj" fmla="val 12500"/>
            </a:avLst>
          </a:prstGeom>
          <a:solidFill>
            <a:srgbClr val="173F3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64" name="Rectangle 63">
            <a:extLst>
              <a:ext uri="{FF2B5EF4-FFF2-40B4-BE49-F238E27FC236}">
                <a16:creationId xmlns:a16="http://schemas.microsoft.com/office/drawing/2014/main" id="{0A2E2670-5E68-4ADD-9766-EB86ECB374C4}"/>
              </a:ext>
            </a:extLst>
          </p:cNvPr>
          <p:cNvSpPr>
            <a:spLocks noGrp="1"/>
          </p:cNvSpPr>
          <p:nvPr/>
        </p:nvSpPr>
        <p:spPr>
          <a:xfrm>
            <a:off x="723900" y="5476875"/>
            <a:ext cx="1428750" cy="228600"/>
          </a:xfrm>
          <a:prstGeom prst="rect">
            <a:avLst/>
          </a:prstGeom>
          <a:noFill/>
          <a:ln w="0">
            <a:noFill/>
            <a:prstDash val="solid"/>
          </a:ln>
        </p:spPr>
        <p:txBody>
          <a:bodyPr anchor="ctr"/>
          <a:lstStyle/>
          <a:p>
            <a:pPr algn="l">
              <a:defRPr sz="1125" b="1">
                <a:solidFill>
                  <a:srgbClr val="81D8B8"/>
                </a:solidFill>
              </a:defRPr>
            </a:pPr>
            <a:r>
              <a:rPr sz="1125" b="1">
                <a:solidFill>
                  <a:srgbClr val="81D8B8"/>
                </a:solidFill>
                <a:latin typeface="Kanit" panose="00000500000000000000" pitchFamily="2" charset="-34"/>
                <a:cs typeface="Kanit" panose="00000500000000000000" pitchFamily="2" charset="-34"/>
              </a:rPr>
              <a:t>SUCCESS GATE</a:t>
            </a:r>
          </a:p>
        </p:txBody>
      </p:sp>
      <p:sp>
        <p:nvSpPr>
          <p:cNvPr id="65" name="Rectangle 64">
            <a:extLst>
              <a:ext uri="{FF2B5EF4-FFF2-40B4-BE49-F238E27FC236}">
                <a16:creationId xmlns:a16="http://schemas.microsoft.com/office/drawing/2014/main" id="{83407530-E998-4D69-B96F-6D803E8ACB76}"/>
              </a:ext>
            </a:extLst>
          </p:cNvPr>
          <p:cNvSpPr>
            <a:spLocks noGrp="1"/>
          </p:cNvSpPr>
          <p:nvPr/>
        </p:nvSpPr>
        <p:spPr>
          <a:xfrm>
            <a:off x="2152650" y="5438775"/>
            <a:ext cx="9096375" cy="304800"/>
          </a:xfrm>
          <a:prstGeom prst="rect">
            <a:avLst/>
          </a:prstGeom>
          <a:noFill/>
          <a:ln w="0">
            <a:noFill/>
            <a:prstDash val="solid"/>
          </a:ln>
        </p:spPr>
        <p:txBody>
          <a:bodyPr anchor="ctr"/>
          <a:lstStyle/>
          <a:p>
            <a:pPr algn="l">
              <a:defRPr sz="1275" b="1">
                <a:solidFill>
                  <a:srgbClr val="FFFFFF"/>
                </a:solidFill>
              </a:defRPr>
            </a:pPr>
            <a:r>
              <a:rPr sz="1275" b="1">
                <a:solidFill>
                  <a:srgbClr val="FFFFFF"/>
                </a:solidFill>
                <a:latin typeface="Kanit" panose="00000500000000000000" pitchFamily="2" charset="-34"/>
                <a:cs typeface="Kanit" panose="00000500000000000000" pitchFamily="2" charset="-34"/>
              </a:rPr>
              <a:t>Confirm To-Be Flow &amp; data standards  •  Measure time/error reduction  •  Secure user acceptance</a:t>
            </a:r>
          </a:p>
        </p:txBody>
      </p:sp>
      <p:sp>
        <p:nvSpPr>
          <p:cNvPr id="66" name="Rectangle 65">
            <a:extLst>
              <a:ext uri="{FF2B5EF4-FFF2-40B4-BE49-F238E27FC236}">
                <a16:creationId xmlns:a16="http://schemas.microsoft.com/office/drawing/2014/main" id="{D6230FFF-F068-43F4-8626-E06BB62DB2DA}"/>
              </a:ext>
            </a:extLst>
          </p:cNvPr>
          <p:cNvSpPr>
            <a:spLocks noGrp="1"/>
          </p:cNvSpPr>
          <p:nvPr/>
        </p:nvSpPr>
        <p:spPr>
          <a:xfrm>
            <a:off x="723900" y="5829300"/>
            <a:ext cx="10287000" cy="247650"/>
          </a:xfrm>
          <a:prstGeom prst="rect">
            <a:avLst/>
          </a:prstGeom>
          <a:noFill/>
          <a:ln w="0">
            <a:noFill/>
            <a:prstDash val="solid"/>
          </a:ln>
        </p:spPr>
        <p:txBody>
          <a:bodyPr anchor="ctr"/>
          <a:lstStyle/>
          <a:p>
            <a:pPr algn="l">
              <a:defRPr sz="1125" b="0">
                <a:solidFill>
                  <a:srgbClr val="DCEBE7"/>
                </a:solidFill>
              </a:defRPr>
            </a:pPr>
            <a:r>
              <a:rPr sz="1125" b="0">
                <a:solidFill>
                  <a:srgbClr val="DCEBE7"/>
                </a:solidFill>
                <a:latin typeface="Kanit" panose="00000500000000000000" pitchFamily="2" charset="-34"/>
                <a:cs typeface="Kanit" panose="00000500000000000000" pitchFamily="2" charset="-34"/>
              </a:rPr>
              <a:t>Scale only after the gate is passed: multi-company integration, AI/OCR and group-level analytics</a:t>
            </a:r>
          </a:p>
        </p:txBody>
      </p:sp>
      <p:sp>
        <p:nvSpPr>
          <p:cNvPr id="69" name="age-mark">
            <a:extLst>
              <a:ext uri="{FF2B5EF4-FFF2-40B4-BE49-F238E27FC236}">
                <a16:creationId xmlns:a16="http://schemas.microsoft.com/office/drawing/2014/main" id="{A1F4E844-E111-70B2-1934-E1654D80EFAB}"/>
              </a:ext>
            </a:extLst>
          </p:cNvPr>
          <p:cNvSpPr>
            <a:spLocks noGrp="1"/>
          </p:cNvSpPr>
          <p:nvPr/>
        </p:nvSpPr>
        <p:spPr>
          <a:xfrm>
            <a:off x="10972800" y="419100"/>
            <a:ext cx="666750" cy="590550"/>
          </a:xfrm>
          <a:prstGeom prst="roundRect">
            <a:avLst>
              <a:gd name="adj" fmla="val 50000"/>
            </a:avLst>
          </a:prstGeom>
          <a:solidFill>
            <a:srgbClr val="E3F3EC"/>
          </a:solidFill>
          <a:ln w="0">
            <a:noFill/>
            <a:prstDash val="solid"/>
          </a:ln>
        </p:spPr>
        <p:txBody>
          <a:bodyPr/>
          <a:lstStyle/>
          <a:p>
            <a:endParaRPr lang="en-US"/>
          </a:p>
        </p:txBody>
      </p:sp>
      <p:sp>
        <p:nvSpPr>
          <p:cNvPr id="71" name="age">
            <a:extLst>
              <a:ext uri="{FF2B5EF4-FFF2-40B4-BE49-F238E27FC236}">
                <a16:creationId xmlns:a16="http://schemas.microsoft.com/office/drawing/2014/main" id="{7CC85B8E-897D-6D99-B361-995940C37F8C}"/>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pic>
        <p:nvPicPr>
          <p:cNvPr id="73" name="Picture 72" descr="Home - บริษัท เอเชีย กรีน เอนเนอจี จำกัด (มหาชน)">
            <a:extLst>
              <a:ext uri="{FF2B5EF4-FFF2-40B4-BE49-F238E27FC236}">
                <a16:creationId xmlns:a16="http://schemas.microsoft.com/office/drawing/2014/main" id="{744480CD-B0A0-2D06-C527-D18F951AAEF9}"/>
              </a:ext>
            </a:extLst>
          </p:cNvPr>
          <p:cNvPicPr>
            <a:picLocks noChangeAspect="1"/>
          </p:cNvPicPr>
          <p:nvPr/>
        </p:nvPicPr>
        <p:blipFill>
          <a:blip r:embed="rId3"/>
          <a:stretch>
            <a:fillRect/>
          </a:stretch>
        </p:blipFill>
        <p:spPr>
          <a:xfrm>
            <a:off x="11087411" y="584335"/>
            <a:ext cx="416319" cy="253866"/>
          </a:xfrm>
          <a:prstGeom prst="rect">
            <a:avLst/>
          </a:prstGeom>
        </p:spPr>
      </p:pic>
      <p:sp>
        <p:nvSpPr>
          <p:cNvPr id="5" name="Slide Number Placeholder 1">
            <a:extLst>
              <a:ext uri="{FF2B5EF4-FFF2-40B4-BE49-F238E27FC236}">
                <a16:creationId xmlns:a16="http://schemas.microsoft.com/office/drawing/2014/main" id="{975BB365-79B7-FCC5-65F2-7F7C3120F318}"/>
              </a:ext>
            </a:extLst>
          </p:cNvPr>
          <p:cNvSpPr txBox="1">
            <a:spLocks/>
          </p:cNvSpPr>
          <p:nvPr/>
        </p:nvSpPr>
        <p:spPr>
          <a:xfrm>
            <a:off x="10728900" y="6600237"/>
            <a:ext cx="1422400" cy="2434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46">
              <a:defRPr/>
            </a:pPr>
            <a:fld id="{5E5634F8-C5C6-4843-9A92-B93B76582613}" type="slidenum">
              <a:rPr lang="en-US" sz="1333" smtClean="0">
                <a:solidFill>
                  <a:prstClr val="black"/>
                </a:solidFill>
                <a:latin typeface="Poppins" panose="00000500000000000000" pitchFamily="2" charset="0"/>
                <a:cs typeface="Poppins" panose="00000500000000000000" pitchFamily="2" charset="0"/>
              </a:rPr>
              <a:pPr algn="r" defTabSz="914446">
                <a:defRPr/>
              </a:pPr>
              <a:t>14</a:t>
            </a:fld>
            <a:endParaRPr lang="en-US" sz="1333" dirty="0">
              <a:solidFill>
                <a:prstClr val="black"/>
              </a:solidFill>
              <a:latin typeface="Poppins" panose="00000500000000000000" pitchFamily="2" charset="0"/>
              <a:cs typeface="Poppins" panose="00000500000000000000" pitchFamily="2" charset="0"/>
            </a:endParaRPr>
          </a:p>
        </p:txBody>
      </p:sp>
      <p:sp>
        <p:nvSpPr>
          <p:cNvPr id="7" name="Rectangle 6">
            <a:extLst>
              <a:ext uri="{FF2B5EF4-FFF2-40B4-BE49-F238E27FC236}">
                <a16:creationId xmlns:a16="http://schemas.microsoft.com/office/drawing/2014/main" id="{6FD46D75-71B0-4729-A264-B845284E667F}"/>
              </a:ext>
            </a:extLst>
          </p:cNvPr>
          <p:cNvSpPr>
            <a:spLocks noGrp="1"/>
          </p:cNvSpPr>
          <p:nvPr/>
        </p:nvSpPr>
        <p:spPr>
          <a:xfrm>
            <a:off x="1123950" y="4552950"/>
            <a:ext cx="3429000" cy="304800"/>
          </a:xfrm>
          <a:prstGeom prst="rect">
            <a:avLst/>
          </a:prstGeom>
          <a:noFill/>
          <a:ln w="0">
            <a:noFill/>
            <a:prstDash val="solid"/>
          </a:ln>
        </p:spPr>
        <p:txBody>
          <a:bodyPr anchor="ctr"/>
          <a:lstStyle/>
          <a:p>
            <a:pPr algn="l">
              <a:defRPr sz="1200" b="1">
                <a:solidFill>
                  <a:srgbClr val="193B36"/>
                </a:solidFill>
              </a:defRPr>
            </a:pPr>
            <a:r>
              <a:rPr sz="1200" b="1" dirty="0">
                <a:solidFill>
                  <a:srgbClr val="193B36"/>
                </a:solidFill>
                <a:latin typeface="Kanit" panose="00000500000000000000" pitchFamily="2" charset="-34"/>
                <a:cs typeface="Kanit" panose="00000500000000000000" pitchFamily="2" charset="-34"/>
              </a:rPr>
              <a:t>AR – Automatic Tax Invoice</a:t>
            </a:r>
          </a:p>
        </p:txBody>
      </p:sp>
    </p:spTree>
    <p:extLst>
      <p:ext uri="{BB962C8B-B14F-4D97-AF65-F5344CB8AC3E}">
        <p14:creationId xmlns:p14="http://schemas.microsoft.com/office/powerpoint/2010/main" val="2210574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Rectangle 176">
            <a:extLst>
              <a:ext uri="{FF2B5EF4-FFF2-40B4-BE49-F238E27FC236}">
                <a16:creationId xmlns:a16="http://schemas.microsoft.com/office/drawing/2014/main" id="{A6E2EDE4-FDCF-4B72-A430-F3394A9A3127}"/>
              </a:ext>
            </a:extLst>
          </p:cNvPr>
          <p:cNvSpPr>
            <a:spLocks noGrp="1"/>
          </p:cNvSpPr>
          <p:nvPr/>
        </p:nvSpPr>
        <p:spPr>
          <a:xfrm>
            <a:off x="0" y="0"/>
            <a:ext cx="12192000" cy="76200"/>
          </a:xfrm>
          <a:prstGeom prst="rect">
            <a:avLst/>
          </a:prstGeom>
          <a:solidFill>
            <a:srgbClr val="008F62"/>
          </a:solidFill>
          <a:ln w="0">
            <a:noFill/>
            <a:prstDash val="solid"/>
          </a:ln>
        </p:spPr>
        <p:txBody>
          <a:bodyPr/>
          <a:lstStyle/>
          <a:p>
            <a:endParaRPr lang="en-US"/>
          </a:p>
        </p:txBody>
      </p:sp>
      <p:sp>
        <p:nvSpPr>
          <p:cNvPr id="2" name="Rectangle 1">
            <a:extLst>
              <a:ext uri="{FF2B5EF4-FFF2-40B4-BE49-F238E27FC236}">
                <a16:creationId xmlns:a16="http://schemas.microsoft.com/office/drawing/2014/main" id="{1E7AA27A-D2F6-4FC6-9F73-F4A5307A463B}"/>
              </a:ext>
            </a:extLst>
          </p:cNvPr>
          <p:cNvSpPr>
            <a:spLocks noGrp="1"/>
          </p:cNvSpPr>
          <p:nvPr/>
        </p:nvSpPr>
        <p:spPr>
          <a:xfrm>
            <a:off x="514350" y="228600"/>
            <a:ext cx="6858000" cy="209550"/>
          </a:xfrm>
          <a:prstGeom prst="rect">
            <a:avLst/>
          </a:prstGeom>
          <a:noFill/>
          <a:ln w="0">
            <a:noFill/>
            <a:prstDash val="solid"/>
          </a:ln>
        </p:spPr>
        <p:txBody>
          <a:bodyPr anchor="ctr"/>
          <a:lstStyle/>
          <a:p>
            <a:pPr algn="l">
              <a:defRPr sz="900" b="1">
                <a:solidFill>
                  <a:srgbClr val="008F62"/>
                </a:solidFill>
              </a:defRPr>
            </a:pPr>
            <a:r>
              <a:rPr sz="900" b="1">
                <a:solidFill>
                  <a:srgbClr val="008F62"/>
                </a:solidFill>
              </a:rPr>
              <a:t>PROJECT TIMELINE | INDICATIVE 12-MONTH PLAN</a:t>
            </a:r>
          </a:p>
        </p:txBody>
      </p:sp>
      <p:sp>
        <p:nvSpPr>
          <p:cNvPr id="3" name="Rectangle 2">
            <a:extLst>
              <a:ext uri="{FF2B5EF4-FFF2-40B4-BE49-F238E27FC236}">
                <a16:creationId xmlns:a16="http://schemas.microsoft.com/office/drawing/2014/main" id="{1555B35B-4C13-4895-AECA-5F83463FAB7C}"/>
              </a:ext>
            </a:extLst>
          </p:cNvPr>
          <p:cNvSpPr>
            <a:spLocks noGrp="1"/>
          </p:cNvSpPr>
          <p:nvPr/>
        </p:nvSpPr>
        <p:spPr>
          <a:xfrm>
            <a:off x="514350" y="457200"/>
            <a:ext cx="10001250" cy="457200"/>
          </a:xfrm>
          <a:prstGeom prst="rect">
            <a:avLst/>
          </a:prstGeom>
          <a:noFill/>
          <a:ln w="0">
            <a:noFill/>
            <a:prstDash val="solid"/>
          </a:ln>
        </p:spPr>
        <p:txBody>
          <a:bodyPr anchor="ctr"/>
          <a:lstStyle/>
          <a:p>
            <a:pPr algn="l">
              <a:defRPr sz="2400" b="1">
                <a:solidFill>
                  <a:srgbClr val="173F37"/>
                </a:solidFill>
              </a:defRPr>
            </a:pPr>
            <a:r>
              <a:rPr sz="2400" b="1">
                <a:solidFill>
                  <a:srgbClr val="173F37"/>
                </a:solidFill>
                <a:latin typeface="Kanit" panose="00000500000000000000" pitchFamily="2" charset="-34"/>
                <a:cs typeface="Kanit" panose="00000500000000000000" pitchFamily="2" charset="-34"/>
              </a:rPr>
              <a:t>A phased delivery plan with a clear scale-up decision gate</a:t>
            </a:r>
          </a:p>
        </p:txBody>
      </p:sp>
      <p:sp>
        <p:nvSpPr>
          <p:cNvPr id="4" name="Rectangle 3">
            <a:extLst>
              <a:ext uri="{FF2B5EF4-FFF2-40B4-BE49-F238E27FC236}">
                <a16:creationId xmlns:a16="http://schemas.microsoft.com/office/drawing/2014/main" id="{070983AE-D4CE-44C5-B337-7A163DE3D5F9}"/>
              </a:ext>
            </a:extLst>
          </p:cNvPr>
          <p:cNvSpPr>
            <a:spLocks noGrp="1"/>
          </p:cNvSpPr>
          <p:nvPr/>
        </p:nvSpPr>
        <p:spPr>
          <a:xfrm>
            <a:off x="514350" y="914400"/>
            <a:ext cx="10287000" cy="304800"/>
          </a:xfrm>
          <a:prstGeom prst="rect">
            <a:avLst/>
          </a:prstGeom>
          <a:noFill/>
          <a:ln w="0">
            <a:noFill/>
            <a:prstDash val="solid"/>
          </a:ln>
        </p:spPr>
        <p:txBody>
          <a:bodyPr anchor="ctr"/>
          <a:lstStyle/>
          <a:p>
            <a:pPr algn="l">
              <a:defRPr sz="1200" b="0">
                <a:solidFill>
                  <a:srgbClr val="667B77"/>
                </a:solidFill>
              </a:defRPr>
            </a:pPr>
            <a:r>
              <a:rPr sz="1200" b="0">
                <a:solidFill>
                  <a:srgbClr val="667B77"/>
                </a:solidFill>
                <a:latin typeface="Kanit" panose="00000500000000000000" pitchFamily="2" charset="-34"/>
                <a:cs typeface="Kanit" panose="00000500000000000000" pitchFamily="2" charset="-34"/>
              </a:rPr>
              <a:t>Phase 1: Quick Wins (5 months)  •  Phase 2: Scale (7 months)</a:t>
            </a:r>
          </a:p>
        </p:txBody>
      </p:sp>
      <p:sp>
        <p:nvSpPr>
          <p:cNvPr id="8" name="Rectangle 7">
            <a:extLst>
              <a:ext uri="{FF2B5EF4-FFF2-40B4-BE49-F238E27FC236}">
                <a16:creationId xmlns:a16="http://schemas.microsoft.com/office/drawing/2014/main" id="{2D5F8D7B-2A2E-4CC0-9A90-F237B6A22032}"/>
              </a:ext>
            </a:extLst>
          </p:cNvPr>
          <p:cNvSpPr>
            <a:spLocks noGrp="1"/>
          </p:cNvSpPr>
          <p:nvPr/>
        </p:nvSpPr>
        <p:spPr>
          <a:xfrm>
            <a:off x="514350" y="1447800"/>
            <a:ext cx="2686050" cy="304800"/>
          </a:xfrm>
          <a:prstGeom prst="rect">
            <a:avLst/>
          </a:prstGeom>
          <a:noFill/>
          <a:ln w="0">
            <a:noFill/>
            <a:prstDash val="solid"/>
          </a:ln>
        </p:spPr>
        <p:txBody>
          <a:bodyPr anchor="ctr"/>
          <a:lstStyle/>
          <a:p>
            <a:pPr algn="l">
              <a:defRPr sz="1050" b="1">
                <a:solidFill>
                  <a:srgbClr val="667B77"/>
                </a:solidFill>
              </a:defRPr>
            </a:pPr>
            <a:r>
              <a:rPr sz="1050" b="1">
                <a:solidFill>
                  <a:srgbClr val="667B77"/>
                </a:solidFill>
                <a:latin typeface="Kanit" panose="00000500000000000000" pitchFamily="2" charset="-34"/>
                <a:cs typeface="Kanit" panose="00000500000000000000" pitchFamily="2" charset="-34"/>
              </a:rPr>
              <a:t>PROCESS / WORKSTREAM</a:t>
            </a:r>
          </a:p>
        </p:txBody>
      </p:sp>
      <p:sp>
        <p:nvSpPr>
          <p:cNvPr id="9" name="Rectangle 8">
            <a:extLst>
              <a:ext uri="{FF2B5EF4-FFF2-40B4-BE49-F238E27FC236}">
                <a16:creationId xmlns:a16="http://schemas.microsoft.com/office/drawing/2014/main" id="{F615D7F3-3DEF-40EE-B0C8-AA7C978987CA}"/>
              </a:ext>
            </a:extLst>
          </p:cNvPr>
          <p:cNvSpPr>
            <a:spLocks noGrp="1"/>
          </p:cNvSpPr>
          <p:nvPr/>
        </p:nvSpPr>
        <p:spPr>
          <a:xfrm>
            <a:off x="3390900" y="1381125"/>
            <a:ext cx="638175" cy="400050"/>
          </a:xfrm>
          <a:prstGeom prst="rect">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0" name="Rectangle 9">
            <a:extLst>
              <a:ext uri="{FF2B5EF4-FFF2-40B4-BE49-F238E27FC236}">
                <a16:creationId xmlns:a16="http://schemas.microsoft.com/office/drawing/2014/main" id="{F106D8C1-FC74-430C-90E8-CDD90F60EB88}"/>
              </a:ext>
            </a:extLst>
          </p:cNvPr>
          <p:cNvSpPr>
            <a:spLocks noGrp="1"/>
          </p:cNvSpPr>
          <p:nvPr/>
        </p:nvSpPr>
        <p:spPr>
          <a:xfrm>
            <a:off x="3390900" y="1447800"/>
            <a:ext cx="638175" cy="238125"/>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Kanit" panose="00000500000000000000" pitchFamily="2" charset="-34"/>
                <a:cs typeface="Kanit" panose="00000500000000000000" pitchFamily="2" charset="-34"/>
              </a:rPr>
              <a:t>M1</a:t>
            </a:r>
          </a:p>
        </p:txBody>
      </p:sp>
      <p:sp>
        <p:nvSpPr>
          <p:cNvPr id="11" name="Rectangle 10">
            <a:extLst>
              <a:ext uri="{FF2B5EF4-FFF2-40B4-BE49-F238E27FC236}">
                <a16:creationId xmlns:a16="http://schemas.microsoft.com/office/drawing/2014/main" id="{CB352050-46DD-42FB-AF93-B21E8AAED361}"/>
              </a:ext>
            </a:extLst>
          </p:cNvPr>
          <p:cNvSpPr>
            <a:spLocks noGrp="1"/>
          </p:cNvSpPr>
          <p:nvPr/>
        </p:nvSpPr>
        <p:spPr>
          <a:xfrm>
            <a:off x="4057650" y="1381125"/>
            <a:ext cx="638175" cy="400050"/>
          </a:xfrm>
          <a:prstGeom prst="rect">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2" name="Rectangle 11">
            <a:extLst>
              <a:ext uri="{FF2B5EF4-FFF2-40B4-BE49-F238E27FC236}">
                <a16:creationId xmlns:a16="http://schemas.microsoft.com/office/drawing/2014/main" id="{AF69C24F-B047-4951-BEA2-F76AAEFFB44A}"/>
              </a:ext>
            </a:extLst>
          </p:cNvPr>
          <p:cNvSpPr>
            <a:spLocks noGrp="1"/>
          </p:cNvSpPr>
          <p:nvPr/>
        </p:nvSpPr>
        <p:spPr>
          <a:xfrm>
            <a:off x="4057650" y="1447800"/>
            <a:ext cx="638175" cy="238125"/>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Kanit" panose="00000500000000000000" pitchFamily="2" charset="-34"/>
                <a:cs typeface="Kanit" panose="00000500000000000000" pitchFamily="2" charset="-34"/>
              </a:rPr>
              <a:t>M2</a:t>
            </a:r>
          </a:p>
        </p:txBody>
      </p:sp>
      <p:sp>
        <p:nvSpPr>
          <p:cNvPr id="13" name="Rectangle 12">
            <a:extLst>
              <a:ext uri="{FF2B5EF4-FFF2-40B4-BE49-F238E27FC236}">
                <a16:creationId xmlns:a16="http://schemas.microsoft.com/office/drawing/2014/main" id="{8E6CC1AB-C878-4C34-BD9A-75DB6359CCCB}"/>
              </a:ext>
            </a:extLst>
          </p:cNvPr>
          <p:cNvSpPr>
            <a:spLocks noGrp="1"/>
          </p:cNvSpPr>
          <p:nvPr/>
        </p:nvSpPr>
        <p:spPr>
          <a:xfrm>
            <a:off x="4724400" y="1381125"/>
            <a:ext cx="638175" cy="400050"/>
          </a:xfrm>
          <a:prstGeom prst="rect">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4" name="Rectangle 13">
            <a:extLst>
              <a:ext uri="{FF2B5EF4-FFF2-40B4-BE49-F238E27FC236}">
                <a16:creationId xmlns:a16="http://schemas.microsoft.com/office/drawing/2014/main" id="{D998BE17-E36C-4319-8E48-0F0451336BEC}"/>
              </a:ext>
            </a:extLst>
          </p:cNvPr>
          <p:cNvSpPr>
            <a:spLocks noGrp="1"/>
          </p:cNvSpPr>
          <p:nvPr/>
        </p:nvSpPr>
        <p:spPr>
          <a:xfrm>
            <a:off x="4724400" y="1447800"/>
            <a:ext cx="638175" cy="238125"/>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Kanit" panose="00000500000000000000" pitchFamily="2" charset="-34"/>
                <a:cs typeface="Kanit" panose="00000500000000000000" pitchFamily="2" charset="-34"/>
              </a:rPr>
              <a:t>M3</a:t>
            </a:r>
          </a:p>
        </p:txBody>
      </p:sp>
      <p:sp>
        <p:nvSpPr>
          <p:cNvPr id="15" name="Rectangle 14">
            <a:extLst>
              <a:ext uri="{FF2B5EF4-FFF2-40B4-BE49-F238E27FC236}">
                <a16:creationId xmlns:a16="http://schemas.microsoft.com/office/drawing/2014/main" id="{9766A0B2-F168-446B-9514-749678F7FDF6}"/>
              </a:ext>
            </a:extLst>
          </p:cNvPr>
          <p:cNvSpPr>
            <a:spLocks noGrp="1"/>
          </p:cNvSpPr>
          <p:nvPr/>
        </p:nvSpPr>
        <p:spPr>
          <a:xfrm>
            <a:off x="5391150" y="1381125"/>
            <a:ext cx="638175" cy="400050"/>
          </a:xfrm>
          <a:prstGeom prst="rect">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6" name="Rectangle 15">
            <a:extLst>
              <a:ext uri="{FF2B5EF4-FFF2-40B4-BE49-F238E27FC236}">
                <a16:creationId xmlns:a16="http://schemas.microsoft.com/office/drawing/2014/main" id="{9F3F32FA-0A82-4A38-8CE7-67BB2CA47A63}"/>
              </a:ext>
            </a:extLst>
          </p:cNvPr>
          <p:cNvSpPr>
            <a:spLocks noGrp="1"/>
          </p:cNvSpPr>
          <p:nvPr/>
        </p:nvSpPr>
        <p:spPr>
          <a:xfrm>
            <a:off x="5391150" y="1447800"/>
            <a:ext cx="638175" cy="238125"/>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Kanit" panose="00000500000000000000" pitchFamily="2" charset="-34"/>
                <a:cs typeface="Kanit" panose="00000500000000000000" pitchFamily="2" charset="-34"/>
              </a:rPr>
              <a:t>M4</a:t>
            </a:r>
          </a:p>
        </p:txBody>
      </p:sp>
      <p:sp>
        <p:nvSpPr>
          <p:cNvPr id="17" name="Rectangle 16">
            <a:extLst>
              <a:ext uri="{FF2B5EF4-FFF2-40B4-BE49-F238E27FC236}">
                <a16:creationId xmlns:a16="http://schemas.microsoft.com/office/drawing/2014/main" id="{6E8958CB-0D13-4D32-B449-B382A76B22AB}"/>
              </a:ext>
            </a:extLst>
          </p:cNvPr>
          <p:cNvSpPr>
            <a:spLocks noGrp="1"/>
          </p:cNvSpPr>
          <p:nvPr/>
        </p:nvSpPr>
        <p:spPr>
          <a:xfrm>
            <a:off x="6057900" y="1381125"/>
            <a:ext cx="638175" cy="400050"/>
          </a:xfrm>
          <a:prstGeom prst="rect">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8" name="Rectangle 17">
            <a:extLst>
              <a:ext uri="{FF2B5EF4-FFF2-40B4-BE49-F238E27FC236}">
                <a16:creationId xmlns:a16="http://schemas.microsoft.com/office/drawing/2014/main" id="{1E6F9E3E-6907-4CE1-B1EB-9B189914953E}"/>
              </a:ext>
            </a:extLst>
          </p:cNvPr>
          <p:cNvSpPr>
            <a:spLocks noGrp="1"/>
          </p:cNvSpPr>
          <p:nvPr/>
        </p:nvSpPr>
        <p:spPr>
          <a:xfrm>
            <a:off x="6057900" y="1447800"/>
            <a:ext cx="638175" cy="238125"/>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Kanit" panose="00000500000000000000" pitchFamily="2" charset="-34"/>
                <a:cs typeface="Kanit" panose="00000500000000000000" pitchFamily="2" charset="-34"/>
              </a:rPr>
              <a:t>M5</a:t>
            </a:r>
          </a:p>
        </p:txBody>
      </p:sp>
      <p:sp>
        <p:nvSpPr>
          <p:cNvPr id="19" name="Rectangle 18">
            <a:extLst>
              <a:ext uri="{FF2B5EF4-FFF2-40B4-BE49-F238E27FC236}">
                <a16:creationId xmlns:a16="http://schemas.microsoft.com/office/drawing/2014/main" id="{7BA06C3B-6B22-41DD-8474-43200125B381}"/>
              </a:ext>
            </a:extLst>
          </p:cNvPr>
          <p:cNvSpPr>
            <a:spLocks noGrp="1"/>
          </p:cNvSpPr>
          <p:nvPr/>
        </p:nvSpPr>
        <p:spPr>
          <a:xfrm>
            <a:off x="6724650" y="1381125"/>
            <a:ext cx="638175" cy="400050"/>
          </a:xfrm>
          <a:prstGeom prst="rect">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0" name="Rectangle 19">
            <a:extLst>
              <a:ext uri="{FF2B5EF4-FFF2-40B4-BE49-F238E27FC236}">
                <a16:creationId xmlns:a16="http://schemas.microsoft.com/office/drawing/2014/main" id="{91C6AD37-B26B-4A95-B9CA-6D6C544FB66E}"/>
              </a:ext>
            </a:extLst>
          </p:cNvPr>
          <p:cNvSpPr>
            <a:spLocks noGrp="1"/>
          </p:cNvSpPr>
          <p:nvPr/>
        </p:nvSpPr>
        <p:spPr>
          <a:xfrm>
            <a:off x="6724650" y="1447800"/>
            <a:ext cx="638175" cy="238125"/>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Kanit" panose="00000500000000000000" pitchFamily="2" charset="-34"/>
                <a:cs typeface="Kanit" panose="00000500000000000000" pitchFamily="2" charset="-34"/>
              </a:rPr>
              <a:t>M6</a:t>
            </a:r>
          </a:p>
        </p:txBody>
      </p:sp>
      <p:sp>
        <p:nvSpPr>
          <p:cNvPr id="21" name="Rectangle 20">
            <a:extLst>
              <a:ext uri="{FF2B5EF4-FFF2-40B4-BE49-F238E27FC236}">
                <a16:creationId xmlns:a16="http://schemas.microsoft.com/office/drawing/2014/main" id="{9D532613-64D3-4237-8757-09F5E87953C8}"/>
              </a:ext>
            </a:extLst>
          </p:cNvPr>
          <p:cNvSpPr>
            <a:spLocks noGrp="1"/>
          </p:cNvSpPr>
          <p:nvPr/>
        </p:nvSpPr>
        <p:spPr>
          <a:xfrm>
            <a:off x="7391400" y="1381125"/>
            <a:ext cx="638175" cy="400050"/>
          </a:xfrm>
          <a:prstGeom prst="rect">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2" name="Rectangle 21">
            <a:extLst>
              <a:ext uri="{FF2B5EF4-FFF2-40B4-BE49-F238E27FC236}">
                <a16:creationId xmlns:a16="http://schemas.microsoft.com/office/drawing/2014/main" id="{0D5F8425-4C16-41B2-8ACB-765B849B0AAD}"/>
              </a:ext>
            </a:extLst>
          </p:cNvPr>
          <p:cNvSpPr>
            <a:spLocks noGrp="1"/>
          </p:cNvSpPr>
          <p:nvPr/>
        </p:nvSpPr>
        <p:spPr>
          <a:xfrm>
            <a:off x="7391400" y="1447800"/>
            <a:ext cx="638175" cy="238125"/>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Kanit" panose="00000500000000000000" pitchFamily="2" charset="-34"/>
                <a:cs typeface="Kanit" panose="00000500000000000000" pitchFamily="2" charset="-34"/>
              </a:rPr>
              <a:t>M7</a:t>
            </a:r>
          </a:p>
        </p:txBody>
      </p:sp>
      <p:sp>
        <p:nvSpPr>
          <p:cNvPr id="23" name="Rectangle 22">
            <a:extLst>
              <a:ext uri="{FF2B5EF4-FFF2-40B4-BE49-F238E27FC236}">
                <a16:creationId xmlns:a16="http://schemas.microsoft.com/office/drawing/2014/main" id="{D22BE1D2-B255-4579-8273-32E75BAB7E9B}"/>
              </a:ext>
            </a:extLst>
          </p:cNvPr>
          <p:cNvSpPr>
            <a:spLocks noGrp="1"/>
          </p:cNvSpPr>
          <p:nvPr/>
        </p:nvSpPr>
        <p:spPr>
          <a:xfrm>
            <a:off x="8058150" y="1381125"/>
            <a:ext cx="638175" cy="400050"/>
          </a:xfrm>
          <a:prstGeom prst="rect">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4" name="Rectangle 23">
            <a:extLst>
              <a:ext uri="{FF2B5EF4-FFF2-40B4-BE49-F238E27FC236}">
                <a16:creationId xmlns:a16="http://schemas.microsoft.com/office/drawing/2014/main" id="{34F7E405-50FC-42A6-935C-30721F61A3C6}"/>
              </a:ext>
            </a:extLst>
          </p:cNvPr>
          <p:cNvSpPr>
            <a:spLocks noGrp="1"/>
          </p:cNvSpPr>
          <p:nvPr/>
        </p:nvSpPr>
        <p:spPr>
          <a:xfrm>
            <a:off x="8058150" y="1447800"/>
            <a:ext cx="638175" cy="238125"/>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Kanit" panose="00000500000000000000" pitchFamily="2" charset="-34"/>
                <a:cs typeface="Kanit" panose="00000500000000000000" pitchFamily="2" charset="-34"/>
              </a:rPr>
              <a:t>M8</a:t>
            </a:r>
          </a:p>
        </p:txBody>
      </p:sp>
      <p:sp>
        <p:nvSpPr>
          <p:cNvPr id="25" name="Rectangle 24">
            <a:extLst>
              <a:ext uri="{FF2B5EF4-FFF2-40B4-BE49-F238E27FC236}">
                <a16:creationId xmlns:a16="http://schemas.microsoft.com/office/drawing/2014/main" id="{7F17B502-B8C1-4C4C-B349-FB1273214CAE}"/>
              </a:ext>
            </a:extLst>
          </p:cNvPr>
          <p:cNvSpPr>
            <a:spLocks noGrp="1"/>
          </p:cNvSpPr>
          <p:nvPr/>
        </p:nvSpPr>
        <p:spPr>
          <a:xfrm>
            <a:off x="8724900" y="1381125"/>
            <a:ext cx="638175" cy="400050"/>
          </a:xfrm>
          <a:prstGeom prst="rect">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6" name="Rectangle 25">
            <a:extLst>
              <a:ext uri="{FF2B5EF4-FFF2-40B4-BE49-F238E27FC236}">
                <a16:creationId xmlns:a16="http://schemas.microsoft.com/office/drawing/2014/main" id="{1CEC61E0-E960-4CA9-9186-8FB8AFD749D0}"/>
              </a:ext>
            </a:extLst>
          </p:cNvPr>
          <p:cNvSpPr>
            <a:spLocks noGrp="1"/>
          </p:cNvSpPr>
          <p:nvPr/>
        </p:nvSpPr>
        <p:spPr>
          <a:xfrm>
            <a:off x="8724900" y="1447800"/>
            <a:ext cx="638175" cy="238125"/>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Kanit" panose="00000500000000000000" pitchFamily="2" charset="-34"/>
                <a:cs typeface="Kanit" panose="00000500000000000000" pitchFamily="2" charset="-34"/>
              </a:rPr>
              <a:t>M9</a:t>
            </a:r>
          </a:p>
        </p:txBody>
      </p:sp>
      <p:sp>
        <p:nvSpPr>
          <p:cNvPr id="27" name="Rectangle 26">
            <a:extLst>
              <a:ext uri="{FF2B5EF4-FFF2-40B4-BE49-F238E27FC236}">
                <a16:creationId xmlns:a16="http://schemas.microsoft.com/office/drawing/2014/main" id="{87868F43-A905-4138-B6AC-BAAE81316153}"/>
              </a:ext>
            </a:extLst>
          </p:cNvPr>
          <p:cNvSpPr>
            <a:spLocks noGrp="1"/>
          </p:cNvSpPr>
          <p:nvPr/>
        </p:nvSpPr>
        <p:spPr>
          <a:xfrm>
            <a:off x="9391650" y="1381125"/>
            <a:ext cx="638175" cy="400050"/>
          </a:xfrm>
          <a:prstGeom prst="rect">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28" name="Rectangle 27">
            <a:extLst>
              <a:ext uri="{FF2B5EF4-FFF2-40B4-BE49-F238E27FC236}">
                <a16:creationId xmlns:a16="http://schemas.microsoft.com/office/drawing/2014/main" id="{849C1F7B-938B-413B-8B10-BD1BC895494C}"/>
              </a:ext>
            </a:extLst>
          </p:cNvPr>
          <p:cNvSpPr>
            <a:spLocks noGrp="1"/>
          </p:cNvSpPr>
          <p:nvPr/>
        </p:nvSpPr>
        <p:spPr>
          <a:xfrm>
            <a:off x="9391650" y="1447800"/>
            <a:ext cx="638175" cy="238125"/>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Kanit" panose="00000500000000000000" pitchFamily="2" charset="-34"/>
                <a:cs typeface="Kanit" panose="00000500000000000000" pitchFamily="2" charset="-34"/>
              </a:rPr>
              <a:t>M10</a:t>
            </a:r>
          </a:p>
        </p:txBody>
      </p:sp>
      <p:sp>
        <p:nvSpPr>
          <p:cNvPr id="29" name="Rectangle 28">
            <a:extLst>
              <a:ext uri="{FF2B5EF4-FFF2-40B4-BE49-F238E27FC236}">
                <a16:creationId xmlns:a16="http://schemas.microsoft.com/office/drawing/2014/main" id="{7B04E2FB-35DC-4829-93D8-E5F79602BEB7}"/>
              </a:ext>
            </a:extLst>
          </p:cNvPr>
          <p:cNvSpPr>
            <a:spLocks noGrp="1"/>
          </p:cNvSpPr>
          <p:nvPr/>
        </p:nvSpPr>
        <p:spPr>
          <a:xfrm>
            <a:off x="10058400" y="1381125"/>
            <a:ext cx="638175" cy="400050"/>
          </a:xfrm>
          <a:prstGeom prst="rect">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0" name="Rectangle 29">
            <a:extLst>
              <a:ext uri="{FF2B5EF4-FFF2-40B4-BE49-F238E27FC236}">
                <a16:creationId xmlns:a16="http://schemas.microsoft.com/office/drawing/2014/main" id="{8C3D4289-57DB-4DB4-9B17-6447E7D7042E}"/>
              </a:ext>
            </a:extLst>
          </p:cNvPr>
          <p:cNvSpPr>
            <a:spLocks noGrp="1"/>
          </p:cNvSpPr>
          <p:nvPr/>
        </p:nvSpPr>
        <p:spPr>
          <a:xfrm>
            <a:off x="10058400" y="1447800"/>
            <a:ext cx="638175" cy="238125"/>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Kanit" panose="00000500000000000000" pitchFamily="2" charset="-34"/>
                <a:cs typeface="Kanit" panose="00000500000000000000" pitchFamily="2" charset="-34"/>
              </a:rPr>
              <a:t>M11</a:t>
            </a:r>
          </a:p>
        </p:txBody>
      </p:sp>
      <p:sp>
        <p:nvSpPr>
          <p:cNvPr id="31" name="Rectangle 30">
            <a:extLst>
              <a:ext uri="{FF2B5EF4-FFF2-40B4-BE49-F238E27FC236}">
                <a16:creationId xmlns:a16="http://schemas.microsoft.com/office/drawing/2014/main" id="{1DC6A5DE-5331-4076-A5E6-A73201BDBC4C}"/>
              </a:ext>
            </a:extLst>
          </p:cNvPr>
          <p:cNvSpPr>
            <a:spLocks noGrp="1"/>
          </p:cNvSpPr>
          <p:nvPr/>
        </p:nvSpPr>
        <p:spPr>
          <a:xfrm>
            <a:off x="10725150" y="1381125"/>
            <a:ext cx="638175" cy="400050"/>
          </a:xfrm>
          <a:prstGeom prst="rect">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2" name="Rectangle 31">
            <a:extLst>
              <a:ext uri="{FF2B5EF4-FFF2-40B4-BE49-F238E27FC236}">
                <a16:creationId xmlns:a16="http://schemas.microsoft.com/office/drawing/2014/main" id="{92C8FC8A-838A-46F8-82E3-1F6D0C0C1E88}"/>
              </a:ext>
            </a:extLst>
          </p:cNvPr>
          <p:cNvSpPr>
            <a:spLocks noGrp="1"/>
          </p:cNvSpPr>
          <p:nvPr/>
        </p:nvSpPr>
        <p:spPr>
          <a:xfrm>
            <a:off x="10725150" y="1447800"/>
            <a:ext cx="638175" cy="238125"/>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Kanit" panose="00000500000000000000" pitchFamily="2" charset="-34"/>
                <a:cs typeface="Kanit" panose="00000500000000000000" pitchFamily="2" charset="-34"/>
              </a:rPr>
              <a:t>M12</a:t>
            </a:r>
          </a:p>
        </p:txBody>
      </p:sp>
      <p:sp>
        <p:nvSpPr>
          <p:cNvPr id="33" name="Rectangle 32">
            <a:extLst>
              <a:ext uri="{FF2B5EF4-FFF2-40B4-BE49-F238E27FC236}">
                <a16:creationId xmlns:a16="http://schemas.microsoft.com/office/drawing/2014/main" id="{33EA3B7B-27C3-44E6-B919-3224980F3BE7}"/>
              </a:ext>
            </a:extLst>
          </p:cNvPr>
          <p:cNvSpPr>
            <a:spLocks noGrp="1"/>
          </p:cNvSpPr>
          <p:nvPr/>
        </p:nvSpPr>
        <p:spPr>
          <a:xfrm>
            <a:off x="3390900" y="1809750"/>
            <a:ext cx="3305175" cy="257175"/>
          </a:xfrm>
          <a:prstGeom prst="rect">
            <a:avLst/>
          </a:prstGeom>
          <a:solidFill>
            <a:srgbClr val="D7EEE5"/>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4" name="Rectangle 33">
            <a:extLst>
              <a:ext uri="{FF2B5EF4-FFF2-40B4-BE49-F238E27FC236}">
                <a16:creationId xmlns:a16="http://schemas.microsoft.com/office/drawing/2014/main" id="{FB0A5EAA-A72C-4F1F-BB50-9A6513281985}"/>
              </a:ext>
            </a:extLst>
          </p:cNvPr>
          <p:cNvSpPr>
            <a:spLocks noGrp="1"/>
          </p:cNvSpPr>
          <p:nvPr/>
        </p:nvSpPr>
        <p:spPr>
          <a:xfrm>
            <a:off x="3390900" y="1847850"/>
            <a:ext cx="3305175" cy="180975"/>
          </a:xfrm>
          <a:prstGeom prst="rect">
            <a:avLst/>
          </a:prstGeom>
          <a:noFill/>
          <a:ln w="0">
            <a:noFill/>
            <a:prstDash val="solid"/>
          </a:ln>
        </p:spPr>
        <p:txBody>
          <a:bodyPr anchor="ctr"/>
          <a:lstStyle/>
          <a:p>
            <a:pPr algn="ctr">
              <a:defRPr sz="975" b="1">
                <a:solidFill>
                  <a:srgbClr val="008F62"/>
                </a:solidFill>
              </a:defRPr>
            </a:pPr>
            <a:r>
              <a:rPr sz="975" b="1">
                <a:solidFill>
                  <a:srgbClr val="008F62"/>
                </a:solidFill>
                <a:latin typeface="Kanit" panose="00000500000000000000" pitchFamily="2" charset="-34"/>
                <a:cs typeface="Kanit" panose="00000500000000000000" pitchFamily="2" charset="-34"/>
              </a:rPr>
              <a:t>PHASE 1 — QUICK WINS | 5 MONTHS</a:t>
            </a:r>
          </a:p>
        </p:txBody>
      </p:sp>
      <p:sp>
        <p:nvSpPr>
          <p:cNvPr id="35" name="Rectangle 34">
            <a:extLst>
              <a:ext uri="{FF2B5EF4-FFF2-40B4-BE49-F238E27FC236}">
                <a16:creationId xmlns:a16="http://schemas.microsoft.com/office/drawing/2014/main" id="{390DF2A2-A970-4E51-84BC-45F9BF3D7E6B}"/>
              </a:ext>
            </a:extLst>
          </p:cNvPr>
          <p:cNvSpPr>
            <a:spLocks noGrp="1"/>
          </p:cNvSpPr>
          <p:nvPr/>
        </p:nvSpPr>
        <p:spPr>
          <a:xfrm>
            <a:off x="6724650" y="1809750"/>
            <a:ext cx="4638675" cy="257175"/>
          </a:xfrm>
          <a:prstGeom prst="rect">
            <a:avLst/>
          </a:prstGeom>
          <a:solidFill>
            <a:srgbClr val="DDE6EF"/>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6" name="Rectangle 35">
            <a:extLst>
              <a:ext uri="{FF2B5EF4-FFF2-40B4-BE49-F238E27FC236}">
                <a16:creationId xmlns:a16="http://schemas.microsoft.com/office/drawing/2014/main" id="{A72F8AE2-748D-4399-A058-F77AA4FDAA5B}"/>
              </a:ext>
            </a:extLst>
          </p:cNvPr>
          <p:cNvSpPr>
            <a:spLocks noGrp="1"/>
          </p:cNvSpPr>
          <p:nvPr/>
        </p:nvSpPr>
        <p:spPr>
          <a:xfrm>
            <a:off x="6724650" y="1847850"/>
            <a:ext cx="4638675" cy="180975"/>
          </a:xfrm>
          <a:prstGeom prst="rect">
            <a:avLst/>
          </a:prstGeom>
          <a:noFill/>
          <a:ln w="0">
            <a:noFill/>
            <a:prstDash val="solid"/>
          </a:ln>
        </p:spPr>
        <p:txBody>
          <a:bodyPr anchor="ctr"/>
          <a:lstStyle/>
          <a:p>
            <a:pPr algn="ctr">
              <a:defRPr sz="975" b="1">
                <a:solidFill>
                  <a:srgbClr val="102C46"/>
                </a:solidFill>
              </a:defRPr>
            </a:pPr>
            <a:r>
              <a:rPr sz="975" b="1">
                <a:solidFill>
                  <a:srgbClr val="102C46"/>
                </a:solidFill>
                <a:latin typeface="Kanit" panose="00000500000000000000" pitchFamily="2" charset="-34"/>
                <a:cs typeface="Kanit" panose="00000500000000000000" pitchFamily="2" charset="-34"/>
              </a:rPr>
              <a:t>PHASE 2 — SCALE | 7 MONTHS</a:t>
            </a:r>
          </a:p>
        </p:txBody>
      </p:sp>
      <p:sp>
        <p:nvSpPr>
          <p:cNvPr id="37" name="Rectangle 36">
            <a:extLst>
              <a:ext uri="{FF2B5EF4-FFF2-40B4-BE49-F238E27FC236}">
                <a16:creationId xmlns:a16="http://schemas.microsoft.com/office/drawing/2014/main" id="{2017297B-84CF-436A-AFD8-51C6952FA8C4}"/>
              </a:ext>
            </a:extLst>
          </p:cNvPr>
          <p:cNvSpPr>
            <a:spLocks noGrp="1"/>
          </p:cNvSpPr>
          <p:nvPr/>
        </p:nvSpPr>
        <p:spPr>
          <a:xfrm>
            <a:off x="514350" y="2181225"/>
            <a:ext cx="11163300" cy="428625"/>
          </a:xfrm>
          <a:prstGeom prst="rect">
            <a:avLst/>
          </a:prstGeom>
          <a:solidFill>
            <a:srgbClr val="F4F8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8" name="Oval 37">
            <a:extLst>
              <a:ext uri="{FF2B5EF4-FFF2-40B4-BE49-F238E27FC236}">
                <a16:creationId xmlns:a16="http://schemas.microsoft.com/office/drawing/2014/main" id="{B605D583-3747-414B-BAC1-881113CEF558}"/>
              </a:ext>
            </a:extLst>
          </p:cNvPr>
          <p:cNvSpPr>
            <a:spLocks noGrp="1"/>
          </p:cNvSpPr>
          <p:nvPr/>
        </p:nvSpPr>
        <p:spPr>
          <a:xfrm>
            <a:off x="619125" y="2266950"/>
            <a:ext cx="266700" cy="266700"/>
          </a:xfrm>
          <a:prstGeom prst="ellipse">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39" name="Rectangle 38">
            <a:extLst>
              <a:ext uri="{FF2B5EF4-FFF2-40B4-BE49-F238E27FC236}">
                <a16:creationId xmlns:a16="http://schemas.microsoft.com/office/drawing/2014/main" id="{157D21CD-A77B-466F-859B-4F89A13E9C17}"/>
              </a:ext>
            </a:extLst>
          </p:cNvPr>
          <p:cNvSpPr>
            <a:spLocks noGrp="1"/>
          </p:cNvSpPr>
          <p:nvPr/>
        </p:nvSpPr>
        <p:spPr>
          <a:xfrm>
            <a:off x="619125" y="2295525"/>
            <a:ext cx="266700" cy="19050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6</a:t>
            </a:r>
          </a:p>
        </p:txBody>
      </p:sp>
      <p:sp>
        <p:nvSpPr>
          <p:cNvPr id="40" name="Rectangle 39">
            <a:extLst>
              <a:ext uri="{FF2B5EF4-FFF2-40B4-BE49-F238E27FC236}">
                <a16:creationId xmlns:a16="http://schemas.microsoft.com/office/drawing/2014/main" id="{C5EE0E22-7134-4520-B972-DE1BFDD9F11D}"/>
              </a:ext>
            </a:extLst>
          </p:cNvPr>
          <p:cNvSpPr>
            <a:spLocks noGrp="1"/>
          </p:cNvSpPr>
          <p:nvPr/>
        </p:nvSpPr>
        <p:spPr>
          <a:xfrm>
            <a:off x="990600" y="2247900"/>
            <a:ext cx="2238375" cy="295275"/>
          </a:xfrm>
          <a:prstGeom prst="rect">
            <a:avLst/>
          </a:prstGeom>
          <a:noFill/>
          <a:ln w="0">
            <a:noFill/>
            <a:prstDash val="solid"/>
          </a:ln>
        </p:spPr>
        <p:txBody>
          <a:bodyPr anchor="ctr"/>
          <a:lstStyle/>
          <a:p>
            <a:pPr algn="l">
              <a:defRPr sz="1050" b="1">
                <a:solidFill>
                  <a:srgbClr val="193B36"/>
                </a:solidFill>
              </a:defRPr>
            </a:pPr>
            <a:r>
              <a:rPr sz="1050" b="1">
                <a:solidFill>
                  <a:srgbClr val="193B36"/>
                </a:solidFill>
                <a:latin typeface="Kanit" panose="00000500000000000000" pitchFamily="2" charset="-34"/>
                <a:cs typeface="Kanit" panose="00000500000000000000" pitchFamily="2" charset="-34"/>
              </a:rPr>
              <a:t>Billing &amp; Cheque Reminder</a:t>
            </a:r>
          </a:p>
        </p:txBody>
      </p:sp>
      <p:sp>
        <p:nvSpPr>
          <p:cNvPr id="41" name="Rectangle 40">
            <a:extLst>
              <a:ext uri="{FF2B5EF4-FFF2-40B4-BE49-F238E27FC236}">
                <a16:creationId xmlns:a16="http://schemas.microsoft.com/office/drawing/2014/main" id="{E82C6A01-3E09-4FAF-BB0C-D400AC4EE870}"/>
              </a:ext>
            </a:extLst>
          </p:cNvPr>
          <p:cNvSpPr>
            <a:spLocks noGrp="1"/>
          </p:cNvSpPr>
          <p:nvPr/>
        </p:nvSpPr>
        <p:spPr>
          <a:xfrm>
            <a:off x="3390900" y="21812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42" name="Rectangle 41">
            <a:extLst>
              <a:ext uri="{FF2B5EF4-FFF2-40B4-BE49-F238E27FC236}">
                <a16:creationId xmlns:a16="http://schemas.microsoft.com/office/drawing/2014/main" id="{63B9CAF6-BB2E-466C-9F17-CA2A7AFFC9DC}"/>
              </a:ext>
            </a:extLst>
          </p:cNvPr>
          <p:cNvSpPr>
            <a:spLocks noGrp="1"/>
          </p:cNvSpPr>
          <p:nvPr/>
        </p:nvSpPr>
        <p:spPr>
          <a:xfrm>
            <a:off x="4057650" y="21812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43" name="Rectangle 42">
            <a:extLst>
              <a:ext uri="{FF2B5EF4-FFF2-40B4-BE49-F238E27FC236}">
                <a16:creationId xmlns:a16="http://schemas.microsoft.com/office/drawing/2014/main" id="{0252CA33-8CEF-4E34-850F-6176D28DC5A9}"/>
              </a:ext>
            </a:extLst>
          </p:cNvPr>
          <p:cNvSpPr>
            <a:spLocks noGrp="1"/>
          </p:cNvSpPr>
          <p:nvPr/>
        </p:nvSpPr>
        <p:spPr>
          <a:xfrm>
            <a:off x="4724400" y="21812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44" name="Rectangle 43">
            <a:extLst>
              <a:ext uri="{FF2B5EF4-FFF2-40B4-BE49-F238E27FC236}">
                <a16:creationId xmlns:a16="http://schemas.microsoft.com/office/drawing/2014/main" id="{D6955682-B33C-4F23-93C8-96A5E406D97B}"/>
              </a:ext>
            </a:extLst>
          </p:cNvPr>
          <p:cNvSpPr>
            <a:spLocks noGrp="1"/>
          </p:cNvSpPr>
          <p:nvPr/>
        </p:nvSpPr>
        <p:spPr>
          <a:xfrm>
            <a:off x="5391150" y="21812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45" name="Rectangle 44">
            <a:extLst>
              <a:ext uri="{FF2B5EF4-FFF2-40B4-BE49-F238E27FC236}">
                <a16:creationId xmlns:a16="http://schemas.microsoft.com/office/drawing/2014/main" id="{1EFDB8D9-C7C6-4960-975F-74447F8B27BA}"/>
              </a:ext>
            </a:extLst>
          </p:cNvPr>
          <p:cNvSpPr>
            <a:spLocks noGrp="1"/>
          </p:cNvSpPr>
          <p:nvPr/>
        </p:nvSpPr>
        <p:spPr>
          <a:xfrm>
            <a:off x="6057900" y="21812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46" name="Rectangle 45">
            <a:extLst>
              <a:ext uri="{FF2B5EF4-FFF2-40B4-BE49-F238E27FC236}">
                <a16:creationId xmlns:a16="http://schemas.microsoft.com/office/drawing/2014/main" id="{594FE7C9-A525-49EA-AF16-2585431FE016}"/>
              </a:ext>
            </a:extLst>
          </p:cNvPr>
          <p:cNvSpPr>
            <a:spLocks noGrp="1"/>
          </p:cNvSpPr>
          <p:nvPr/>
        </p:nvSpPr>
        <p:spPr>
          <a:xfrm>
            <a:off x="6724650" y="21812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47" name="Rectangle 46">
            <a:extLst>
              <a:ext uri="{FF2B5EF4-FFF2-40B4-BE49-F238E27FC236}">
                <a16:creationId xmlns:a16="http://schemas.microsoft.com/office/drawing/2014/main" id="{9487E5BD-B358-4DDF-88B3-39D1E29CD27B}"/>
              </a:ext>
            </a:extLst>
          </p:cNvPr>
          <p:cNvSpPr>
            <a:spLocks noGrp="1"/>
          </p:cNvSpPr>
          <p:nvPr/>
        </p:nvSpPr>
        <p:spPr>
          <a:xfrm>
            <a:off x="7391400" y="21812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48" name="Rectangle 47">
            <a:extLst>
              <a:ext uri="{FF2B5EF4-FFF2-40B4-BE49-F238E27FC236}">
                <a16:creationId xmlns:a16="http://schemas.microsoft.com/office/drawing/2014/main" id="{4C066422-EBB6-420D-B0DA-3BD152C0C66A}"/>
              </a:ext>
            </a:extLst>
          </p:cNvPr>
          <p:cNvSpPr>
            <a:spLocks noGrp="1"/>
          </p:cNvSpPr>
          <p:nvPr/>
        </p:nvSpPr>
        <p:spPr>
          <a:xfrm>
            <a:off x="8058150" y="21812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49" name="Rectangle 48">
            <a:extLst>
              <a:ext uri="{FF2B5EF4-FFF2-40B4-BE49-F238E27FC236}">
                <a16:creationId xmlns:a16="http://schemas.microsoft.com/office/drawing/2014/main" id="{88DB674C-7B80-4313-A16F-F1AA4A4932D7}"/>
              </a:ext>
            </a:extLst>
          </p:cNvPr>
          <p:cNvSpPr>
            <a:spLocks noGrp="1"/>
          </p:cNvSpPr>
          <p:nvPr/>
        </p:nvSpPr>
        <p:spPr>
          <a:xfrm>
            <a:off x="8724900" y="21812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50" name="Rectangle 49">
            <a:extLst>
              <a:ext uri="{FF2B5EF4-FFF2-40B4-BE49-F238E27FC236}">
                <a16:creationId xmlns:a16="http://schemas.microsoft.com/office/drawing/2014/main" id="{AF8C44E9-501B-4924-97FB-3DDDADAAB5C2}"/>
              </a:ext>
            </a:extLst>
          </p:cNvPr>
          <p:cNvSpPr>
            <a:spLocks noGrp="1"/>
          </p:cNvSpPr>
          <p:nvPr/>
        </p:nvSpPr>
        <p:spPr>
          <a:xfrm>
            <a:off x="9391650" y="21812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51" name="Rectangle 50">
            <a:extLst>
              <a:ext uri="{FF2B5EF4-FFF2-40B4-BE49-F238E27FC236}">
                <a16:creationId xmlns:a16="http://schemas.microsoft.com/office/drawing/2014/main" id="{313CDF2F-50CC-4E3A-836E-F301765DAB5B}"/>
              </a:ext>
            </a:extLst>
          </p:cNvPr>
          <p:cNvSpPr>
            <a:spLocks noGrp="1"/>
          </p:cNvSpPr>
          <p:nvPr/>
        </p:nvSpPr>
        <p:spPr>
          <a:xfrm>
            <a:off x="10058400" y="21812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52" name="Rectangle 51">
            <a:extLst>
              <a:ext uri="{FF2B5EF4-FFF2-40B4-BE49-F238E27FC236}">
                <a16:creationId xmlns:a16="http://schemas.microsoft.com/office/drawing/2014/main" id="{99AD777E-1DAD-4C86-9004-6423DD420B69}"/>
              </a:ext>
            </a:extLst>
          </p:cNvPr>
          <p:cNvSpPr>
            <a:spLocks noGrp="1"/>
          </p:cNvSpPr>
          <p:nvPr/>
        </p:nvSpPr>
        <p:spPr>
          <a:xfrm>
            <a:off x="10725150" y="21812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53" name="Rectangle: Rounded Corners 52">
            <a:extLst>
              <a:ext uri="{FF2B5EF4-FFF2-40B4-BE49-F238E27FC236}">
                <a16:creationId xmlns:a16="http://schemas.microsoft.com/office/drawing/2014/main" id="{B602F41A-4FEC-402F-92C1-006FFD7C8752}"/>
              </a:ext>
            </a:extLst>
          </p:cNvPr>
          <p:cNvSpPr>
            <a:spLocks noGrp="1"/>
          </p:cNvSpPr>
          <p:nvPr/>
        </p:nvSpPr>
        <p:spPr>
          <a:xfrm>
            <a:off x="3390899" y="2276475"/>
            <a:ext cx="1304925" cy="238125"/>
          </a:xfrm>
          <a:prstGeom prst="roundRect">
            <a:avLst>
              <a:gd name="adj" fmla="val 32000"/>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4" name="Rectangle 53">
            <a:extLst>
              <a:ext uri="{FF2B5EF4-FFF2-40B4-BE49-F238E27FC236}">
                <a16:creationId xmlns:a16="http://schemas.microsoft.com/office/drawing/2014/main" id="{2354B905-B5E5-471D-9774-FBEE0AFEA80C}"/>
              </a:ext>
            </a:extLst>
          </p:cNvPr>
          <p:cNvSpPr>
            <a:spLocks noGrp="1"/>
          </p:cNvSpPr>
          <p:nvPr/>
        </p:nvSpPr>
        <p:spPr>
          <a:xfrm>
            <a:off x="514350" y="2628900"/>
            <a:ext cx="11163300" cy="428625"/>
          </a:xfrm>
          <a:prstGeom prst="rect">
            <a:avLst/>
          </a:prstGeom>
          <a:solidFill>
            <a:srgbClr val="FFFFFF"/>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5" name="Oval 54">
            <a:extLst>
              <a:ext uri="{FF2B5EF4-FFF2-40B4-BE49-F238E27FC236}">
                <a16:creationId xmlns:a16="http://schemas.microsoft.com/office/drawing/2014/main" id="{23B5E814-37F1-4A4E-8746-FAFE66A671C6}"/>
              </a:ext>
            </a:extLst>
          </p:cNvPr>
          <p:cNvSpPr>
            <a:spLocks noGrp="1"/>
          </p:cNvSpPr>
          <p:nvPr/>
        </p:nvSpPr>
        <p:spPr>
          <a:xfrm>
            <a:off x="619125" y="2714625"/>
            <a:ext cx="266700" cy="266700"/>
          </a:xfrm>
          <a:prstGeom prst="ellipse">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56" name="Rectangle 55">
            <a:extLst>
              <a:ext uri="{FF2B5EF4-FFF2-40B4-BE49-F238E27FC236}">
                <a16:creationId xmlns:a16="http://schemas.microsoft.com/office/drawing/2014/main" id="{F45018FE-DEE4-4E72-92C1-F2362D3617A7}"/>
              </a:ext>
            </a:extLst>
          </p:cNvPr>
          <p:cNvSpPr>
            <a:spLocks noGrp="1"/>
          </p:cNvSpPr>
          <p:nvPr/>
        </p:nvSpPr>
        <p:spPr>
          <a:xfrm>
            <a:off x="619125" y="2743200"/>
            <a:ext cx="266700" cy="190500"/>
          </a:xfrm>
          <a:prstGeom prst="rect">
            <a:avLst/>
          </a:prstGeom>
          <a:noFill/>
          <a:ln w="0">
            <a:noFill/>
            <a:prstDash val="solid"/>
          </a:ln>
        </p:spPr>
        <p:txBody>
          <a:bodyPr anchor="ctr"/>
          <a:lstStyle/>
          <a:p>
            <a:pPr algn="ctr">
              <a:defRPr sz="975" b="1">
                <a:solidFill>
                  <a:srgbClr val="FFFFFF"/>
                </a:solidFill>
              </a:defRPr>
            </a:pPr>
            <a:r>
              <a:rPr lang="en-US" sz="975" b="1" dirty="0">
                <a:solidFill>
                  <a:srgbClr val="FFFFFF"/>
                </a:solidFill>
                <a:latin typeface="Kanit" panose="00000500000000000000" pitchFamily="2" charset="-34"/>
                <a:cs typeface="Kanit" panose="00000500000000000000" pitchFamily="2" charset="-34"/>
              </a:rPr>
              <a:t>1</a:t>
            </a:r>
            <a:endParaRPr sz="975" b="1" dirty="0">
              <a:solidFill>
                <a:srgbClr val="FFFFFF"/>
              </a:solidFill>
              <a:latin typeface="Kanit" panose="00000500000000000000" pitchFamily="2" charset="-34"/>
              <a:cs typeface="Kanit" panose="00000500000000000000" pitchFamily="2" charset="-34"/>
            </a:endParaRPr>
          </a:p>
        </p:txBody>
      </p:sp>
      <p:sp>
        <p:nvSpPr>
          <p:cNvPr id="57" name="Rectangle 56">
            <a:extLst>
              <a:ext uri="{FF2B5EF4-FFF2-40B4-BE49-F238E27FC236}">
                <a16:creationId xmlns:a16="http://schemas.microsoft.com/office/drawing/2014/main" id="{94FE3D18-AD93-424D-A9E0-6AFE9C9A69CB}"/>
              </a:ext>
            </a:extLst>
          </p:cNvPr>
          <p:cNvSpPr>
            <a:spLocks noGrp="1"/>
          </p:cNvSpPr>
          <p:nvPr/>
        </p:nvSpPr>
        <p:spPr>
          <a:xfrm>
            <a:off x="990600" y="2695575"/>
            <a:ext cx="2238375" cy="295275"/>
          </a:xfrm>
          <a:prstGeom prst="rect">
            <a:avLst/>
          </a:prstGeom>
          <a:noFill/>
          <a:ln w="0">
            <a:noFill/>
            <a:prstDash val="solid"/>
          </a:ln>
        </p:spPr>
        <p:txBody>
          <a:bodyPr anchor="ctr"/>
          <a:lstStyle/>
          <a:p>
            <a:pPr algn="l">
              <a:defRPr sz="1050" b="1">
                <a:solidFill>
                  <a:srgbClr val="193B36"/>
                </a:solidFill>
              </a:defRPr>
            </a:pPr>
            <a:r>
              <a:rPr lang="en-US" sz="1050" b="1" dirty="0">
                <a:solidFill>
                  <a:srgbClr val="193B36"/>
                </a:solidFill>
                <a:latin typeface="Kanit" panose="00000500000000000000" pitchFamily="2" charset="-34"/>
                <a:cs typeface="Kanit" panose="00000500000000000000" pitchFamily="2" charset="-34"/>
              </a:rPr>
              <a:t>Bank Reconciliation</a:t>
            </a:r>
            <a:endParaRPr sz="1050" b="1" dirty="0">
              <a:solidFill>
                <a:srgbClr val="193B36"/>
              </a:solidFill>
              <a:latin typeface="Kanit" panose="00000500000000000000" pitchFamily="2" charset="-34"/>
              <a:cs typeface="Kanit" panose="00000500000000000000" pitchFamily="2" charset="-34"/>
            </a:endParaRPr>
          </a:p>
        </p:txBody>
      </p:sp>
      <p:sp>
        <p:nvSpPr>
          <p:cNvPr id="58" name="Rectangle 57">
            <a:extLst>
              <a:ext uri="{FF2B5EF4-FFF2-40B4-BE49-F238E27FC236}">
                <a16:creationId xmlns:a16="http://schemas.microsoft.com/office/drawing/2014/main" id="{8C427C68-CA61-47CD-AACE-F6C74FD3BD78}"/>
              </a:ext>
            </a:extLst>
          </p:cNvPr>
          <p:cNvSpPr>
            <a:spLocks noGrp="1"/>
          </p:cNvSpPr>
          <p:nvPr/>
        </p:nvSpPr>
        <p:spPr>
          <a:xfrm>
            <a:off x="3390900" y="26289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59" name="Rectangle 58">
            <a:extLst>
              <a:ext uri="{FF2B5EF4-FFF2-40B4-BE49-F238E27FC236}">
                <a16:creationId xmlns:a16="http://schemas.microsoft.com/office/drawing/2014/main" id="{9B1348AA-2CD5-4FA2-9178-F79F67D56DD8}"/>
              </a:ext>
            </a:extLst>
          </p:cNvPr>
          <p:cNvSpPr>
            <a:spLocks noGrp="1"/>
          </p:cNvSpPr>
          <p:nvPr/>
        </p:nvSpPr>
        <p:spPr>
          <a:xfrm>
            <a:off x="4057650" y="26289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60" name="Rectangle 59">
            <a:extLst>
              <a:ext uri="{FF2B5EF4-FFF2-40B4-BE49-F238E27FC236}">
                <a16:creationId xmlns:a16="http://schemas.microsoft.com/office/drawing/2014/main" id="{A26B6898-ABC4-4BE8-AC00-4E6E9260B96E}"/>
              </a:ext>
            </a:extLst>
          </p:cNvPr>
          <p:cNvSpPr>
            <a:spLocks noGrp="1"/>
          </p:cNvSpPr>
          <p:nvPr/>
        </p:nvSpPr>
        <p:spPr>
          <a:xfrm>
            <a:off x="4724400" y="26289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61" name="Rectangle 60">
            <a:extLst>
              <a:ext uri="{FF2B5EF4-FFF2-40B4-BE49-F238E27FC236}">
                <a16:creationId xmlns:a16="http://schemas.microsoft.com/office/drawing/2014/main" id="{9A4F7E70-8619-414F-ABFE-5F002FA476F0}"/>
              </a:ext>
            </a:extLst>
          </p:cNvPr>
          <p:cNvSpPr>
            <a:spLocks noGrp="1"/>
          </p:cNvSpPr>
          <p:nvPr/>
        </p:nvSpPr>
        <p:spPr>
          <a:xfrm>
            <a:off x="5391150" y="26289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62" name="Rectangle 61">
            <a:extLst>
              <a:ext uri="{FF2B5EF4-FFF2-40B4-BE49-F238E27FC236}">
                <a16:creationId xmlns:a16="http://schemas.microsoft.com/office/drawing/2014/main" id="{D3D59775-857B-46A8-838C-92B6F10D10C1}"/>
              </a:ext>
            </a:extLst>
          </p:cNvPr>
          <p:cNvSpPr>
            <a:spLocks noGrp="1"/>
          </p:cNvSpPr>
          <p:nvPr/>
        </p:nvSpPr>
        <p:spPr>
          <a:xfrm>
            <a:off x="6057900" y="26289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63" name="Rectangle 62">
            <a:extLst>
              <a:ext uri="{FF2B5EF4-FFF2-40B4-BE49-F238E27FC236}">
                <a16:creationId xmlns:a16="http://schemas.microsoft.com/office/drawing/2014/main" id="{76492A18-0A4F-4C89-8E9A-54EAFBDFB239}"/>
              </a:ext>
            </a:extLst>
          </p:cNvPr>
          <p:cNvSpPr>
            <a:spLocks noGrp="1"/>
          </p:cNvSpPr>
          <p:nvPr/>
        </p:nvSpPr>
        <p:spPr>
          <a:xfrm>
            <a:off x="6724650" y="26289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64" name="Rectangle 63">
            <a:extLst>
              <a:ext uri="{FF2B5EF4-FFF2-40B4-BE49-F238E27FC236}">
                <a16:creationId xmlns:a16="http://schemas.microsoft.com/office/drawing/2014/main" id="{9A3B4115-9BC0-4300-90E7-F812A12862DC}"/>
              </a:ext>
            </a:extLst>
          </p:cNvPr>
          <p:cNvSpPr>
            <a:spLocks noGrp="1"/>
          </p:cNvSpPr>
          <p:nvPr/>
        </p:nvSpPr>
        <p:spPr>
          <a:xfrm>
            <a:off x="7391400" y="26289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65" name="Rectangle 64">
            <a:extLst>
              <a:ext uri="{FF2B5EF4-FFF2-40B4-BE49-F238E27FC236}">
                <a16:creationId xmlns:a16="http://schemas.microsoft.com/office/drawing/2014/main" id="{5C2276A9-6A7D-4CD8-9339-A34B4FAB8B8F}"/>
              </a:ext>
            </a:extLst>
          </p:cNvPr>
          <p:cNvSpPr>
            <a:spLocks noGrp="1"/>
          </p:cNvSpPr>
          <p:nvPr/>
        </p:nvSpPr>
        <p:spPr>
          <a:xfrm>
            <a:off x="8058150" y="26289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66" name="Rectangle 65">
            <a:extLst>
              <a:ext uri="{FF2B5EF4-FFF2-40B4-BE49-F238E27FC236}">
                <a16:creationId xmlns:a16="http://schemas.microsoft.com/office/drawing/2014/main" id="{7D91A66E-7E13-487A-84AF-1C563DF6F809}"/>
              </a:ext>
            </a:extLst>
          </p:cNvPr>
          <p:cNvSpPr>
            <a:spLocks noGrp="1"/>
          </p:cNvSpPr>
          <p:nvPr/>
        </p:nvSpPr>
        <p:spPr>
          <a:xfrm>
            <a:off x="8724900" y="26289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67" name="Rectangle 66">
            <a:extLst>
              <a:ext uri="{FF2B5EF4-FFF2-40B4-BE49-F238E27FC236}">
                <a16:creationId xmlns:a16="http://schemas.microsoft.com/office/drawing/2014/main" id="{032BF716-4710-49C4-B991-70591E42726C}"/>
              </a:ext>
            </a:extLst>
          </p:cNvPr>
          <p:cNvSpPr>
            <a:spLocks noGrp="1"/>
          </p:cNvSpPr>
          <p:nvPr/>
        </p:nvSpPr>
        <p:spPr>
          <a:xfrm>
            <a:off x="9391650" y="26289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68" name="Rectangle 67">
            <a:extLst>
              <a:ext uri="{FF2B5EF4-FFF2-40B4-BE49-F238E27FC236}">
                <a16:creationId xmlns:a16="http://schemas.microsoft.com/office/drawing/2014/main" id="{2E0E7023-79D3-4BF5-8099-57BB7A067D9F}"/>
              </a:ext>
            </a:extLst>
          </p:cNvPr>
          <p:cNvSpPr>
            <a:spLocks noGrp="1"/>
          </p:cNvSpPr>
          <p:nvPr/>
        </p:nvSpPr>
        <p:spPr>
          <a:xfrm>
            <a:off x="10058400" y="26289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69" name="Rectangle 68">
            <a:extLst>
              <a:ext uri="{FF2B5EF4-FFF2-40B4-BE49-F238E27FC236}">
                <a16:creationId xmlns:a16="http://schemas.microsoft.com/office/drawing/2014/main" id="{1E74D4AF-9BEE-43FF-B0A7-54347C576B61}"/>
              </a:ext>
            </a:extLst>
          </p:cNvPr>
          <p:cNvSpPr>
            <a:spLocks noGrp="1"/>
          </p:cNvSpPr>
          <p:nvPr/>
        </p:nvSpPr>
        <p:spPr>
          <a:xfrm>
            <a:off x="10725150" y="26289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70" name="Rectangle: Rounded Corners 69">
            <a:extLst>
              <a:ext uri="{FF2B5EF4-FFF2-40B4-BE49-F238E27FC236}">
                <a16:creationId xmlns:a16="http://schemas.microsoft.com/office/drawing/2014/main" id="{922DB129-76FB-41F7-B745-D7F6867B33A8}"/>
              </a:ext>
            </a:extLst>
          </p:cNvPr>
          <p:cNvSpPr>
            <a:spLocks noGrp="1"/>
          </p:cNvSpPr>
          <p:nvPr/>
        </p:nvSpPr>
        <p:spPr>
          <a:xfrm>
            <a:off x="4057650" y="2724151"/>
            <a:ext cx="1685925" cy="209549"/>
          </a:xfrm>
          <a:prstGeom prst="roundRect">
            <a:avLst>
              <a:gd name="adj" fmla="val 32000"/>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71" name="Rectangle 70">
            <a:extLst>
              <a:ext uri="{FF2B5EF4-FFF2-40B4-BE49-F238E27FC236}">
                <a16:creationId xmlns:a16="http://schemas.microsoft.com/office/drawing/2014/main" id="{B5B39940-EDA6-42C4-9B28-E016EFF72C40}"/>
              </a:ext>
            </a:extLst>
          </p:cNvPr>
          <p:cNvSpPr>
            <a:spLocks noGrp="1"/>
          </p:cNvSpPr>
          <p:nvPr/>
        </p:nvSpPr>
        <p:spPr>
          <a:xfrm>
            <a:off x="514350" y="3076575"/>
            <a:ext cx="11163300" cy="428625"/>
          </a:xfrm>
          <a:prstGeom prst="rect">
            <a:avLst/>
          </a:prstGeom>
          <a:solidFill>
            <a:srgbClr val="F4F8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72" name="Oval 71">
            <a:extLst>
              <a:ext uri="{FF2B5EF4-FFF2-40B4-BE49-F238E27FC236}">
                <a16:creationId xmlns:a16="http://schemas.microsoft.com/office/drawing/2014/main" id="{735C24A0-809A-47B0-90A4-1756F106EB51}"/>
              </a:ext>
            </a:extLst>
          </p:cNvPr>
          <p:cNvSpPr>
            <a:spLocks noGrp="1"/>
          </p:cNvSpPr>
          <p:nvPr/>
        </p:nvSpPr>
        <p:spPr>
          <a:xfrm>
            <a:off x="619125" y="3162300"/>
            <a:ext cx="266700" cy="266700"/>
          </a:xfrm>
          <a:prstGeom prst="ellipse">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73" name="Rectangle 72">
            <a:extLst>
              <a:ext uri="{FF2B5EF4-FFF2-40B4-BE49-F238E27FC236}">
                <a16:creationId xmlns:a16="http://schemas.microsoft.com/office/drawing/2014/main" id="{16E67F5E-BA6B-4486-B575-2B23C314A288}"/>
              </a:ext>
            </a:extLst>
          </p:cNvPr>
          <p:cNvSpPr>
            <a:spLocks noGrp="1"/>
          </p:cNvSpPr>
          <p:nvPr/>
        </p:nvSpPr>
        <p:spPr>
          <a:xfrm>
            <a:off x="619125" y="3190875"/>
            <a:ext cx="266700" cy="19050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2</a:t>
            </a:r>
          </a:p>
        </p:txBody>
      </p:sp>
      <p:sp>
        <p:nvSpPr>
          <p:cNvPr id="74" name="Rectangle 73">
            <a:extLst>
              <a:ext uri="{FF2B5EF4-FFF2-40B4-BE49-F238E27FC236}">
                <a16:creationId xmlns:a16="http://schemas.microsoft.com/office/drawing/2014/main" id="{F251F2D6-B20B-4F19-A9B3-DE47EA61EDB9}"/>
              </a:ext>
            </a:extLst>
          </p:cNvPr>
          <p:cNvSpPr>
            <a:spLocks noGrp="1"/>
          </p:cNvSpPr>
          <p:nvPr/>
        </p:nvSpPr>
        <p:spPr>
          <a:xfrm>
            <a:off x="990600" y="3143250"/>
            <a:ext cx="2238375" cy="295275"/>
          </a:xfrm>
          <a:prstGeom prst="rect">
            <a:avLst/>
          </a:prstGeom>
          <a:noFill/>
          <a:ln w="0">
            <a:noFill/>
            <a:prstDash val="solid"/>
          </a:ln>
        </p:spPr>
        <p:txBody>
          <a:bodyPr anchor="ctr"/>
          <a:lstStyle/>
          <a:p>
            <a:pPr algn="l">
              <a:defRPr sz="1050" b="1">
                <a:solidFill>
                  <a:srgbClr val="193B36"/>
                </a:solidFill>
              </a:defRPr>
            </a:pPr>
            <a:r>
              <a:rPr sz="1050" b="1">
                <a:solidFill>
                  <a:srgbClr val="193B36"/>
                </a:solidFill>
                <a:latin typeface="Kanit" panose="00000500000000000000" pitchFamily="2" charset="-34"/>
                <a:cs typeface="Kanit" panose="00000500000000000000" pitchFamily="2" charset="-34"/>
              </a:rPr>
              <a:t>Intercompany Billing &amp; Expense</a:t>
            </a:r>
          </a:p>
        </p:txBody>
      </p:sp>
      <p:sp>
        <p:nvSpPr>
          <p:cNvPr id="75" name="Rectangle 74">
            <a:extLst>
              <a:ext uri="{FF2B5EF4-FFF2-40B4-BE49-F238E27FC236}">
                <a16:creationId xmlns:a16="http://schemas.microsoft.com/office/drawing/2014/main" id="{8F132F2A-95EA-4F48-AED1-62A41B786381}"/>
              </a:ext>
            </a:extLst>
          </p:cNvPr>
          <p:cNvSpPr>
            <a:spLocks noGrp="1"/>
          </p:cNvSpPr>
          <p:nvPr/>
        </p:nvSpPr>
        <p:spPr>
          <a:xfrm>
            <a:off x="3390900" y="30765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76" name="Rectangle 75">
            <a:extLst>
              <a:ext uri="{FF2B5EF4-FFF2-40B4-BE49-F238E27FC236}">
                <a16:creationId xmlns:a16="http://schemas.microsoft.com/office/drawing/2014/main" id="{2B111DA9-64CB-41C9-808B-382E2B37433B}"/>
              </a:ext>
            </a:extLst>
          </p:cNvPr>
          <p:cNvSpPr>
            <a:spLocks noGrp="1"/>
          </p:cNvSpPr>
          <p:nvPr/>
        </p:nvSpPr>
        <p:spPr>
          <a:xfrm>
            <a:off x="4057650" y="30765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77" name="Rectangle 76">
            <a:extLst>
              <a:ext uri="{FF2B5EF4-FFF2-40B4-BE49-F238E27FC236}">
                <a16:creationId xmlns:a16="http://schemas.microsoft.com/office/drawing/2014/main" id="{B6DC3BE8-A927-4BCA-AF4D-E91F6757EF3F}"/>
              </a:ext>
            </a:extLst>
          </p:cNvPr>
          <p:cNvSpPr>
            <a:spLocks noGrp="1"/>
          </p:cNvSpPr>
          <p:nvPr/>
        </p:nvSpPr>
        <p:spPr>
          <a:xfrm>
            <a:off x="4724400" y="30765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78" name="Rectangle 77">
            <a:extLst>
              <a:ext uri="{FF2B5EF4-FFF2-40B4-BE49-F238E27FC236}">
                <a16:creationId xmlns:a16="http://schemas.microsoft.com/office/drawing/2014/main" id="{3F20F7B7-E25C-4FA5-8B97-8BD82623AE83}"/>
              </a:ext>
            </a:extLst>
          </p:cNvPr>
          <p:cNvSpPr>
            <a:spLocks noGrp="1"/>
          </p:cNvSpPr>
          <p:nvPr/>
        </p:nvSpPr>
        <p:spPr>
          <a:xfrm>
            <a:off x="5391150" y="30765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79" name="Rectangle 78">
            <a:extLst>
              <a:ext uri="{FF2B5EF4-FFF2-40B4-BE49-F238E27FC236}">
                <a16:creationId xmlns:a16="http://schemas.microsoft.com/office/drawing/2014/main" id="{5134A8A9-EF48-4579-BF78-1C16403B522A}"/>
              </a:ext>
            </a:extLst>
          </p:cNvPr>
          <p:cNvSpPr>
            <a:spLocks noGrp="1"/>
          </p:cNvSpPr>
          <p:nvPr/>
        </p:nvSpPr>
        <p:spPr>
          <a:xfrm>
            <a:off x="6057900" y="30765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80" name="Rectangle 79">
            <a:extLst>
              <a:ext uri="{FF2B5EF4-FFF2-40B4-BE49-F238E27FC236}">
                <a16:creationId xmlns:a16="http://schemas.microsoft.com/office/drawing/2014/main" id="{387EC142-524B-4C5D-B828-E542183782C5}"/>
              </a:ext>
            </a:extLst>
          </p:cNvPr>
          <p:cNvSpPr>
            <a:spLocks noGrp="1"/>
          </p:cNvSpPr>
          <p:nvPr/>
        </p:nvSpPr>
        <p:spPr>
          <a:xfrm>
            <a:off x="6724650" y="30765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81" name="Rectangle 80">
            <a:extLst>
              <a:ext uri="{FF2B5EF4-FFF2-40B4-BE49-F238E27FC236}">
                <a16:creationId xmlns:a16="http://schemas.microsoft.com/office/drawing/2014/main" id="{CD2B2F47-5350-4450-8F14-78FD7B38C09F}"/>
              </a:ext>
            </a:extLst>
          </p:cNvPr>
          <p:cNvSpPr>
            <a:spLocks noGrp="1"/>
          </p:cNvSpPr>
          <p:nvPr/>
        </p:nvSpPr>
        <p:spPr>
          <a:xfrm>
            <a:off x="7391400" y="30765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82" name="Rectangle 81">
            <a:extLst>
              <a:ext uri="{FF2B5EF4-FFF2-40B4-BE49-F238E27FC236}">
                <a16:creationId xmlns:a16="http://schemas.microsoft.com/office/drawing/2014/main" id="{3FA56C99-4FAA-4603-A0D4-1FE0871B7E23}"/>
              </a:ext>
            </a:extLst>
          </p:cNvPr>
          <p:cNvSpPr>
            <a:spLocks noGrp="1"/>
          </p:cNvSpPr>
          <p:nvPr/>
        </p:nvSpPr>
        <p:spPr>
          <a:xfrm>
            <a:off x="8058150" y="30765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83" name="Rectangle 82">
            <a:extLst>
              <a:ext uri="{FF2B5EF4-FFF2-40B4-BE49-F238E27FC236}">
                <a16:creationId xmlns:a16="http://schemas.microsoft.com/office/drawing/2014/main" id="{3E53D236-0F1C-4AF6-AEA9-A03378D4590C}"/>
              </a:ext>
            </a:extLst>
          </p:cNvPr>
          <p:cNvSpPr>
            <a:spLocks noGrp="1"/>
          </p:cNvSpPr>
          <p:nvPr/>
        </p:nvSpPr>
        <p:spPr>
          <a:xfrm>
            <a:off x="8724900" y="30765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84" name="Rectangle 83">
            <a:extLst>
              <a:ext uri="{FF2B5EF4-FFF2-40B4-BE49-F238E27FC236}">
                <a16:creationId xmlns:a16="http://schemas.microsoft.com/office/drawing/2014/main" id="{A4734889-9E02-42B3-B73A-5840B30EA7AC}"/>
              </a:ext>
            </a:extLst>
          </p:cNvPr>
          <p:cNvSpPr>
            <a:spLocks noGrp="1"/>
          </p:cNvSpPr>
          <p:nvPr/>
        </p:nvSpPr>
        <p:spPr>
          <a:xfrm>
            <a:off x="9391650" y="30765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85" name="Rectangle 84">
            <a:extLst>
              <a:ext uri="{FF2B5EF4-FFF2-40B4-BE49-F238E27FC236}">
                <a16:creationId xmlns:a16="http://schemas.microsoft.com/office/drawing/2014/main" id="{185FE81B-2785-402F-82B3-EF97F65AC10C}"/>
              </a:ext>
            </a:extLst>
          </p:cNvPr>
          <p:cNvSpPr>
            <a:spLocks noGrp="1"/>
          </p:cNvSpPr>
          <p:nvPr/>
        </p:nvSpPr>
        <p:spPr>
          <a:xfrm>
            <a:off x="10058400" y="30765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86" name="Rectangle 85">
            <a:extLst>
              <a:ext uri="{FF2B5EF4-FFF2-40B4-BE49-F238E27FC236}">
                <a16:creationId xmlns:a16="http://schemas.microsoft.com/office/drawing/2014/main" id="{728447DD-2EAF-4A58-8751-59AC2D389B94}"/>
              </a:ext>
            </a:extLst>
          </p:cNvPr>
          <p:cNvSpPr>
            <a:spLocks noGrp="1"/>
          </p:cNvSpPr>
          <p:nvPr/>
        </p:nvSpPr>
        <p:spPr>
          <a:xfrm>
            <a:off x="10725150" y="30765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87" name="Rectangle: Rounded Corners 86">
            <a:extLst>
              <a:ext uri="{FF2B5EF4-FFF2-40B4-BE49-F238E27FC236}">
                <a16:creationId xmlns:a16="http://schemas.microsoft.com/office/drawing/2014/main" id="{59C085F3-9EB1-4FD6-9498-C152B8557E2B}"/>
              </a:ext>
            </a:extLst>
          </p:cNvPr>
          <p:cNvSpPr>
            <a:spLocks noGrp="1"/>
          </p:cNvSpPr>
          <p:nvPr/>
        </p:nvSpPr>
        <p:spPr>
          <a:xfrm>
            <a:off x="4591051" y="3171826"/>
            <a:ext cx="1233678" cy="209549"/>
          </a:xfrm>
          <a:prstGeom prst="roundRect">
            <a:avLst>
              <a:gd name="adj" fmla="val 32000"/>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88" name="Rectangle 87">
            <a:extLst>
              <a:ext uri="{FF2B5EF4-FFF2-40B4-BE49-F238E27FC236}">
                <a16:creationId xmlns:a16="http://schemas.microsoft.com/office/drawing/2014/main" id="{2B9D21AA-A2AD-428A-B333-58B79F56E683}"/>
              </a:ext>
            </a:extLst>
          </p:cNvPr>
          <p:cNvSpPr>
            <a:spLocks noGrp="1"/>
          </p:cNvSpPr>
          <p:nvPr/>
        </p:nvSpPr>
        <p:spPr>
          <a:xfrm>
            <a:off x="514350" y="3524250"/>
            <a:ext cx="11163300" cy="428625"/>
          </a:xfrm>
          <a:prstGeom prst="rect">
            <a:avLst/>
          </a:prstGeom>
          <a:solidFill>
            <a:srgbClr val="FFFFFF"/>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89" name="Oval 88">
            <a:extLst>
              <a:ext uri="{FF2B5EF4-FFF2-40B4-BE49-F238E27FC236}">
                <a16:creationId xmlns:a16="http://schemas.microsoft.com/office/drawing/2014/main" id="{02FD8839-45AA-48B6-A56E-B87E9D9ABA3D}"/>
              </a:ext>
            </a:extLst>
          </p:cNvPr>
          <p:cNvSpPr>
            <a:spLocks noGrp="1"/>
          </p:cNvSpPr>
          <p:nvPr/>
        </p:nvSpPr>
        <p:spPr>
          <a:xfrm>
            <a:off x="619125" y="3609975"/>
            <a:ext cx="266700" cy="266700"/>
          </a:xfrm>
          <a:prstGeom prst="ellipse">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90" name="Rectangle 89">
            <a:extLst>
              <a:ext uri="{FF2B5EF4-FFF2-40B4-BE49-F238E27FC236}">
                <a16:creationId xmlns:a16="http://schemas.microsoft.com/office/drawing/2014/main" id="{EA050E51-6DF0-4E95-B09B-F9E7BBB18E53}"/>
              </a:ext>
            </a:extLst>
          </p:cNvPr>
          <p:cNvSpPr>
            <a:spLocks noGrp="1"/>
          </p:cNvSpPr>
          <p:nvPr/>
        </p:nvSpPr>
        <p:spPr>
          <a:xfrm>
            <a:off x="619125" y="3638550"/>
            <a:ext cx="266700" cy="190500"/>
          </a:xfrm>
          <a:prstGeom prst="rect">
            <a:avLst/>
          </a:prstGeom>
          <a:noFill/>
          <a:ln w="0">
            <a:noFill/>
            <a:prstDash val="solid"/>
          </a:ln>
        </p:spPr>
        <p:txBody>
          <a:bodyPr anchor="ctr"/>
          <a:lstStyle/>
          <a:p>
            <a:pPr algn="ctr">
              <a:defRPr sz="975" b="1">
                <a:solidFill>
                  <a:srgbClr val="FFFFFF"/>
                </a:solidFill>
              </a:defRPr>
            </a:pPr>
            <a:r>
              <a:rPr lang="en-US" sz="975" b="1" dirty="0">
                <a:solidFill>
                  <a:srgbClr val="FFFFFF"/>
                </a:solidFill>
                <a:latin typeface="Kanit" panose="00000500000000000000" pitchFamily="2" charset="-34"/>
                <a:cs typeface="Kanit" panose="00000500000000000000" pitchFamily="2" charset="-34"/>
              </a:rPr>
              <a:t>5</a:t>
            </a:r>
            <a:endParaRPr sz="975" b="1" dirty="0">
              <a:solidFill>
                <a:srgbClr val="FFFFFF"/>
              </a:solidFill>
              <a:latin typeface="Kanit" panose="00000500000000000000" pitchFamily="2" charset="-34"/>
              <a:cs typeface="Kanit" panose="00000500000000000000" pitchFamily="2" charset="-34"/>
            </a:endParaRPr>
          </a:p>
        </p:txBody>
      </p:sp>
      <p:sp>
        <p:nvSpPr>
          <p:cNvPr id="91" name="Rectangle 90">
            <a:extLst>
              <a:ext uri="{FF2B5EF4-FFF2-40B4-BE49-F238E27FC236}">
                <a16:creationId xmlns:a16="http://schemas.microsoft.com/office/drawing/2014/main" id="{F6C922C0-6CA9-497A-9EBC-8AE89F2472F0}"/>
              </a:ext>
            </a:extLst>
          </p:cNvPr>
          <p:cNvSpPr>
            <a:spLocks noGrp="1"/>
          </p:cNvSpPr>
          <p:nvPr/>
        </p:nvSpPr>
        <p:spPr>
          <a:xfrm>
            <a:off x="990600" y="3590925"/>
            <a:ext cx="2238375" cy="295275"/>
          </a:xfrm>
          <a:prstGeom prst="rect">
            <a:avLst/>
          </a:prstGeom>
          <a:noFill/>
          <a:ln w="0">
            <a:noFill/>
            <a:prstDash val="solid"/>
          </a:ln>
        </p:spPr>
        <p:txBody>
          <a:bodyPr anchor="ctr"/>
          <a:lstStyle/>
          <a:p>
            <a:pPr algn="l">
              <a:defRPr sz="1050" b="1">
                <a:solidFill>
                  <a:srgbClr val="193B36"/>
                </a:solidFill>
              </a:defRPr>
            </a:pPr>
            <a:r>
              <a:rPr lang="en-US" sz="1050" b="1" dirty="0">
                <a:solidFill>
                  <a:srgbClr val="193B36"/>
                </a:solidFill>
                <a:latin typeface="Kanit" panose="00000500000000000000" pitchFamily="2" charset="-34"/>
                <a:cs typeface="Kanit" panose="00000500000000000000" pitchFamily="2" charset="-34"/>
              </a:rPr>
              <a:t>Automatic Tax Invoice</a:t>
            </a:r>
            <a:endParaRPr sz="1050" b="1" dirty="0">
              <a:solidFill>
                <a:srgbClr val="193B36"/>
              </a:solidFill>
              <a:latin typeface="Kanit" panose="00000500000000000000" pitchFamily="2" charset="-34"/>
              <a:cs typeface="Kanit" panose="00000500000000000000" pitchFamily="2" charset="-34"/>
            </a:endParaRPr>
          </a:p>
        </p:txBody>
      </p:sp>
      <p:sp>
        <p:nvSpPr>
          <p:cNvPr id="92" name="Rectangle 91">
            <a:extLst>
              <a:ext uri="{FF2B5EF4-FFF2-40B4-BE49-F238E27FC236}">
                <a16:creationId xmlns:a16="http://schemas.microsoft.com/office/drawing/2014/main" id="{0B8579D2-154D-4C67-9870-7DC5965623F5}"/>
              </a:ext>
            </a:extLst>
          </p:cNvPr>
          <p:cNvSpPr>
            <a:spLocks noGrp="1"/>
          </p:cNvSpPr>
          <p:nvPr/>
        </p:nvSpPr>
        <p:spPr>
          <a:xfrm>
            <a:off x="3390900" y="35242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93" name="Rectangle 92">
            <a:extLst>
              <a:ext uri="{FF2B5EF4-FFF2-40B4-BE49-F238E27FC236}">
                <a16:creationId xmlns:a16="http://schemas.microsoft.com/office/drawing/2014/main" id="{9B3C3A48-8663-4234-86B8-219D42C700C1}"/>
              </a:ext>
            </a:extLst>
          </p:cNvPr>
          <p:cNvSpPr>
            <a:spLocks noGrp="1"/>
          </p:cNvSpPr>
          <p:nvPr/>
        </p:nvSpPr>
        <p:spPr>
          <a:xfrm>
            <a:off x="4057650" y="35242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94" name="Rectangle 93">
            <a:extLst>
              <a:ext uri="{FF2B5EF4-FFF2-40B4-BE49-F238E27FC236}">
                <a16:creationId xmlns:a16="http://schemas.microsoft.com/office/drawing/2014/main" id="{A24AE525-DBB7-487D-ABB9-72AC03AB4230}"/>
              </a:ext>
            </a:extLst>
          </p:cNvPr>
          <p:cNvSpPr>
            <a:spLocks noGrp="1"/>
          </p:cNvSpPr>
          <p:nvPr/>
        </p:nvSpPr>
        <p:spPr>
          <a:xfrm>
            <a:off x="4724400" y="35242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95" name="Rectangle 94">
            <a:extLst>
              <a:ext uri="{FF2B5EF4-FFF2-40B4-BE49-F238E27FC236}">
                <a16:creationId xmlns:a16="http://schemas.microsoft.com/office/drawing/2014/main" id="{F311B566-E339-4154-9409-9EF8E11EE489}"/>
              </a:ext>
            </a:extLst>
          </p:cNvPr>
          <p:cNvSpPr>
            <a:spLocks noGrp="1"/>
          </p:cNvSpPr>
          <p:nvPr/>
        </p:nvSpPr>
        <p:spPr>
          <a:xfrm>
            <a:off x="5391150" y="35242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96" name="Rectangle 95">
            <a:extLst>
              <a:ext uri="{FF2B5EF4-FFF2-40B4-BE49-F238E27FC236}">
                <a16:creationId xmlns:a16="http://schemas.microsoft.com/office/drawing/2014/main" id="{4FE25995-DCF6-432A-A424-F8DD1A9ED222}"/>
              </a:ext>
            </a:extLst>
          </p:cNvPr>
          <p:cNvSpPr>
            <a:spLocks noGrp="1"/>
          </p:cNvSpPr>
          <p:nvPr/>
        </p:nvSpPr>
        <p:spPr>
          <a:xfrm>
            <a:off x="6057900" y="35242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97" name="Rectangle 96">
            <a:extLst>
              <a:ext uri="{FF2B5EF4-FFF2-40B4-BE49-F238E27FC236}">
                <a16:creationId xmlns:a16="http://schemas.microsoft.com/office/drawing/2014/main" id="{9C555B78-3AE1-4071-9402-9A4AC084BD7D}"/>
              </a:ext>
            </a:extLst>
          </p:cNvPr>
          <p:cNvSpPr>
            <a:spLocks noGrp="1"/>
          </p:cNvSpPr>
          <p:nvPr/>
        </p:nvSpPr>
        <p:spPr>
          <a:xfrm>
            <a:off x="6724650" y="35242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98" name="Rectangle 97">
            <a:extLst>
              <a:ext uri="{FF2B5EF4-FFF2-40B4-BE49-F238E27FC236}">
                <a16:creationId xmlns:a16="http://schemas.microsoft.com/office/drawing/2014/main" id="{CF675E6B-05A4-425F-A1B9-B0F73656FD48}"/>
              </a:ext>
            </a:extLst>
          </p:cNvPr>
          <p:cNvSpPr>
            <a:spLocks noGrp="1"/>
          </p:cNvSpPr>
          <p:nvPr/>
        </p:nvSpPr>
        <p:spPr>
          <a:xfrm>
            <a:off x="7391400" y="35242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99" name="Rectangle 98">
            <a:extLst>
              <a:ext uri="{FF2B5EF4-FFF2-40B4-BE49-F238E27FC236}">
                <a16:creationId xmlns:a16="http://schemas.microsoft.com/office/drawing/2014/main" id="{89CFCDC4-61F3-4D4C-A82C-1138E146661D}"/>
              </a:ext>
            </a:extLst>
          </p:cNvPr>
          <p:cNvSpPr>
            <a:spLocks noGrp="1"/>
          </p:cNvSpPr>
          <p:nvPr/>
        </p:nvSpPr>
        <p:spPr>
          <a:xfrm>
            <a:off x="8058150" y="35242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00" name="Rectangle 99">
            <a:extLst>
              <a:ext uri="{FF2B5EF4-FFF2-40B4-BE49-F238E27FC236}">
                <a16:creationId xmlns:a16="http://schemas.microsoft.com/office/drawing/2014/main" id="{ABF4C7FA-E979-40C3-BB45-2DBC3F34BF17}"/>
              </a:ext>
            </a:extLst>
          </p:cNvPr>
          <p:cNvSpPr>
            <a:spLocks noGrp="1"/>
          </p:cNvSpPr>
          <p:nvPr/>
        </p:nvSpPr>
        <p:spPr>
          <a:xfrm>
            <a:off x="8724900" y="35242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01" name="Rectangle 100">
            <a:extLst>
              <a:ext uri="{FF2B5EF4-FFF2-40B4-BE49-F238E27FC236}">
                <a16:creationId xmlns:a16="http://schemas.microsoft.com/office/drawing/2014/main" id="{82EE6BA0-4001-4AA1-BA9C-63AD54FAF42C}"/>
              </a:ext>
            </a:extLst>
          </p:cNvPr>
          <p:cNvSpPr>
            <a:spLocks noGrp="1"/>
          </p:cNvSpPr>
          <p:nvPr/>
        </p:nvSpPr>
        <p:spPr>
          <a:xfrm>
            <a:off x="9391650" y="35242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02" name="Rectangle 101">
            <a:extLst>
              <a:ext uri="{FF2B5EF4-FFF2-40B4-BE49-F238E27FC236}">
                <a16:creationId xmlns:a16="http://schemas.microsoft.com/office/drawing/2014/main" id="{250D3797-8384-4F08-ADDF-2AB1BCC98737}"/>
              </a:ext>
            </a:extLst>
          </p:cNvPr>
          <p:cNvSpPr>
            <a:spLocks noGrp="1"/>
          </p:cNvSpPr>
          <p:nvPr/>
        </p:nvSpPr>
        <p:spPr>
          <a:xfrm>
            <a:off x="10058400" y="35242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03" name="Rectangle 102">
            <a:extLst>
              <a:ext uri="{FF2B5EF4-FFF2-40B4-BE49-F238E27FC236}">
                <a16:creationId xmlns:a16="http://schemas.microsoft.com/office/drawing/2014/main" id="{1F1C5F6C-C30A-475A-865A-C20A899AF687}"/>
              </a:ext>
            </a:extLst>
          </p:cNvPr>
          <p:cNvSpPr>
            <a:spLocks noGrp="1"/>
          </p:cNvSpPr>
          <p:nvPr/>
        </p:nvSpPr>
        <p:spPr>
          <a:xfrm>
            <a:off x="10725150" y="35242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04" name="Rectangle: Rounded Corners 103">
            <a:extLst>
              <a:ext uri="{FF2B5EF4-FFF2-40B4-BE49-F238E27FC236}">
                <a16:creationId xmlns:a16="http://schemas.microsoft.com/office/drawing/2014/main" id="{62880FA4-2280-4518-8D92-6CF04EE1774C}"/>
              </a:ext>
            </a:extLst>
          </p:cNvPr>
          <p:cNvSpPr>
            <a:spLocks noGrp="1"/>
          </p:cNvSpPr>
          <p:nvPr/>
        </p:nvSpPr>
        <p:spPr>
          <a:xfrm>
            <a:off x="4864227" y="3619500"/>
            <a:ext cx="1758696" cy="266700"/>
          </a:xfrm>
          <a:prstGeom prst="roundRect">
            <a:avLst>
              <a:gd name="adj" fmla="val 32000"/>
            </a:avLst>
          </a:prstGeom>
          <a:solidFill>
            <a:srgbClr val="008F62"/>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05" name="Rectangle 104">
            <a:extLst>
              <a:ext uri="{FF2B5EF4-FFF2-40B4-BE49-F238E27FC236}">
                <a16:creationId xmlns:a16="http://schemas.microsoft.com/office/drawing/2014/main" id="{D939F8E4-1D27-4054-97E6-479E85C54C65}"/>
              </a:ext>
            </a:extLst>
          </p:cNvPr>
          <p:cNvSpPr>
            <a:spLocks noGrp="1"/>
          </p:cNvSpPr>
          <p:nvPr/>
        </p:nvSpPr>
        <p:spPr>
          <a:xfrm>
            <a:off x="514350" y="3971925"/>
            <a:ext cx="11163300" cy="428625"/>
          </a:xfrm>
          <a:prstGeom prst="rect">
            <a:avLst/>
          </a:prstGeom>
          <a:solidFill>
            <a:srgbClr val="F4F8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06" name="Oval 105">
            <a:extLst>
              <a:ext uri="{FF2B5EF4-FFF2-40B4-BE49-F238E27FC236}">
                <a16:creationId xmlns:a16="http://schemas.microsoft.com/office/drawing/2014/main" id="{29653569-A76D-4B8F-8E40-EBCE3BA0FBDA}"/>
              </a:ext>
            </a:extLst>
          </p:cNvPr>
          <p:cNvSpPr>
            <a:spLocks noGrp="1"/>
          </p:cNvSpPr>
          <p:nvPr/>
        </p:nvSpPr>
        <p:spPr>
          <a:xfrm>
            <a:off x="619125" y="4057650"/>
            <a:ext cx="266700" cy="266700"/>
          </a:xfrm>
          <a:prstGeom prst="ellipse">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07" name="Rectangle 106">
            <a:extLst>
              <a:ext uri="{FF2B5EF4-FFF2-40B4-BE49-F238E27FC236}">
                <a16:creationId xmlns:a16="http://schemas.microsoft.com/office/drawing/2014/main" id="{19D328E4-265A-44AA-A339-BF6D4F8AAB3D}"/>
              </a:ext>
            </a:extLst>
          </p:cNvPr>
          <p:cNvSpPr>
            <a:spLocks noGrp="1"/>
          </p:cNvSpPr>
          <p:nvPr/>
        </p:nvSpPr>
        <p:spPr>
          <a:xfrm>
            <a:off x="619125" y="4086225"/>
            <a:ext cx="266700" cy="19050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7</a:t>
            </a:r>
          </a:p>
        </p:txBody>
      </p:sp>
      <p:sp>
        <p:nvSpPr>
          <p:cNvPr id="108" name="Rectangle 107">
            <a:extLst>
              <a:ext uri="{FF2B5EF4-FFF2-40B4-BE49-F238E27FC236}">
                <a16:creationId xmlns:a16="http://schemas.microsoft.com/office/drawing/2014/main" id="{23B71EE8-1CA4-435E-AE52-0C9D38515E03}"/>
              </a:ext>
            </a:extLst>
          </p:cNvPr>
          <p:cNvSpPr>
            <a:spLocks noGrp="1"/>
          </p:cNvSpPr>
          <p:nvPr/>
        </p:nvSpPr>
        <p:spPr>
          <a:xfrm>
            <a:off x="990600" y="4038600"/>
            <a:ext cx="2238375" cy="295275"/>
          </a:xfrm>
          <a:prstGeom prst="rect">
            <a:avLst/>
          </a:prstGeom>
          <a:noFill/>
          <a:ln w="0">
            <a:noFill/>
            <a:prstDash val="solid"/>
          </a:ln>
        </p:spPr>
        <p:txBody>
          <a:bodyPr anchor="ctr"/>
          <a:lstStyle/>
          <a:p>
            <a:pPr algn="l">
              <a:defRPr sz="1050" b="1">
                <a:solidFill>
                  <a:srgbClr val="193B36"/>
                </a:solidFill>
              </a:defRPr>
            </a:pPr>
            <a:r>
              <a:rPr sz="1050" b="1">
                <a:solidFill>
                  <a:srgbClr val="193B36"/>
                </a:solidFill>
                <a:latin typeface="Kanit" panose="00000500000000000000" pitchFamily="2" charset="-34"/>
                <a:cs typeface="Kanit" panose="00000500000000000000" pitchFamily="2" charset="-34"/>
              </a:rPr>
              <a:t>Card Register PR &amp; FA</a:t>
            </a:r>
          </a:p>
        </p:txBody>
      </p:sp>
      <p:sp>
        <p:nvSpPr>
          <p:cNvPr id="109" name="Rectangle 108">
            <a:extLst>
              <a:ext uri="{FF2B5EF4-FFF2-40B4-BE49-F238E27FC236}">
                <a16:creationId xmlns:a16="http://schemas.microsoft.com/office/drawing/2014/main" id="{625AC2C7-1AE1-46A6-8B6D-4F05E51D7CFF}"/>
              </a:ext>
            </a:extLst>
          </p:cNvPr>
          <p:cNvSpPr>
            <a:spLocks noGrp="1"/>
          </p:cNvSpPr>
          <p:nvPr/>
        </p:nvSpPr>
        <p:spPr>
          <a:xfrm>
            <a:off x="3390900" y="39719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0" name="Rectangle 109">
            <a:extLst>
              <a:ext uri="{FF2B5EF4-FFF2-40B4-BE49-F238E27FC236}">
                <a16:creationId xmlns:a16="http://schemas.microsoft.com/office/drawing/2014/main" id="{CCC8E44B-E13E-4960-92AD-B88238113EE1}"/>
              </a:ext>
            </a:extLst>
          </p:cNvPr>
          <p:cNvSpPr>
            <a:spLocks noGrp="1"/>
          </p:cNvSpPr>
          <p:nvPr/>
        </p:nvSpPr>
        <p:spPr>
          <a:xfrm>
            <a:off x="4057650" y="39719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1" name="Rectangle 110">
            <a:extLst>
              <a:ext uri="{FF2B5EF4-FFF2-40B4-BE49-F238E27FC236}">
                <a16:creationId xmlns:a16="http://schemas.microsoft.com/office/drawing/2014/main" id="{D0D625BE-DD2A-4BAA-B139-DFF88501B420}"/>
              </a:ext>
            </a:extLst>
          </p:cNvPr>
          <p:cNvSpPr>
            <a:spLocks noGrp="1"/>
          </p:cNvSpPr>
          <p:nvPr/>
        </p:nvSpPr>
        <p:spPr>
          <a:xfrm>
            <a:off x="4724400" y="39719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2" name="Rectangle 111">
            <a:extLst>
              <a:ext uri="{FF2B5EF4-FFF2-40B4-BE49-F238E27FC236}">
                <a16:creationId xmlns:a16="http://schemas.microsoft.com/office/drawing/2014/main" id="{C54FC436-78BA-4380-8623-D6D35AB00242}"/>
              </a:ext>
            </a:extLst>
          </p:cNvPr>
          <p:cNvSpPr>
            <a:spLocks noGrp="1"/>
          </p:cNvSpPr>
          <p:nvPr/>
        </p:nvSpPr>
        <p:spPr>
          <a:xfrm>
            <a:off x="5391150" y="39719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3" name="Rectangle 112">
            <a:extLst>
              <a:ext uri="{FF2B5EF4-FFF2-40B4-BE49-F238E27FC236}">
                <a16:creationId xmlns:a16="http://schemas.microsoft.com/office/drawing/2014/main" id="{2220B9B7-B983-460E-AFD5-BABB7B0672BD}"/>
              </a:ext>
            </a:extLst>
          </p:cNvPr>
          <p:cNvSpPr>
            <a:spLocks noGrp="1"/>
          </p:cNvSpPr>
          <p:nvPr/>
        </p:nvSpPr>
        <p:spPr>
          <a:xfrm>
            <a:off x="6057900" y="39719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4" name="Rectangle 113">
            <a:extLst>
              <a:ext uri="{FF2B5EF4-FFF2-40B4-BE49-F238E27FC236}">
                <a16:creationId xmlns:a16="http://schemas.microsoft.com/office/drawing/2014/main" id="{1FB1340D-C559-45A0-9449-10F3651AA610}"/>
              </a:ext>
            </a:extLst>
          </p:cNvPr>
          <p:cNvSpPr>
            <a:spLocks noGrp="1"/>
          </p:cNvSpPr>
          <p:nvPr/>
        </p:nvSpPr>
        <p:spPr>
          <a:xfrm>
            <a:off x="6724650" y="39719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5" name="Rectangle 114">
            <a:extLst>
              <a:ext uri="{FF2B5EF4-FFF2-40B4-BE49-F238E27FC236}">
                <a16:creationId xmlns:a16="http://schemas.microsoft.com/office/drawing/2014/main" id="{A6119C14-ED17-43B6-8D92-55F78D1C1102}"/>
              </a:ext>
            </a:extLst>
          </p:cNvPr>
          <p:cNvSpPr>
            <a:spLocks noGrp="1"/>
          </p:cNvSpPr>
          <p:nvPr/>
        </p:nvSpPr>
        <p:spPr>
          <a:xfrm>
            <a:off x="7391400" y="39719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6" name="Rectangle 115">
            <a:extLst>
              <a:ext uri="{FF2B5EF4-FFF2-40B4-BE49-F238E27FC236}">
                <a16:creationId xmlns:a16="http://schemas.microsoft.com/office/drawing/2014/main" id="{4941060A-92D5-4A5B-8515-415933FAA47A}"/>
              </a:ext>
            </a:extLst>
          </p:cNvPr>
          <p:cNvSpPr>
            <a:spLocks noGrp="1"/>
          </p:cNvSpPr>
          <p:nvPr/>
        </p:nvSpPr>
        <p:spPr>
          <a:xfrm>
            <a:off x="8058150" y="39719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7" name="Rectangle 116">
            <a:extLst>
              <a:ext uri="{FF2B5EF4-FFF2-40B4-BE49-F238E27FC236}">
                <a16:creationId xmlns:a16="http://schemas.microsoft.com/office/drawing/2014/main" id="{F6C93E37-4819-440C-A7C5-B17857903F96}"/>
              </a:ext>
            </a:extLst>
          </p:cNvPr>
          <p:cNvSpPr>
            <a:spLocks noGrp="1"/>
          </p:cNvSpPr>
          <p:nvPr/>
        </p:nvSpPr>
        <p:spPr>
          <a:xfrm>
            <a:off x="8724900" y="39719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8" name="Rectangle 117">
            <a:extLst>
              <a:ext uri="{FF2B5EF4-FFF2-40B4-BE49-F238E27FC236}">
                <a16:creationId xmlns:a16="http://schemas.microsoft.com/office/drawing/2014/main" id="{78A2084C-13BD-4D22-A867-404BB1BA97AB}"/>
              </a:ext>
            </a:extLst>
          </p:cNvPr>
          <p:cNvSpPr>
            <a:spLocks noGrp="1"/>
          </p:cNvSpPr>
          <p:nvPr/>
        </p:nvSpPr>
        <p:spPr>
          <a:xfrm>
            <a:off x="9391650" y="39719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19" name="Rectangle 118">
            <a:extLst>
              <a:ext uri="{FF2B5EF4-FFF2-40B4-BE49-F238E27FC236}">
                <a16:creationId xmlns:a16="http://schemas.microsoft.com/office/drawing/2014/main" id="{15C5E4E8-304F-422A-B2A5-208CF4904172}"/>
              </a:ext>
            </a:extLst>
          </p:cNvPr>
          <p:cNvSpPr>
            <a:spLocks noGrp="1"/>
          </p:cNvSpPr>
          <p:nvPr/>
        </p:nvSpPr>
        <p:spPr>
          <a:xfrm>
            <a:off x="10058400" y="39719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20" name="Rectangle 119">
            <a:extLst>
              <a:ext uri="{FF2B5EF4-FFF2-40B4-BE49-F238E27FC236}">
                <a16:creationId xmlns:a16="http://schemas.microsoft.com/office/drawing/2014/main" id="{D28BD4BD-8635-4140-912F-AF4CBBA853D2}"/>
              </a:ext>
            </a:extLst>
          </p:cNvPr>
          <p:cNvSpPr>
            <a:spLocks noGrp="1"/>
          </p:cNvSpPr>
          <p:nvPr/>
        </p:nvSpPr>
        <p:spPr>
          <a:xfrm>
            <a:off x="10725150" y="397192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21" name="Rectangle: Rounded Corners 120">
            <a:extLst>
              <a:ext uri="{FF2B5EF4-FFF2-40B4-BE49-F238E27FC236}">
                <a16:creationId xmlns:a16="http://schemas.microsoft.com/office/drawing/2014/main" id="{169B8913-AE8D-4351-BFC5-707BA27AD786}"/>
              </a:ext>
            </a:extLst>
          </p:cNvPr>
          <p:cNvSpPr>
            <a:spLocks noGrp="1"/>
          </p:cNvSpPr>
          <p:nvPr/>
        </p:nvSpPr>
        <p:spPr>
          <a:xfrm>
            <a:off x="6724650" y="4067175"/>
            <a:ext cx="1552575" cy="238125"/>
          </a:xfrm>
          <a:prstGeom prst="roundRect">
            <a:avLst>
              <a:gd name="adj" fmla="val 32000"/>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22" name="Rectangle 121">
            <a:extLst>
              <a:ext uri="{FF2B5EF4-FFF2-40B4-BE49-F238E27FC236}">
                <a16:creationId xmlns:a16="http://schemas.microsoft.com/office/drawing/2014/main" id="{6448F344-1F7A-460D-AF16-8379344DBACB}"/>
              </a:ext>
            </a:extLst>
          </p:cNvPr>
          <p:cNvSpPr>
            <a:spLocks noGrp="1"/>
          </p:cNvSpPr>
          <p:nvPr/>
        </p:nvSpPr>
        <p:spPr>
          <a:xfrm>
            <a:off x="514350" y="4419600"/>
            <a:ext cx="11163300" cy="428625"/>
          </a:xfrm>
          <a:prstGeom prst="rect">
            <a:avLst/>
          </a:prstGeom>
          <a:solidFill>
            <a:srgbClr val="FFFFFF"/>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23" name="Oval 122">
            <a:extLst>
              <a:ext uri="{FF2B5EF4-FFF2-40B4-BE49-F238E27FC236}">
                <a16:creationId xmlns:a16="http://schemas.microsoft.com/office/drawing/2014/main" id="{620DE7BA-0F81-4883-9CC3-8294ABF867E1}"/>
              </a:ext>
            </a:extLst>
          </p:cNvPr>
          <p:cNvSpPr>
            <a:spLocks noGrp="1"/>
          </p:cNvSpPr>
          <p:nvPr/>
        </p:nvSpPr>
        <p:spPr>
          <a:xfrm>
            <a:off x="619125" y="4505325"/>
            <a:ext cx="266700" cy="266700"/>
          </a:xfrm>
          <a:prstGeom prst="ellipse">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24" name="Rectangle 123">
            <a:extLst>
              <a:ext uri="{FF2B5EF4-FFF2-40B4-BE49-F238E27FC236}">
                <a16:creationId xmlns:a16="http://schemas.microsoft.com/office/drawing/2014/main" id="{396CF666-A7AB-41AC-88D5-8AD9D99AB2D9}"/>
              </a:ext>
            </a:extLst>
          </p:cNvPr>
          <p:cNvSpPr>
            <a:spLocks noGrp="1"/>
          </p:cNvSpPr>
          <p:nvPr/>
        </p:nvSpPr>
        <p:spPr>
          <a:xfrm>
            <a:off x="619125" y="4533900"/>
            <a:ext cx="266700" cy="19050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3</a:t>
            </a:r>
          </a:p>
        </p:txBody>
      </p:sp>
      <p:sp>
        <p:nvSpPr>
          <p:cNvPr id="125" name="Rectangle 124">
            <a:extLst>
              <a:ext uri="{FF2B5EF4-FFF2-40B4-BE49-F238E27FC236}">
                <a16:creationId xmlns:a16="http://schemas.microsoft.com/office/drawing/2014/main" id="{B0F2F24A-94A7-4721-BBBA-E0323415BB99}"/>
              </a:ext>
            </a:extLst>
          </p:cNvPr>
          <p:cNvSpPr>
            <a:spLocks noGrp="1"/>
          </p:cNvSpPr>
          <p:nvPr/>
        </p:nvSpPr>
        <p:spPr>
          <a:xfrm>
            <a:off x="990600" y="4486275"/>
            <a:ext cx="2238375" cy="295275"/>
          </a:xfrm>
          <a:prstGeom prst="rect">
            <a:avLst/>
          </a:prstGeom>
          <a:noFill/>
          <a:ln w="0">
            <a:noFill/>
            <a:prstDash val="solid"/>
          </a:ln>
        </p:spPr>
        <p:txBody>
          <a:bodyPr anchor="ctr"/>
          <a:lstStyle/>
          <a:p>
            <a:pPr algn="l">
              <a:defRPr sz="1050" b="1">
                <a:solidFill>
                  <a:srgbClr val="193B36"/>
                </a:solidFill>
              </a:defRPr>
            </a:pPr>
            <a:r>
              <a:rPr sz="1050" b="1">
                <a:solidFill>
                  <a:srgbClr val="193B36"/>
                </a:solidFill>
                <a:latin typeface="Kanit" panose="00000500000000000000" pitchFamily="2" charset="-34"/>
                <a:cs typeface="Kanit" panose="00000500000000000000" pitchFamily="2" charset="-34"/>
              </a:rPr>
              <a:t>Invoice Processing</a:t>
            </a:r>
          </a:p>
        </p:txBody>
      </p:sp>
      <p:sp>
        <p:nvSpPr>
          <p:cNvPr id="126" name="Rectangle 125">
            <a:extLst>
              <a:ext uri="{FF2B5EF4-FFF2-40B4-BE49-F238E27FC236}">
                <a16:creationId xmlns:a16="http://schemas.microsoft.com/office/drawing/2014/main" id="{04D86FB9-419C-4D50-80E6-4A5A2E165C0C}"/>
              </a:ext>
            </a:extLst>
          </p:cNvPr>
          <p:cNvSpPr>
            <a:spLocks noGrp="1"/>
          </p:cNvSpPr>
          <p:nvPr/>
        </p:nvSpPr>
        <p:spPr>
          <a:xfrm>
            <a:off x="3390900" y="44196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27" name="Rectangle 126">
            <a:extLst>
              <a:ext uri="{FF2B5EF4-FFF2-40B4-BE49-F238E27FC236}">
                <a16:creationId xmlns:a16="http://schemas.microsoft.com/office/drawing/2014/main" id="{37EFC9C5-6EE1-48EE-BC16-E52E57F1B42C}"/>
              </a:ext>
            </a:extLst>
          </p:cNvPr>
          <p:cNvSpPr>
            <a:spLocks noGrp="1"/>
          </p:cNvSpPr>
          <p:nvPr/>
        </p:nvSpPr>
        <p:spPr>
          <a:xfrm>
            <a:off x="4057650" y="44196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28" name="Rectangle 127">
            <a:extLst>
              <a:ext uri="{FF2B5EF4-FFF2-40B4-BE49-F238E27FC236}">
                <a16:creationId xmlns:a16="http://schemas.microsoft.com/office/drawing/2014/main" id="{91477E10-B093-466F-AC16-B29CE858F68A}"/>
              </a:ext>
            </a:extLst>
          </p:cNvPr>
          <p:cNvSpPr>
            <a:spLocks noGrp="1"/>
          </p:cNvSpPr>
          <p:nvPr/>
        </p:nvSpPr>
        <p:spPr>
          <a:xfrm>
            <a:off x="4724400" y="44196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29" name="Rectangle 128">
            <a:extLst>
              <a:ext uri="{FF2B5EF4-FFF2-40B4-BE49-F238E27FC236}">
                <a16:creationId xmlns:a16="http://schemas.microsoft.com/office/drawing/2014/main" id="{917C4BCE-2AE3-4B31-8003-DC81DE7CF736}"/>
              </a:ext>
            </a:extLst>
          </p:cNvPr>
          <p:cNvSpPr>
            <a:spLocks noGrp="1"/>
          </p:cNvSpPr>
          <p:nvPr/>
        </p:nvSpPr>
        <p:spPr>
          <a:xfrm>
            <a:off x="5391150" y="44196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0" name="Rectangle 129">
            <a:extLst>
              <a:ext uri="{FF2B5EF4-FFF2-40B4-BE49-F238E27FC236}">
                <a16:creationId xmlns:a16="http://schemas.microsoft.com/office/drawing/2014/main" id="{2B10375C-2909-4A39-8686-D7FF3C9BCE85}"/>
              </a:ext>
            </a:extLst>
          </p:cNvPr>
          <p:cNvSpPr>
            <a:spLocks noGrp="1"/>
          </p:cNvSpPr>
          <p:nvPr/>
        </p:nvSpPr>
        <p:spPr>
          <a:xfrm>
            <a:off x="6057900" y="44196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1" name="Rectangle 130">
            <a:extLst>
              <a:ext uri="{FF2B5EF4-FFF2-40B4-BE49-F238E27FC236}">
                <a16:creationId xmlns:a16="http://schemas.microsoft.com/office/drawing/2014/main" id="{9CCDC737-B72F-458A-BD5C-FD6B6A23116E}"/>
              </a:ext>
            </a:extLst>
          </p:cNvPr>
          <p:cNvSpPr>
            <a:spLocks noGrp="1"/>
          </p:cNvSpPr>
          <p:nvPr/>
        </p:nvSpPr>
        <p:spPr>
          <a:xfrm>
            <a:off x="6724650" y="44196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2" name="Rectangle 131">
            <a:extLst>
              <a:ext uri="{FF2B5EF4-FFF2-40B4-BE49-F238E27FC236}">
                <a16:creationId xmlns:a16="http://schemas.microsoft.com/office/drawing/2014/main" id="{9F7F4602-1E9D-423B-973F-B0AFF229F371}"/>
              </a:ext>
            </a:extLst>
          </p:cNvPr>
          <p:cNvSpPr>
            <a:spLocks noGrp="1"/>
          </p:cNvSpPr>
          <p:nvPr/>
        </p:nvSpPr>
        <p:spPr>
          <a:xfrm>
            <a:off x="7391400" y="44196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3" name="Rectangle 132">
            <a:extLst>
              <a:ext uri="{FF2B5EF4-FFF2-40B4-BE49-F238E27FC236}">
                <a16:creationId xmlns:a16="http://schemas.microsoft.com/office/drawing/2014/main" id="{23C56543-1FDA-4B7C-90E0-788BC1B01395}"/>
              </a:ext>
            </a:extLst>
          </p:cNvPr>
          <p:cNvSpPr>
            <a:spLocks noGrp="1"/>
          </p:cNvSpPr>
          <p:nvPr/>
        </p:nvSpPr>
        <p:spPr>
          <a:xfrm>
            <a:off x="8058150" y="44196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4" name="Rectangle 133">
            <a:extLst>
              <a:ext uri="{FF2B5EF4-FFF2-40B4-BE49-F238E27FC236}">
                <a16:creationId xmlns:a16="http://schemas.microsoft.com/office/drawing/2014/main" id="{A07D45E4-17FF-43C3-9A08-AE7067F268C1}"/>
              </a:ext>
            </a:extLst>
          </p:cNvPr>
          <p:cNvSpPr>
            <a:spLocks noGrp="1"/>
          </p:cNvSpPr>
          <p:nvPr/>
        </p:nvSpPr>
        <p:spPr>
          <a:xfrm>
            <a:off x="8724900" y="44196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5" name="Rectangle 134">
            <a:extLst>
              <a:ext uri="{FF2B5EF4-FFF2-40B4-BE49-F238E27FC236}">
                <a16:creationId xmlns:a16="http://schemas.microsoft.com/office/drawing/2014/main" id="{E8AD13DC-42A0-46BC-9030-8F92C78149FB}"/>
              </a:ext>
            </a:extLst>
          </p:cNvPr>
          <p:cNvSpPr>
            <a:spLocks noGrp="1"/>
          </p:cNvSpPr>
          <p:nvPr/>
        </p:nvSpPr>
        <p:spPr>
          <a:xfrm>
            <a:off x="9391650" y="44196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6" name="Rectangle 135">
            <a:extLst>
              <a:ext uri="{FF2B5EF4-FFF2-40B4-BE49-F238E27FC236}">
                <a16:creationId xmlns:a16="http://schemas.microsoft.com/office/drawing/2014/main" id="{24D2FC92-EF8E-4292-82A0-4351BE5CA2D7}"/>
              </a:ext>
            </a:extLst>
          </p:cNvPr>
          <p:cNvSpPr>
            <a:spLocks noGrp="1"/>
          </p:cNvSpPr>
          <p:nvPr/>
        </p:nvSpPr>
        <p:spPr>
          <a:xfrm>
            <a:off x="10058400" y="44196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7" name="Rectangle 136">
            <a:extLst>
              <a:ext uri="{FF2B5EF4-FFF2-40B4-BE49-F238E27FC236}">
                <a16:creationId xmlns:a16="http://schemas.microsoft.com/office/drawing/2014/main" id="{957ADAFB-6483-4DEB-B708-12143E388AAD}"/>
              </a:ext>
            </a:extLst>
          </p:cNvPr>
          <p:cNvSpPr>
            <a:spLocks noGrp="1"/>
          </p:cNvSpPr>
          <p:nvPr/>
        </p:nvSpPr>
        <p:spPr>
          <a:xfrm>
            <a:off x="10725150" y="441960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38" name="Rectangle: Rounded Corners 137">
            <a:extLst>
              <a:ext uri="{FF2B5EF4-FFF2-40B4-BE49-F238E27FC236}">
                <a16:creationId xmlns:a16="http://schemas.microsoft.com/office/drawing/2014/main" id="{6E424633-6957-4C0B-B824-5BF0C24858F9}"/>
              </a:ext>
            </a:extLst>
          </p:cNvPr>
          <p:cNvSpPr>
            <a:spLocks noGrp="1"/>
          </p:cNvSpPr>
          <p:nvPr/>
        </p:nvSpPr>
        <p:spPr>
          <a:xfrm>
            <a:off x="7391400" y="4514850"/>
            <a:ext cx="1885950" cy="238125"/>
          </a:xfrm>
          <a:prstGeom prst="roundRect">
            <a:avLst>
              <a:gd name="adj" fmla="val 32000"/>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39" name="Rectangle 138">
            <a:extLst>
              <a:ext uri="{FF2B5EF4-FFF2-40B4-BE49-F238E27FC236}">
                <a16:creationId xmlns:a16="http://schemas.microsoft.com/office/drawing/2014/main" id="{81C428E0-597E-4A05-90FE-8EF5F48E6EC1}"/>
              </a:ext>
            </a:extLst>
          </p:cNvPr>
          <p:cNvSpPr>
            <a:spLocks noGrp="1"/>
          </p:cNvSpPr>
          <p:nvPr/>
        </p:nvSpPr>
        <p:spPr>
          <a:xfrm>
            <a:off x="514350" y="4867275"/>
            <a:ext cx="11163300" cy="428625"/>
          </a:xfrm>
          <a:prstGeom prst="rect">
            <a:avLst/>
          </a:prstGeom>
          <a:solidFill>
            <a:srgbClr val="F4F8F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40" name="Oval 139">
            <a:extLst>
              <a:ext uri="{FF2B5EF4-FFF2-40B4-BE49-F238E27FC236}">
                <a16:creationId xmlns:a16="http://schemas.microsoft.com/office/drawing/2014/main" id="{A897968A-F65B-4375-88CB-C873E9C6DC8E}"/>
              </a:ext>
            </a:extLst>
          </p:cNvPr>
          <p:cNvSpPr>
            <a:spLocks noGrp="1"/>
          </p:cNvSpPr>
          <p:nvPr/>
        </p:nvSpPr>
        <p:spPr>
          <a:xfrm>
            <a:off x="619125" y="4953000"/>
            <a:ext cx="266700" cy="266700"/>
          </a:xfrm>
          <a:prstGeom prst="ellipse">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41" name="Rectangle 140">
            <a:extLst>
              <a:ext uri="{FF2B5EF4-FFF2-40B4-BE49-F238E27FC236}">
                <a16:creationId xmlns:a16="http://schemas.microsoft.com/office/drawing/2014/main" id="{3934BEFA-A6AF-465D-B71C-E80DFA287363}"/>
              </a:ext>
            </a:extLst>
          </p:cNvPr>
          <p:cNvSpPr>
            <a:spLocks noGrp="1"/>
          </p:cNvSpPr>
          <p:nvPr/>
        </p:nvSpPr>
        <p:spPr>
          <a:xfrm>
            <a:off x="619125" y="4981575"/>
            <a:ext cx="266700" cy="19050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4</a:t>
            </a:r>
          </a:p>
        </p:txBody>
      </p:sp>
      <p:sp>
        <p:nvSpPr>
          <p:cNvPr id="142" name="Rectangle 141">
            <a:extLst>
              <a:ext uri="{FF2B5EF4-FFF2-40B4-BE49-F238E27FC236}">
                <a16:creationId xmlns:a16="http://schemas.microsoft.com/office/drawing/2014/main" id="{9300DC6A-8B72-4F6F-809B-47282FCC6DD2}"/>
              </a:ext>
            </a:extLst>
          </p:cNvPr>
          <p:cNvSpPr>
            <a:spLocks noGrp="1"/>
          </p:cNvSpPr>
          <p:nvPr/>
        </p:nvSpPr>
        <p:spPr>
          <a:xfrm>
            <a:off x="990600" y="4933950"/>
            <a:ext cx="2238375" cy="295275"/>
          </a:xfrm>
          <a:prstGeom prst="rect">
            <a:avLst/>
          </a:prstGeom>
          <a:noFill/>
          <a:ln w="0">
            <a:noFill/>
            <a:prstDash val="solid"/>
          </a:ln>
        </p:spPr>
        <p:txBody>
          <a:bodyPr anchor="ctr"/>
          <a:lstStyle/>
          <a:p>
            <a:pPr algn="l">
              <a:defRPr sz="1050" b="1">
                <a:solidFill>
                  <a:srgbClr val="193B36"/>
                </a:solidFill>
              </a:defRPr>
            </a:pPr>
            <a:r>
              <a:rPr sz="1050" b="1">
                <a:solidFill>
                  <a:srgbClr val="193B36"/>
                </a:solidFill>
                <a:latin typeface="Kanit" panose="00000500000000000000" pitchFamily="2" charset="-34"/>
                <a:cs typeface="Kanit" panose="00000500000000000000" pitchFamily="2" charset="-34"/>
              </a:rPr>
              <a:t>Petty Cash Verification</a:t>
            </a:r>
          </a:p>
        </p:txBody>
      </p:sp>
      <p:sp>
        <p:nvSpPr>
          <p:cNvPr id="143" name="Rectangle 142">
            <a:extLst>
              <a:ext uri="{FF2B5EF4-FFF2-40B4-BE49-F238E27FC236}">
                <a16:creationId xmlns:a16="http://schemas.microsoft.com/office/drawing/2014/main" id="{57817805-9ED8-45E7-B0E2-5A75683F9FFB}"/>
              </a:ext>
            </a:extLst>
          </p:cNvPr>
          <p:cNvSpPr>
            <a:spLocks noGrp="1"/>
          </p:cNvSpPr>
          <p:nvPr/>
        </p:nvSpPr>
        <p:spPr>
          <a:xfrm>
            <a:off x="3390900" y="48672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44" name="Rectangle 143">
            <a:extLst>
              <a:ext uri="{FF2B5EF4-FFF2-40B4-BE49-F238E27FC236}">
                <a16:creationId xmlns:a16="http://schemas.microsoft.com/office/drawing/2014/main" id="{A3E2F88E-7624-4269-87F8-0A3B14B71099}"/>
              </a:ext>
            </a:extLst>
          </p:cNvPr>
          <p:cNvSpPr>
            <a:spLocks noGrp="1"/>
          </p:cNvSpPr>
          <p:nvPr/>
        </p:nvSpPr>
        <p:spPr>
          <a:xfrm>
            <a:off x="4057650" y="48672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45" name="Rectangle 144">
            <a:extLst>
              <a:ext uri="{FF2B5EF4-FFF2-40B4-BE49-F238E27FC236}">
                <a16:creationId xmlns:a16="http://schemas.microsoft.com/office/drawing/2014/main" id="{6B6E5475-B431-40D5-B913-17F53FFB397F}"/>
              </a:ext>
            </a:extLst>
          </p:cNvPr>
          <p:cNvSpPr>
            <a:spLocks noGrp="1"/>
          </p:cNvSpPr>
          <p:nvPr/>
        </p:nvSpPr>
        <p:spPr>
          <a:xfrm>
            <a:off x="4724400" y="48672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46" name="Rectangle 145">
            <a:extLst>
              <a:ext uri="{FF2B5EF4-FFF2-40B4-BE49-F238E27FC236}">
                <a16:creationId xmlns:a16="http://schemas.microsoft.com/office/drawing/2014/main" id="{5C59D4AB-FF8A-4C5B-97AC-8226B93A2A9C}"/>
              </a:ext>
            </a:extLst>
          </p:cNvPr>
          <p:cNvSpPr>
            <a:spLocks noGrp="1"/>
          </p:cNvSpPr>
          <p:nvPr/>
        </p:nvSpPr>
        <p:spPr>
          <a:xfrm>
            <a:off x="5391150" y="48672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47" name="Rectangle 146">
            <a:extLst>
              <a:ext uri="{FF2B5EF4-FFF2-40B4-BE49-F238E27FC236}">
                <a16:creationId xmlns:a16="http://schemas.microsoft.com/office/drawing/2014/main" id="{C0E5A19A-3894-4472-8720-8B733BB991EB}"/>
              </a:ext>
            </a:extLst>
          </p:cNvPr>
          <p:cNvSpPr>
            <a:spLocks noGrp="1"/>
          </p:cNvSpPr>
          <p:nvPr/>
        </p:nvSpPr>
        <p:spPr>
          <a:xfrm>
            <a:off x="6057900" y="48672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48" name="Rectangle 147">
            <a:extLst>
              <a:ext uri="{FF2B5EF4-FFF2-40B4-BE49-F238E27FC236}">
                <a16:creationId xmlns:a16="http://schemas.microsoft.com/office/drawing/2014/main" id="{5C2A9EDF-1CC9-49B3-B6D8-FA41B6C57160}"/>
              </a:ext>
            </a:extLst>
          </p:cNvPr>
          <p:cNvSpPr>
            <a:spLocks noGrp="1"/>
          </p:cNvSpPr>
          <p:nvPr/>
        </p:nvSpPr>
        <p:spPr>
          <a:xfrm>
            <a:off x="6724650" y="48672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49" name="Rectangle 148">
            <a:extLst>
              <a:ext uri="{FF2B5EF4-FFF2-40B4-BE49-F238E27FC236}">
                <a16:creationId xmlns:a16="http://schemas.microsoft.com/office/drawing/2014/main" id="{CFA42887-D270-439F-8F4B-E8AC5C44DC71}"/>
              </a:ext>
            </a:extLst>
          </p:cNvPr>
          <p:cNvSpPr>
            <a:spLocks noGrp="1"/>
          </p:cNvSpPr>
          <p:nvPr/>
        </p:nvSpPr>
        <p:spPr>
          <a:xfrm>
            <a:off x="7391400" y="48672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50" name="Rectangle 149">
            <a:extLst>
              <a:ext uri="{FF2B5EF4-FFF2-40B4-BE49-F238E27FC236}">
                <a16:creationId xmlns:a16="http://schemas.microsoft.com/office/drawing/2014/main" id="{76364609-BABF-4C1A-8CAA-91C9D180D5DF}"/>
              </a:ext>
            </a:extLst>
          </p:cNvPr>
          <p:cNvSpPr>
            <a:spLocks noGrp="1"/>
          </p:cNvSpPr>
          <p:nvPr/>
        </p:nvSpPr>
        <p:spPr>
          <a:xfrm>
            <a:off x="8058150" y="48672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51" name="Rectangle 150">
            <a:extLst>
              <a:ext uri="{FF2B5EF4-FFF2-40B4-BE49-F238E27FC236}">
                <a16:creationId xmlns:a16="http://schemas.microsoft.com/office/drawing/2014/main" id="{E77E1200-7F0F-4C3F-80C8-91F7D190BAE8}"/>
              </a:ext>
            </a:extLst>
          </p:cNvPr>
          <p:cNvSpPr>
            <a:spLocks noGrp="1"/>
          </p:cNvSpPr>
          <p:nvPr/>
        </p:nvSpPr>
        <p:spPr>
          <a:xfrm>
            <a:off x="8724900" y="48672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52" name="Rectangle 151">
            <a:extLst>
              <a:ext uri="{FF2B5EF4-FFF2-40B4-BE49-F238E27FC236}">
                <a16:creationId xmlns:a16="http://schemas.microsoft.com/office/drawing/2014/main" id="{B872939F-ADC1-481D-907D-393220C0EACB}"/>
              </a:ext>
            </a:extLst>
          </p:cNvPr>
          <p:cNvSpPr>
            <a:spLocks noGrp="1"/>
          </p:cNvSpPr>
          <p:nvPr/>
        </p:nvSpPr>
        <p:spPr>
          <a:xfrm>
            <a:off x="9391650" y="48672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53" name="Rectangle 152">
            <a:extLst>
              <a:ext uri="{FF2B5EF4-FFF2-40B4-BE49-F238E27FC236}">
                <a16:creationId xmlns:a16="http://schemas.microsoft.com/office/drawing/2014/main" id="{CEC67AB1-4997-4282-98D9-CE15C6D304AA}"/>
              </a:ext>
            </a:extLst>
          </p:cNvPr>
          <p:cNvSpPr>
            <a:spLocks noGrp="1"/>
          </p:cNvSpPr>
          <p:nvPr/>
        </p:nvSpPr>
        <p:spPr>
          <a:xfrm>
            <a:off x="10058400" y="48672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54" name="Rectangle 153">
            <a:extLst>
              <a:ext uri="{FF2B5EF4-FFF2-40B4-BE49-F238E27FC236}">
                <a16:creationId xmlns:a16="http://schemas.microsoft.com/office/drawing/2014/main" id="{194A4F45-2276-4C81-862F-2CD32A5C2838}"/>
              </a:ext>
            </a:extLst>
          </p:cNvPr>
          <p:cNvSpPr>
            <a:spLocks noGrp="1"/>
          </p:cNvSpPr>
          <p:nvPr/>
        </p:nvSpPr>
        <p:spPr>
          <a:xfrm>
            <a:off x="10725150" y="4867275"/>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55" name="Rectangle: Rounded Corners 154">
            <a:extLst>
              <a:ext uri="{FF2B5EF4-FFF2-40B4-BE49-F238E27FC236}">
                <a16:creationId xmlns:a16="http://schemas.microsoft.com/office/drawing/2014/main" id="{36F70759-8DA4-45DA-B444-2E2A399D2242}"/>
              </a:ext>
            </a:extLst>
          </p:cNvPr>
          <p:cNvSpPr>
            <a:spLocks noGrp="1"/>
          </p:cNvSpPr>
          <p:nvPr/>
        </p:nvSpPr>
        <p:spPr>
          <a:xfrm>
            <a:off x="8058150" y="4962525"/>
            <a:ext cx="2219325" cy="238125"/>
          </a:xfrm>
          <a:prstGeom prst="roundRect">
            <a:avLst>
              <a:gd name="adj" fmla="val 32000"/>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56" name="Rectangle 155">
            <a:extLst>
              <a:ext uri="{FF2B5EF4-FFF2-40B4-BE49-F238E27FC236}">
                <a16:creationId xmlns:a16="http://schemas.microsoft.com/office/drawing/2014/main" id="{EDD00719-FAD3-483D-9839-4211CCA85986}"/>
              </a:ext>
            </a:extLst>
          </p:cNvPr>
          <p:cNvSpPr>
            <a:spLocks noGrp="1"/>
          </p:cNvSpPr>
          <p:nvPr/>
        </p:nvSpPr>
        <p:spPr>
          <a:xfrm>
            <a:off x="514350" y="5314950"/>
            <a:ext cx="11163300" cy="428625"/>
          </a:xfrm>
          <a:prstGeom prst="rect">
            <a:avLst/>
          </a:prstGeom>
          <a:solidFill>
            <a:srgbClr val="FFFFFF"/>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57" name="Oval 156">
            <a:extLst>
              <a:ext uri="{FF2B5EF4-FFF2-40B4-BE49-F238E27FC236}">
                <a16:creationId xmlns:a16="http://schemas.microsoft.com/office/drawing/2014/main" id="{2D9A7407-FA09-4823-8C1B-DC4EADC70A2F}"/>
              </a:ext>
            </a:extLst>
          </p:cNvPr>
          <p:cNvSpPr>
            <a:spLocks noGrp="1"/>
          </p:cNvSpPr>
          <p:nvPr/>
        </p:nvSpPr>
        <p:spPr>
          <a:xfrm>
            <a:off x="619125" y="5400675"/>
            <a:ext cx="266700" cy="266700"/>
          </a:xfrm>
          <a:prstGeom prst="ellipse">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58" name="Rectangle 157">
            <a:extLst>
              <a:ext uri="{FF2B5EF4-FFF2-40B4-BE49-F238E27FC236}">
                <a16:creationId xmlns:a16="http://schemas.microsoft.com/office/drawing/2014/main" id="{86A17185-21F6-4E83-880A-B6326F1F46F3}"/>
              </a:ext>
            </a:extLst>
          </p:cNvPr>
          <p:cNvSpPr>
            <a:spLocks noGrp="1"/>
          </p:cNvSpPr>
          <p:nvPr/>
        </p:nvSpPr>
        <p:spPr>
          <a:xfrm>
            <a:off x="619125" y="5429250"/>
            <a:ext cx="266700" cy="190500"/>
          </a:xfrm>
          <a:prstGeom prst="rect">
            <a:avLst/>
          </a:prstGeom>
          <a:noFill/>
          <a:ln w="0">
            <a:noFill/>
            <a:prstDash val="solid"/>
          </a:ln>
        </p:spPr>
        <p:txBody>
          <a:bodyPr anchor="ctr"/>
          <a:lstStyle/>
          <a:p>
            <a:pPr algn="ctr">
              <a:defRPr sz="975" b="1">
                <a:solidFill>
                  <a:srgbClr val="FFFFFF"/>
                </a:solidFill>
              </a:defRPr>
            </a:pPr>
            <a:r>
              <a:rPr sz="975" b="1">
                <a:solidFill>
                  <a:srgbClr val="FFFFFF"/>
                </a:solidFill>
                <a:latin typeface="Kanit" panose="00000500000000000000" pitchFamily="2" charset="-34"/>
                <a:cs typeface="Kanit" panose="00000500000000000000" pitchFamily="2" charset="-34"/>
              </a:rPr>
              <a:t>8</a:t>
            </a:r>
          </a:p>
        </p:txBody>
      </p:sp>
      <p:sp>
        <p:nvSpPr>
          <p:cNvPr id="159" name="Rectangle 158">
            <a:extLst>
              <a:ext uri="{FF2B5EF4-FFF2-40B4-BE49-F238E27FC236}">
                <a16:creationId xmlns:a16="http://schemas.microsoft.com/office/drawing/2014/main" id="{88BE4BB6-12FA-452A-A098-34EAD20DB9B2}"/>
              </a:ext>
            </a:extLst>
          </p:cNvPr>
          <p:cNvSpPr>
            <a:spLocks noGrp="1"/>
          </p:cNvSpPr>
          <p:nvPr/>
        </p:nvSpPr>
        <p:spPr>
          <a:xfrm>
            <a:off x="990600" y="5381625"/>
            <a:ext cx="2238375" cy="295275"/>
          </a:xfrm>
          <a:prstGeom prst="rect">
            <a:avLst/>
          </a:prstGeom>
          <a:noFill/>
          <a:ln w="0">
            <a:noFill/>
            <a:prstDash val="solid"/>
          </a:ln>
        </p:spPr>
        <p:txBody>
          <a:bodyPr anchor="ctr"/>
          <a:lstStyle/>
          <a:p>
            <a:pPr algn="l">
              <a:defRPr sz="1050" b="1">
                <a:solidFill>
                  <a:srgbClr val="193B36"/>
                </a:solidFill>
              </a:defRPr>
            </a:pPr>
            <a:r>
              <a:rPr sz="1050" b="1">
                <a:solidFill>
                  <a:srgbClr val="193B36"/>
                </a:solidFill>
                <a:latin typeface="Kanit" panose="00000500000000000000" pitchFamily="2" charset="-34"/>
                <a:cs typeface="Kanit" panose="00000500000000000000" pitchFamily="2" charset="-34"/>
              </a:rPr>
              <a:t>TB Consolidation</a:t>
            </a:r>
          </a:p>
        </p:txBody>
      </p:sp>
      <p:sp>
        <p:nvSpPr>
          <p:cNvPr id="160" name="Rectangle 159">
            <a:extLst>
              <a:ext uri="{FF2B5EF4-FFF2-40B4-BE49-F238E27FC236}">
                <a16:creationId xmlns:a16="http://schemas.microsoft.com/office/drawing/2014/main" id="{3AD695B1-A08A-4BB1-885D-20D1D944C49E}"/>
              </a:ext>
            </a:extLst>
          </p:cNvPr>
          <p:cNvSpPr>
            <a:spLocks noGrp="1"/>
          </p:cNvSpPr>
          <p:nvPr/>
        </p:nvSpPr>
        <p:spPr>
          <a:xfrm>
            <a:off x="3390900" y="53149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61" name="Rectangle 160">
            <a:extLst>
              <a:ext uri="{FF2B5EF4-FFF2-40B4-BE49-F238E27FC236}">
                <a16:creationId xmlns:a16="http://schemas.microsoft.com/office/drawing/2014/main" id="{DD804174-BB1F-4F63-9411-4B1411C6577E}"/>
              </a:ext>
            </a:extLst>
          </p:cNvPr>
          <p:cNvSpPr>
            <a:spLocks noGrp="1"/>
          </p:cNvSpPr>
          <p:nvPr/>
        </p:nvSpPr>
        <p:spPr>
          <a:xfrm>
            <a:off x="4057650" y="53149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62" name="Rectangle 161">
            <a:extLst>
              <a:ext uri="{FF2B5EF4-FFF2-40B4-BE49-F238E27FC236}">
                <a16:creationId xmlns:a16="http://schemas.microsoft.com/office/drawing/2014/main" id="{F51F401C-F9CA-496A-BD1A-6095226515BF}"/>
              </a:ext>
            </a:extLst>
          </p:cNvPr>
          <p:cNvSpPr>
            <a:spLocks noGrp="1"/>
          </p:cNvSpPr>
          <p:nvPr/>
        </p:nvSpPr>
        <p:spPr>
          <a:xfrm>
            <a:off x="4724400" y="53149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63" name="Rectangle 162">
            <a:extLst>
              <a:ext uri="{FF2B5EF4-FFF2-40B4-BE49-F238E27FC236}">
                <a16:creationId xmlns:a16="http://schemas.microsoft.com/office/drawing/2014/main" id="{41E80E08-8988-452B-BA5D-270743A15428}"/>
              </a:ext>
            </a:extLst>
          </p:cNvPr>
          <p:cNvSpPr>
            <a:spLocks noGrp="1"/>
          </p:cNvSpPr>
          <p:nvPr/>
        </p:nvSpPr>
        <p:spPr>
          <a:xfrm>
            <a:off x="5391150" y="53149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64" name="Rectangle 163">
            <a:extLst>
              <a:ext uri="{FF2B5EF4-FFF2-40B4-BE49-F238E27FC236}">
                <a16:creationId xmlns:a16="http://schemas.microsoft.com/office/drawing/2014/main" id="{8886111B-EE05-4FD0-B04B-2D9F5AE3BC25}"/>
              </a:ext>
            </a:extLst>
          </p:cNvPr>
          <p:cNvSpPr>
            <a:spLocks noGrp="1"/>
          </p:cNvSpPr>
          <p:nvPr/>
        </p:nvSpPr>
        <p:spPr>
          <a:xfrm>
            <a:off x="6057900" y="53149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65" name="Rectangle 164">
            <a:extLst>
              <a:ext uri="{FF2B5EF4-FFF2-40B4-BE49-F238E27FC236}">
                <a16:creationId xmlns:a16="http://schemas.microsoft.com/office/drawing/2014/main" id="{B340DFC0-2248-4366-B979-D736CEC5D423}"/>
              </a:ext>
            </a:extLst>
          </p:cNvPr>
          <p:cNvSpPr>
            <a:spLocks noGrp="1"/>
          </p:cNvSpPr>
          <p:nvPr/>
        </p:nvSpPr>
        <p:spPr>
          <a:xfrm>
            <a:off x="6724650" y="53149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66" name="Rectangle 165">
            <a:extLst>
              <a:ext uri="{FF2B5EF4-FFF2-40B4-BE49-F238E27FC236}">
                <a16:creationId xmlns:a16="http://schemas.microsoft.com/office/drawing/2014/main" id="{77329DA9-EDC2-4872-91EF-5C019D3A33EB}"/>
              </a:ext>
            </a:extLst>
          </p:cNvPr>
          <p:cNvSpPr>
            <a:spLocks noGrp="1"/>
          </p:cNvSpPr>
          <p:nvPr/>
        </p:nvSpPr>
        <p:spPr>
          <a:xfrm>
            <a:off x="7391400" y="53149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67" name="Rectangle 166">
            <a:extLst>
              <a:ext uri="{FF2B5EF4-FFF2-40B4-BE49-F238E27FC236}">
                <a16:creationId xmlns:a16="http://schemas.microsoft.com/office/drawing/2014/main" id="{5E2B40DF-A637-40D6-B7F7-105FDED4C8E2}"/>
              </a:ext>
            </a:extLst>
          </p:cNvPr>
          <p:cNvSpPr>
            <a:spLocks noGrp="1"/>
          </p:cNvSpPr>
          <p:nvPr/>
        </p:nvSpPr>
        <p:spPr>
          <a:xfrm>
            <a:off x="8058150" y="53149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68" name="Rectangle 167">
            <a:extLst>
              <a:ext uri="{FF2B5EF4-FFF2-40B4-BE49-F238E27FC236}">
                <a16:creationId xmlns:a16="http://schemas.microsoft.com/office/drawing/2014/main" id="{BC74C5B6-751B-4732-8710-23D4F74AA1EC}"/>
              </a:ext>
            </a:extLst>
          </p:cNvPr>
          <p:cNvSpPr>
            <a:spLocks noGrp="1"/>
          </p:cNvSpPr>
          <p:nvPr/>
        </p:nvSpPr>
        <p:spPr>
          <a:xfrm>
            <a:off x="8724900" y="53149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69" name="Rectangle 168">
            <a:extLst>
              <a:ext uri="{FF2B5EF4-FFF2-40B4-BE49-F238E27FC236}">
                <a16:creationId xmlns:a16="http://schemas.microsoft.com/office/drawing/2014/main" id="{D24AF988-6B42-4071-B657-4C592422B8FA}"/>
              </a:ext>
            </a:extLst>
          </p:cNvPr>
          <p:cNvSpPr>
            <a:spLocks noGrp="1"/>
          </p:cNvSpPr>
          <p:nvPr/>
        </p:nvSpPr>
        <p:spPr>
          <a:xfrm>
            <a:off x="9391650" y="53149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70" name="Rectangle 169">
            <a:extLst>
              <a:ext uri="{FF2B5EF4-FFF2-40B4-BE49-F238E27FC236}">
                <a16:creationId xmlns:a16="http://schemas.microsoft.com/office/drawing/2014/main" id="{774CCD74-DF65-4E5C-A432-94CE9A2A58B3}"/>
              </a:ext>
            </a:extLst>
          </p:cNvPr>
          <p:cNvSpPr>
            <a:spLocks noGrp="1"/>
          </p:cNvSpPr>
          <p:nvPr/>
        </p:nvSpPr>
        <p:spPr>
          <a:xfrm>
            <a:off x="10058400" y="53149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71" name="Rectangle 170">
            <a:extLst>
              <a:ext uri="{FF2B5EF4-FFF2-40B4-BE49-F238E27FC236}">
                <a16:creationId xmlns:a16="http://schemas.microsoft.com/office/drawing/2014/main" id="{D0FDC0C9-F8FB-4758-9B6B-167E840B46D7}"/>
              </a:ext>
            </a:extLst>
          </p:cNvPr>
          <p:cNvSpPr>
            <a:spLocks noGrp="1"/>
          </p:cNvSpPr>
          <p:nvPr/>
        </p:nvSpPr>
        <p:spPr>
          <a:xfrm>
            <a:off x="10725150" y="5314950"/>
            <a:ext cx="638175" cy="428625"/>
          </a:xfrm>
          <a:prstGeom prst="rect">
            <a:avLst/>
          </a:prstGeom>
          <a:noFill/>
          <a:ln w="9525">
            <a:solidFill>
              <a:srgbClr val="C9D9D4"/>
            </a:solidFill>
            <a:prstDash val="solid"/>
          </a:ln>
        </p:spPr>
        <p:txBody>
          <a:bodyPr/>
          <a:lstStyle/>
          <a:p>
            <a:endParaRPr lang="en-US">
              <a:latin typeface="Kanit" panose="00000500000000000000" pitchFamily="2" charset="-34"/>
              <a:cs typeface="Kanit" panose="00000500000000000000" pitchFamily="2" charset="-34"/>
            </a:endParaRPr>
          </a:p>
        </p:txBody>
      </p:sp>
      <p:sp>
        <p:nvSpPr>
          <p:cNvPr id="172" name="Rectangle: Rounded Corners 171">
            <a:extLst>
              <a:ext uri="{FF2B5EF4-FFF2-40B4-BE49-F238E27FC236}">
                <a16:creationId xmlns:a16="http://schemas.microsoft.com/office/drawing/2014/main" id="{7EB4B708-2659-4C40-8660-D33E919EE188}"/>
              </a:ext>
            </a:extLst>
          </p:cNvPr>
          <p:cNvSpPr>
            <a:spLocks noGrp="1"/>
          </p:cNvSpPr>
          <p:nvPr/>
        </p:nvSpPr>
        <p:spPr>
          <a:xfrm>
            <a:off x="9058275" y="5410200"/>
            <a:ext cx="2085975" cy="238125"/>
          </a:xfrm>
          <a:prstGeom prst="roundRect">
            <a:avLst>
              <a:gd name="adj" fmla="val 32000"/>
            </a:avLst>
          </a:prstGeom>
          <a:solidFill>
            <a:srgbClr val="102C46"/>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73" name="Rectangle: Rounded Corners 172">
            <a:extLst>
              <a:ext uri="{FF2B5EF4-FFF2-40B4-BE49-F238E27FC236}">
                <a16:creationId xmlns:a16="http://schemas.microsoft.com/office/drawing/2014/main" id="{F69BE6D4-19E3-4933-A52A-45F8C33E9340}"/>
              </a:ext>
            </a:extLst>
          </p:cNvPr>
          <p:cNvSpPr>
            <a:spLocks noGrp="1"/>
          </p:cNvSpPr>
          <p:nvPr/>
        </p:nvSpPr>
        <p:spPr>
          <a:xfrm>
            <a:off x="514350" y="5857875"/>
            <a:ext cx="11163300" cy="476250"/>
          </a:xfrm>
          <a:prstGeom prst="roundRect">
            <a:avLst>
              <a:gd name="adj" fmla="val 16000"/>
            </a:avLst>
          </a:prstGeom>
          <a:solidFill>
            <a:srgbClr val="173F37"/>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74" name="Rectangle 173">
            <a:extLst>
              <a:ext uri="{FF2B5EF4-FFF2-40B4-BE49-F238E27FC236}">
                <a16:creationId xmlns:a16="http://schemas.microsoft.com/office/drawing/2014/main" id="{207D4B2E-1D42-4A95-8681-1B97688CC164}"/>
              </a:ext>
            </a:extLst>
          </p:cNvPr>
          <p:cNvSpPr>
            <a:spLocks noGrp="1"/>
          </p:cNvSpPr>
          <p:nvPr/>
        </p:nvSpPr>
        <p:spPr>
          <a:xfrm>
            <a:off x="685800" y="5972174"/>
            <a:ext cx="1922646" cy="216869"/>
          </a:xfrm>
          <a:prstGeom prst="rect">
            <a:avLst/>
          </a:prstGeom>
          <a:noFill/>
          <a:ln w="0">
            <a:noFill/>
            <a:prstDash val="solid"/>
          </a:ln>
        </p:spPr>
        <p:txBody>
          <a:bodyPr anchor="ctr"/>
          <a:lstStyle/>
          <a:p>
            <a:pPr algn="l">
              <a:defRPr sz="1050" b="1">
                <a:solidFill>
                  <a:srgbClr val="81D8B8"/>
                </a:solidFill>
              </a:defRPr>
            </a:pPr>
            <a:r>
              <a:rPr sz="1050" b="1" dirty="0">
                <a:solidFill>
                  <a:srgbClr val="81D8B8"/>
                </a:solidFill>
                <a:latin typeface="Kanit" panose="00000500000000000000" pitchFamily="2" charset="-34"/>
                <a:cs typeface="Kanit" panose="00000500000000000000" pitchFamily="2" charset="-34"/>
              </a:rPr>
              <a:t>IMPLEMENTATION STAGE</a:t>
            </a:r>
          </a:p>
        </p:txBody>
      </p:sp>
      <p:sp>
        <p:nvSpPr>
          <p:cNvPr id="175" name="Rectangle 174">
            <a:extLst>
              <a:ext uri="{FF2B5EF4-FFF2-40B4-BE49-F238E27FC236}">
                <a16:creationId xmlns:a16="http://schemas.microsoft.com/office/drawing/2014/main" id="{7954D323-7099-4C2C-882D-0C2929ACEA5F}"/>
              </a:ext>
            </a:extLst>
          </p:cNvPr>
          <p:cNvSpPr>
            <a:spLocks noGrp="1"/>
          </p:cNvSpPr>
          <p:nvPr/>
        </p:nvSpPr>
        <p:spPr>
          <a:xfrm>
            <a:off x="2419350" y="5924550"/>
            <a:ext cx="8972550" cy="276225"/>
          </a:xfrm>
          <a:prstGeom prst="rect">
            <a:avLst/>
          </a:prstGeom>
          <a:noFill/>
          <a:ln w="0">
            <a:noFill/>
            <a:prstDash val="solid"/>
          </a:ln>
        </p:spPr>
        <p:txBody>
          <a:bodyPr anchor="ctr"/>
          <a:lstStyle/>
          <a:p>
            <a:pPr algn="ctr">
              <a:defRPr sz="1200" b="1">
                <a:solidFill>
                  <a:srgbClr val="FFFFFF"/>
                </a:solidFill>
              </a:defRPr>
            </a:pPr>
            <a:r>
              <a:rPr sz="1200" b="1">
                <a:solidFill>
                  <a:srgbClr val="FFFFFF"/>
                </a:solidFill>
                <a:latin typeface="Kanit" panose="00000500000000000000" pitchFamily="2" charset="-34"/>
                <a:cs typeface="Kanit" panose="00000500000000000000" pitchFamily="2" charset="-34"/>
              </a:rPr>
              <a:t>Preparation  →  Analysis  →  Design  →  Development  →  Testing / UAT  →  Go-Live</a:t>
            </a:r>
          </a:p>
        </p:txBody>
      </p:sp>
      <p:sp>
        <p:nvSpPr>
          <p:cNvPr id="176" name="Arrow: Chevron 175">
            <a:extLst>
              <a:ext uri="{FF2B5EF4-FFF2-40B4-BE49-F238E27FC236}">
                <a16:creationId xmlns:a16="http://schemas.microsoft.com/office/drawing/2014/main" id="{CFB53149-FE03-456B-BD29-9A1B3093DCCE}"/>
              </a:ext>
            </a:extLst>
          </p:cNvPr>
          <p:cNvSpPr>
            <a:spLocks noGrp="1"/>
          </p:cNvSpPr>
          <p:nvPr/>
        </p:nvSpPr>
        <p:spPr>
          <a:xfrm>
            <a:off x="6496050" y="1752600"/>
            <a:ext cx="457200" cy="371475"/>
          </a:xfrm>
          <a:prstGeom prst="chevron">
            <a:avLst/>
          </a:prstGeom>
          <a:solidFill>
            <a:srgbClr val="D88928"/>
          </a:solidFill>
          <a:ln w="0">
            <a:noFill/>
            <a:prstDash val="solid"/>
          </a:ln>
        </p:spPr>
        <p:txBody>
          <a:bodyPr/>
          <a:lstStyle/>
          <a:p>
            <a:endParaRPr lang="en-US">
              <a:latin typeface="Kanit" panose="00000500000000000000" pitchFamily="2" charset="-34"/>
              <a:cs typeface="Kanit" panose="00000500000000000000" pitchFamily="2" charset="-34"/>
            </a:endParaRPr>
          </a:p>
        </p:txBody>
      </p:sp>
      <p:sp>
        <p:nvSpPr>
          <p:cNvPr id="179" name="age-mark">
            <a:extLst>
              <a:ext uri="{FF2B5EF4-FFF2-40B4-BE49-F238E27FC236}">
                <a16:creationId xmlns:a16="http://schemas.microsoft.com/office/drawing/2014/main" id="{E683AB6B-4A55-5A22-4B6D-C7293B80FFD9}"/>
              </a:ext>
            </a:extLst>
          </p:cNvPr>
          <p:cNvSpPr>
            <a:spLocks noGrp="1"/>
          </p:cNvSpPr>
          <p:nvPr/>
        </p:nvSpPr>
        <p:spPr>
          <a:xfrm>
            <a:off x="10972800" y="419100"/>
            <a:ext cx="666750" cy="590550"/>
          </a:xfrm>
          <a:prstGeom prst="roundRect">
            <a:avLst>
              <a:gd name="adj" fmla="val 50000"/>
            </a:avLst>
          </a:prstGeom>
          <a:solidFill>
            <a:srgbClr val="E3F3EC"/>
          </a:solidFill>
          <a:ln w="0">
            <a:noFill/>
            <a:prstDash val="solid"/>
          </a:ln>
        </p:spPr>
        <p:txBody>
          <a:bodyPr/>
          <a:lstStyle/>
          <a:p>
            <a:endParaRPr lang="en-US"/>
          </a:p>
        </p:txBody>
      </p:sp>
      <p:sp>
        <p:nvSpPr>
          <p:cNvPr id="181" name="age">
            <a:extLst>
              <a:ext uri="{FF2B5EF4-FFF2-40B4-BE49-F238E27FC236}">
                <a16:creationId xmlns:a16="http://schemas.microsoft.com/office/drawing/2014/main" id="{06254002-9FAF-9CF8-16F3-D6531C3A15DF}"/>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pic>
        <p:nvPicPr>
          <p:cNvPr id="183" name="Picture 182" descr="Home - บริษัท เอเชีย กรีน เอนเนอจี จำกัด (มหาชน)">
            <a:extLst>
              <a:ext uri="{FF2B5EF4-FFF2-40B4-BE49-F238E27FC236}">
                <a16:creationId xmlns:a16="http://schemas.microsoft.com/office/drawing/2014/main" id="{7A579599-38B2-66E5-BF81-DC6780E43850}"/>
              </a:ext>
            </a:extLst>
          </p:cNvPr>
          <p:cNvPicPr>
            <a:picLocks noChangeAspect="1"/>
          </p:cNvPicPr>
          <p:nvPr/>
        </p:nvPicPr>
        <p:blipFill>
          <a:blip r:embed="rId3"/>
          <a:stretch>
            <a:fillRect/>
          </a:stretch>
        </p:blipFill>
        <p:spPr>
          <a:xfrm>
            <a:off x="11087411" y="584335"/>
            <a:ext cx="416319" cy="253866"/>
          </a:xfrm>
          <a:prstGeom prst="rect">
            <a:avLst/>
          </a:prstGeom>
        </p:spPr>
      </p:pic>
      <p:sp>
        <p:nvSpPr>
          <p:cNvPr id="6" name="Slide Number Placeholder 1">
            <a:extLst>
              <a:ext uri="{FF2B5EF4-FFF2-40B4-BE49-F238E27FC236}">
                <a16:creationId xmlns:a16="http://schemas.microsoft.com/office/drawing/2014/main" id="{9658B77C-BA7B-B824-BD75-EAF9F00B40CA}"/>
              </a:ext>
            </a:extLst>
          </p:cNvPr>
          <p:cNvSpPr txBox="1">
            <a:spLocks/>
          </p:cNvSpPr>
          <p:nvPr/>
        </p:nvSpPr>
        <p:spPr>
          <a:xfrm>
            <a:off x="10728900" y="6600237"/>
            <a:ext cx="1422400" cy="2434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46">
              <a:defRPr/>
            </a:pPr>
            <a:fld id="{5E5634F8-C5C6-4843-9A92-B93B76582613}" type="slidenum">
              <a:rPr lang="en-US" sz="1333" smtClean="0">
                <a:solidFill>
                  <a:prstClr val="black"/>
                </a:solidFill>
                <a:latin typeface="Poppins" panose="00000500000000000000" pitchFamily="2" charset="0"/>
                <a:cs typeface="Poppins" panose="00000500000000000000" pitchFamily="2" charset="0"/>
              </a:rPr>
              <a:pPr algn="r" defTabSz="914446">
                <a:defRPr/>
              </a:pPr>
              <a:t>15</a:t>
            </a:fld>
            <a:endParaRPr lang="en-US" sz="1333" dirty="0">
              <a:solidFill>
                <a:prstClr val="black"/>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880280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64C13B9E-75CF-7900-5C4E-CCEB68571C4F}"/>
              </a:ext>
            </a:extLst>
          </p:cNvPr>
          <p:cNvSpPr txBox="1"/>
          <p:nvPr/>
        </p:nvSpPr>
        <p:spPr>
          <a:xfrm>
            <a:off x="974159" y="1426624"/>
            <a:ext cx="10944220" cy="502573"/>
          </a:xfrm>
          <a:prstGeom prst="rect">
            <a:avLst/>
          </a:prstGeom>
          <a:noFill/>
        </p:spPr>
        <p:txBody>
          <a:bodyPr wrap="square">
            <a:spAutoFit/>
          </a:bodyPr>
          <a:lstStyle/>
          <a:p>
            <a:r>
              <a:rPr lang="en-US" sz="1333" dirty="0">
                <a:solidFill>
                  <a:prstClr val="black"/>
                </a:solidFill>
                <a:latin typeface="Poppins" panose="00000500000000000000" pitchFamily="2" charset="0"/>
                <a:cs typeface="Poppins" panose="00000500000000000000" pitchFamily="2" charset="0"/>
              </a:rPr>
              <a:t>Project management methodologies are a set of guiding principles and processes used plan, manage, and execute projects. The project management methodology you choose determines how work is prioritized and completed.</a:t>
            </a:r>
          </a:p>
        </p:txBody>
      </p:sp>
      <p:sp>
        <p:nvSpPr>
          <p:cNvPr id="25" name="TextBox 24">
            <a:extLst>
              <a:ext uri="{FF2B5EF4-FFF2-40B4-BE49-F238E27FC236}">
                <a16:creationId xmlns:a16="http://schemas.microsoft.com/office/drawing/2014/main" id="{EDDA0AB1-869E-0959-F57A-ED97C299D906}"/>
              </a:ext>
            </a:extLst>
          </p:cNvPr>
          <p:cNvSpPr txBox="1"/>
          <p:nvPr/>
        </p:nvSpPr>
        <p:spPr>
          <a:xfrm>
            <a:off x="974159" y="958323"/>
            <a:ext cx="6302628" cy="379656"/>
          </a:xfrm>
          <a:prstGeom prst="rect">
            <a:avLst/>
          </a:prstGeom>
          <a:noFill/>
        </p:spPr>
        <p:txBody>
          <a:bodyPr wrap="square">
            <a:spAutoFit/>
          </a:bodyPr>
          <a:lstStyle/>
          <a:p>
            <a:pPr marL="342917" indent="-342917">
              <a:buFont typeface="Wingdings" panose="05000000000000000000" pitchFamily="2" charset="2"/>
              <a:buChar char="q"/>
            </a:pPr>
            <a:r>
              <a:rPr lang="en-US" sz="1867" b="1" dirty="0">
                <a:solidFill>
                  <a:prstClr val="black"/>
                </a:solidFill>
                <a:effectLst>
                  <a:outerShdw blurRad="38100" dist="19050" dir="2700000" algn="tl" rotWithShape="0">
                    <a:prstClr val="black">
                      <a:alpha val="40000"/>
                    </a:prstClr>
                  </a:outerShdw>
                </a:effectLst>
                <a:latin typeface="Poppins" panose="00000500000000000000" pitchFamily="2" charset="0"/>
                <a:cs typeface="Poppins" panose="00000500000000000000" pitchFamily="2" charset="0"/>
              </a:rPr>
              <a:t>Project Management Methodology</a:t>
            </a:r>
            <a:endParaRPr lang="en-US" sz="1867" dirty="0">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6BAF9794-86C9-D135-6AF1-DAF0E942DB82}"/>
              </a:ext>
            </a:extLst>
          </p:cNvPr>
          <p:cNvSpPr txBox="1"/>
          <p:nvPr/>
        </p:nvSpPr>
        <p:spPr>
          <a:xfrm>
            <a:off x="2956351" y="2404076"/>
            <a:ext cx="1411305" cy="338554"/>
          </a:xfrm>
          <a:prstGeom prst="rect">
            <a:avLst/>
          </a:prstGeom>
          <a:noFill/>
        </p:spPr>
        <p:txBody>
          <a:bodyPr wrap="square" rtlCol="0">
            <a:spAutoFit/>
          </a:bodyPr>
          <a:lstStyle/>
          <a:p>
            <a:pPr algn="ctr" defTabSz="609630">
              <a:defRPr/>
            </a:pPr>
            <a:r>
              <a:rPr lang="en-US" sz="1600" b="1" dirty="0">
                <a:solidFill>
                  <a:prstClr val="black"/>
                </a:solidFill>
                <a:latin typeface="Poppins" panose="00000500000000000000" pitchFamily="2" charset="0"/>
                <a:cs typeface="Poppins" panose="00000500000000000000" pitchFamily="2" charset="0"/>
              </a:rPr>
              <a:t>Waterfall</a:t>
            </a:r>
          </a:p>
        </p:txBody>
      </p:sp>
      <p:sp>
        <p:nvSpPr>
          <p:cNvPr id="5" name="TextBox 4">
            <a:extLst>
              <a:ext uri="{FF2B5EF4-FFF2-40B4-BE49-F238E27FC236}">
                <a16:creationId xmlns:a16="http://schemas.microsoft.com/office/drawing/2014/main" id="{AE5A5B55-4C71-3D68-706C-B763A34768B6}"/>
              </a:ext>
            </a:extLst>
          </p:cNvPr>
          <p:cNvSpPr txBox="1"/>
          <p:nvPr/>
        </p:nvSpPr>
        <p:spPr>
          <a:xfrm>
            <a:off x="2487480" y="2707163"/>
            <a:ext cx="2021794" cy="646331"/>
          </a:xfrm>
          <a:prstGeom prst="rect">
            <a:avLst/>
          </a:prstGeom>
          <a:noFill/>
        </p:spPr>
        <p:txBody>
          <a:bodyPr wrap="square" rtlCol="0">
            <a:spAutoFit/>
          </a:bodyPr>
          <a:lstStyle/>
          <a:p>
            <a:pPr algn="ctr" defTabSz="609630">
              <a:defRPr/>
            </a:pPr>
            <a:r>
              <a:rPr lang="en-US" sz="1200" dirty="0">
                <a:solidFill>
                  <a:prstClr val="black"/>
                </a:solidFill>
                <a:latin typeface="Poppins" panose="00000500000000000000" pitchFamily="2" charset="0"/>
                <a:cs typeface="Poppins" panose="00000500000000000000" pitchFamily="2" charset="0"/>
              </a:rPr>
              <a:t>Project scope defined in</a:t>
            </a:r>
          </a:p>
          <a:p>
            <a:pPr algn="ctr" defTabSz="609630">
              <a:defRPr/>
            </a:pPr>
            <a:r>
              <a:rPr lang="en-US" sz="1200" dirty="0">
                <a:solidFill>
                  <a:prstClr val="black"/>
                </a:solidFill>
                <a:latin typeface="Poppins" panose="00000500000000000000" pitchFamily="2" charset="0"/>
                <a:cs typeface="Poppins" panose="00000500000000000000" pitchFamily="2" charset="0"/>
              </a:rPr>
              <a:t>advance</a:t>
            </a:r>
          </a:p>
        </p:txBody>
      </p:sp>
      <p:sp>
        <p:nvSpPr>
          <p:cNvPr id="21" name="TextBox 20">
            <a:extLst>
              <a:ext uri="{FF2B5EF4-FFF2-40B4-BE49-F238E27FC236}">
                <a16:creationId xmlns:a16="http://schemas.microsoft.com/office/drawing/2014/main" id="{356188A1-5F47-A91D-85E4-7A75754054D9}"/>
              </a:ext>
            </a:extLst>
          </p:cNvPr>
          <p:cNvSpPr txBox="1"/>
          <p:nvPr/>
        </p:nvSpPr>
        <p:spPr>
          <a:xfrm>
            <a:off x="2582786" y="3893940"/>
            <a:ext cx="2563302" cy="871905"/>
          </a:xfrm>
          <a:prstGeom prst="rect">
            <a:avLst/>
          </a:prstGeom>
          <a:noFill/>
        </p:spPr>
        <p:txBody>
          <a:bodyPr wrap="square" rtlCol="0">
            <a:spAutoFit/>
          </a:bodyPr>
          <a:lstStyle/>
          <a:p>
            <a:pPr algn="ctr" defTabSz="609630">
              <a:defRPr/>
            </a:pPr>
            <a:r>
              <a:rPr lang="en-US" sz="1333" b="1" dirty="0">
                <a:ln w="0"/>
                <a:solidFill>
                  <a:prstClr val="black"/>
                </a:solidFill>
                <a:latin typeface="Poppins" panose="00000500000000000000" pitchFamily="2" charset="0"/>
                <a:cs typeface="Poppins" panose="00000500000000000000" pitchFamily="2" charset="0"/>
              </a:rPr>
              <a:t>Combining Two Methodologies</a:t>
            </a:r>
            <a:r>
              <a:rPr lang="en-US" sz="1333" dirty="0">
                <a:ln w="0"/>
                <a:solidFill>
                  <a:prstClr val="black"/>
                </a:solidFill>
                <a:latin typeface="Poppins" panose="00000500000000000000" pitchFamily="2" charset="0"/>
                <a:cs typeface="Poppins" panose="00000500000000000000" pitchFamily="2" charset="0"/>
              </a:rPr>
              <a:t> </a:t>
            </a:r>
            <a:r>
              <a:rPr lang="en-US" sz="1333" b="1" dirty="0">
                <a:ln w="0"/>
                <a:solidFill>
                  <a:prstClr val="black"/>
                </a:solidFill>
                <a:latin typeface="Poppins" panose="00000500000000000000" pitchFamily="2" charset="0"/>
                <a:cs typeface="Poppins" panose="00000500000000000000" pitchFamily="2" charset="0"/>
              </a:rPr>
              <a:t>Together</a:t>
            </a:r>
            <a:r>
              <a:rPr lang="en-US" sz="1333" dirty="0">
                <a:ln w="0"/>
                <a:solidFill>
                  <a:prstClr val="black"/>
                </a:solidFill>
                <a:latin typeface="Poppins" panose="00000500000000000000" pitchFamily="2" charset="0"/>
                <a:cs typeface="Poppins" panose="00000500000000000000" pitchFamily="2" charset="0"/>
              </a:rPr>
              <a:t> </a:t>
            </a:r>
            <a:endParaRPr lang="th-TH" sz="1333" dirty="0">
              <a:ln w="0"/>
              <a:solidFill>
                <a:prstClr val="black"/>
              </a:solidFill>
              <a:latin typeface="Poppins" panose="00000500000000000000" pitchFamily="2" charset="0"/>
            </a:endParaRPr>
          </a:p>
          <a:p>
            <a:pPr algn="ctr" defTabSz="609630">
              <a:defRPr/>
            </a:pPr>
            <a:r>
              <a:rPr lang="en-US" sz="1200" dirty="0">
                <a:ln w="0"/>
                <a:solidFill>
                  <a:prstClr val="black"/>
                </a:solidFill>
                <a:latin typeface="Poppins" panose="00000500000000000000" pitchFamily="2" charset="0"/>
                <a:cs typeface="Poppins" panose="00000500000000000000" pitchFamily="2" charset="0"/>
              </a:rPr>
              <a:t>For The Effectiveness Of Project Deliverables</a:t>
            </a:r>
          </a:p>
        </p:txBody>
      </p:sp>
      <p:sp>
        <p:nvSpPr>
          <p:cNvPr id="29" name="TextBox 28">
            <a:extLst>
              <a:ext uri="{FF2B5EF4-FFF2-40B4-BE49-F238E27FC236}">
                <a16:creationId xmlns:a16="http://schemas.microsoft.com/office/drawing/2014/main" id="{47456D5F-8168-D7F5-FB69-BC6BEAFE9183}"/>
              </a:ext>
            </a:extLst>
          </p:cNvPr>
          <p:cNvSpPr txBox="1"/>
          <p:nvPr/>
        </p:nvSpPr>
        <p:spPr>
          <a:xfrm>
            <a:off x="974159" y="5539201"/>
            <a:ext cx="10325181" cy="707694"/>
          </a:xfrm>
          <a:prstGeom prst="rect">
            <a:avLst/>
          </a:prstGeom>
          <a:noFill/>
        </p:spPr>
        <p:txBody>
          <a:bodyPr wrap="square">
            <a:spAutoFit/>
          </a:bodyPr>
          <a:lstStyle/>
          <a:p>
            <a:r>
              <a:rPr lang="en-US" sz="1333" dirty="0">
                <a:solidFill>
                  <a:prstClr val="black"/>
                </a:solidFill>
                <a:latin typeface="Poppins" panose="00000500000000000000" pitchFamily="2" charset="0"/>
                <a:cs typeface="Poppins" panose="00000500000000000000" pitchFamily="2" charset="0"/>
              </a:rPr>
              <a:t>Our project will be being applied </a:t>
            </a:r>
            <a:r>
              <a:rPr lang="en-US" sz="1333" b="1" dirty="0">
                <a:solidFill>
                  <a:prstClr val="black"/>
                </a:solidFill>
                <a:latin typeface="Poppins" panose="00000500000000000000" pitchFamily="2" charset="0"/>
                <a:cs typeface="Poppins" panose="00000500000000000000" pitchFamily="2" charset="0"/>
              </a:rPr>
              <a:t>Waterfall methodology </a:t>
            </a:r>
            <a:r>
              <a:rPr lang="en-US" sz="1333" dirty="0">
                <a:solidFill>
                  <a:prstClr val="black"/>
                </a:solidFill>
                <a:latin typeface="Poppins" panose="00000500000000000000" pitchFamily="2" charset="0"/>
                <a:cs typeface="Poppins" panose="00000500000000000000" pitchFamily="2" charset="0"/>
              </a:rPr>
              <a:t>for when defining the project scope in advance and </a:t>
            </a:r>
          </a:p>
          <a:p>
            <a:r>
              <a:rPr lang="en-US" sz="1333" b="1" dirty="0">
                <a:solidFill>
                  <a:prstClr val="black"/>
                </a:solidFill>
                <a:latin typeface="Poppins" panose="00000500000000000000" pitchFamily="2" charset="0"/>
                <a:cs typeface="Poppins" panose="00000500000000000000" pitchFamily="2" charset="0"/>
              </a:rPr>
              <a:t>Agile methodology </a:t>
            </a:r>
            <a:r>
              <a:rPr lang="en-US" sz="1333" dirty="0">
                <a:solidFill>
                  <a:prstClr val="black"/>
                </a:solidFill>
                <a:latin typeface="Poppins" panose="00000500000000000000" pitchFamily="2" charset="0"/>
                <a:cs typeface="Poppins" panose="00000500000000000000" pitchFamily="2" charset="0"/>
              </a:rPr>
              <a:t>for when reporting the daily developer meeting information to monitor and manage </a:t>
            </a:r>
            <a:r>
              <a:rPr lang="en-US" sz="1333" b="1" dirty="0">
                <a:solidFill>
                  <a:prstClr val="black"/>
                </a:solidFill>
                <a:latin typeface="Poppins" panose="00000500000000000000" pitchFamily="2" charset="0"/>
                <a:cs typeface="Poppins" panose="00000500000000000000" pitchFamily="2" charset="0"/>
              </a:rPr>
              <a:t>Scope</a:t>
            </a:r>
            <a:r>
              <a:rPr lang="en-US" sz="1333" dirty="0">
                <a:solidFill>
                  <a:prstClr val="black"/>
                </a:solidFill>
                <a:latin typeface="Poppins" panose="00000500000000000000" pitchFamily="2" charset="0"/>
                <a:cs typeface="Poppins" panose="00000500000000000000" pitchFamily="2" charset="0"/>
              </a:rPr>
              <a:t>, </a:t>
            </a:r>
            <a:r>
              <a:rPr lang="en-US" sz="1333" b="1" dirty="0">
                <a:solidFill>
                  <a:prstClr val="black"/>
                </a:solidFill>
                <a:latin typeface="Poppins" panose="00000500000000000000" pitchFamily="2" charset="0"/>
                <a:cs typeface="Poppins" panose="00000500000000000000" pitchFamily="2" charset="0"/>
              </a:rPr>
              <a:t>Time</a:t>
            </a:r>
            <a:r>
              <a:rPr lang="en-US" sz="1333" dirty="0">
                <a:solidFill>
                  <a:prstClr val="black"/>
                </a:solidFill>
                <a:latin typeface="Poppins" panose="00000500000000000000" pitchFamily="2" charset="0"/>
                <a:cs typeface="Poppins" panose="00000500000000000000" pitchFamily="2" charset="0"/>
              </a:rPr>
              <a:t> </a:t>
            </a:r>
            <a:r>
              <a:rPr lang="en-US" sz="1333" b="1" dirty="0">
                <a:solidFill>
                  <a:prstClr val="black"/>
                </a:solidFill>
                <a:latin typeface="Poppins" panose="00000500000000000000" pitchFamily="2" charset="0"/>
                <a:cs typeface="Poppins" panose="00000500000000000000" pitchFamily="2" charset="0"/>
              </a:rPr>
              <a:t>Cost</a:t>
            </a:r>
            <a:r>
              <a:rPr lang="en-US" sz="1333" dirty="0">
                <a:solidFill>
                  <a:prstClr val="black"/>
                </a:solidFill>
                <a:latin typeface="Poppins" panose="00000500000000000000" pitchFamily="2" charset="0"/>
                <a:cs typeface="Poppins" panose="00000500000000000000" pitchFamily="2" charset="0"/>
              </a:rPr>
              <a:t> of the project. </a:t>
            </a:r>
          </a:p>
        </p:txBody>
      </p:sp>
      <p:sp>
        <p:nvSpPr>
          <p:cNvPr id="38" name="TextBox 37">
            <a:extLst>
              <a:ext uri="{FF2B5EF4-FFF2-40B4-BE49-F238E27FC236}">
                <a16:creationId xmlns:a16="http://schemas.microsoft.com/office/drawing/2014/main" id="{3D5B4BF5-7C32-DE4F-95EA-0648A7A2E576}"/>
              </a:ext>
            </a:extLst>
          </p:cNvPr>
          <p:cNvSpPr txBox="1"/>
          <p:nvPr/>
        </p:nvSpPr>
        <p:spPr>
          <a:xfrm>
            <a:off x="8105429" y="2389129"/>
            <a:ext cx="720436" cy="338554"/>
          </a:xfrm>
          <a:prstGeom prst="rect">
            <a:avLst/>
          </a:prstGeom>
          <a:noFill/>
        </p:spPr>
        <p:txBody>
          <a:bodyPr wrap="square" rtlCol="0">
            <a:spAutoFit/>
          </a:bodyPr>
          <a:lstStyle/>
          <a:p>
            <a:pPr algn="ctr" defTabSz="609630">
              <a:defRPr/>
            </a:pPr>
            <a:r>
              <a:rPr lang="en-US" sz="1600" b="1" dirty="0">
                <a:solidFill>
                  <a:prstClr val="black"/>
                </a:solidFill>
                <a:latin typeface="Poppins" panose="00000500000000000000" pitchFamily="2" charset="0"/>
                <a:cs typeface="Poppins" panose="00000500000000000000" pitchFamily="2" charset="0"/>
              </a:rPr>
              <a:t>Agile</a:t>
            </a:r>
          </a:p>
        </p:txBody>
      </p:sp>
      <p:sp>
        <p:nvSpPr>
          <p:cNvPr id="39" name="TextBox 38">
            <a:extLst>
              <a:ext uri="{FF2B5EF4-FFF2-40B4-BE49-F238E27FC236}">
                <a16:creationId xmlns:a16="http://schemas.microsoft.com/office/drawing/2014/main" id="{2FCBB2FB-2D5B-E9B6-13FC-55CD24036221}"/>
              </a:ext>
            </a:extLst>
          </p:cNvPr>
          <p:cNvSpPr txBox="1"/>
          <p:nvPr/>
        </p:nvSpPr>
        <p:spPr>
          <a:xfrm>
            <a:off x="7758604" y="2684906"/>
            <a:ext cx="1621222" cy="646331"/>
          </a:xfrm>
          <a:prstGeom prst="rect">
            <a:avLst/>
          </a:prstGeom>
          <a:noFill/>
        </p:spPr>
        <p:txBody>
          <a:bodyPr wrap="square" rtlCol="0">
            <a:spAutoFit/>
          </a:bodyPr>
          <a:lstStyle/>
          <a:p>
            <a:pPr algn="ctr" defTabSz="609630">
              <a:defRPr/>
            </a:pPr>
            <a:r>
              <a:rPr lang="en-US" sz="1200" dirty="0">
                <a:solidFill>
                  <a:prstClr val="black"/>
                </a:solidFill>
                <a:latin typeface="Poppins" panose="00000500000000000000" pitchFamily="2" charset="0"/>
                <a:cs typeface="Poppins" panose="00000500000000000000" pitchFamily="2" charset="0"/>
              </a:rPr>
              <a:t>D</a:t>
            </a:r>
            <a:r>
              <a:rPr lang="en-US" sz="1200" dirty="0" err="1">
                <a:solidFill>
                  <a:prstClr val="black"/>
                </a:solidFill>
                <a:latin typeface="Poppins" panose="00000500000000000000" pitchFamily="2" charset="0"/>
                <a:cs typeface="Poppins" panose="00000500000000000000" pitchFamily="2" charset="0"/>
              </a:rPr>
              <a:t>eveloper</a:t>
            </a:r>
            <a:r>
              <a:rPr lang="en-US" sz="1200" dirty="0">
                <a:solidFill>
                  <a:prstClr val="black"/>
                </a:solidFill>
                <a:latin typeface="Poppins" panose="00000500000000000000" pitchFamily="2" charset="0"/>
                <a:cs typeface="Poppins" panose="00000500000000000000" pitchFamily="2" charset="0"/>
              </a:rPr>
              <a:t> daily report &amp; meeting to speed up</a:t>
            </a:r>
          </a:p>
        </p:txBody>
      </p:sp>
      <p:sp>
        <p:nvSpPr>
          <p:cNvPr id="11" name="Rectangle 10">
            <a:extLst>
              <a:ext uri="{FF2B5EF4-FFF2-40B4-BE49-F238E27FC236}">
                <a16:creationId xmlns:a16="http://schemas.microsoft.com/office/drawing/2014/main" id="{E7BA9E2F-28F6-A7E9-5CFC-52D16A5F1A68}"/>
              </a:ext>
            </a:extLst>
          </p:cNvPr>
          <p:cNvSpPr/>
          <p:nvPr/>
        </p:nvSpPr>
        <p:spPr>
          <a:xfrm>
            <a:off x="-1" y="825910"/>
            <a:ext cx="12192001" cy="71304"/>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33A1813E-EA08-9B82-6005-BA4A84B5B324}"/>
              </a:ext>
            </a:extLst>
          </p:cNvPr>
          <p:cNvSpPr txBox="1"/>
          <p:nvPr/>
        </p:nvSpPr>
        <p:spPr>
          <a:xfrm>
            <a:off x="362600" y="336435"/>
            <a:ext cx="9657198" cy="427553"/>
          </a:xfrm>
          <a:prstGeom prst="rect">
            <a:avLst/>
          </a:prstGeom>
        </p:spPr>
        <p:txBody>
          <a:bodyPr wrap="square" lIns="0" tIns="0" rIns="0" bIns="0" rtlCol="0" anchor="t">
            <a:spAutoFit/>
          </a:bodyPr>
          <a:lstStyle/>
          <a:p>
            <a:pPr defTabSz="609630">
              <a:lnSpc>
                <a:spcPts val="3360"/>
              </a:lnSpc>
              <a:spcBef>
                <a:spcPct val="0"/>
              </a:spcBef>
            </a:pPr>
            <a:r>
              <a:rPr lang="en-US" sz="2800" b="1" dirty="0">
                <a:solidFill>
                  <a:prstClr val="black"/>
                </a:solidFill>
                <a:latin typeface="Poppins" panose="00000500000000000000" pitchFamily="2" charset="0"/>
                <a:ea typeface="Poppins 2 Bold"/>
                <a:cs typeface="Poppins" panose="00000500000000000000" pitchFamily="2" charset="0"/>
                <a:sym typeface="Poppins 2 Bold"/>
              </a:rPr>
              <a:t>5. Implementation Stage</a:t>
            </a:r>
            <a:endParaRPr lang="en-US" sz="2800" b="1" dirty="0">
              <a:solidFill>
                <a:schemeClr val="accent2"/>
              </a:solidFill>
              <a:latin typeface="Poppins" panose="00000500000000000000" pitchFamily="2" charset="0"/>
              <a:ea typeface="Poppins 2 Bold"/>
              <a:cs typeface="Poppins" panose="00000500000000000000" pitchFamily="2" charset="0"/>
              <a:sym typeface="Poppins 2 Bold"/>
            </a:endParaRPr>
          </a:p>
        </p:txBody>
      </p:sp>
      <p:grpSp>
        <p:nvGrpSpPr>
          <p:cNvPr id="6" name="Group 14">
            <a:extLst>
              <a:ext uri="{FF2B5EF4-FFF2-40B4-BE49-F238E27FC236}">
                <a16:creationId xmlns:a16="http://schemas.microsoft.com/office/drawing/2014/main" id="{AF833847-AE1A-38D9-4909-94C6DC72F148}"/>
              </a:ext>
            </a:extLst>
          </p:cNvPr>
          <p:cNvGrpSpPr/>
          <p:nvPr/>
        </p:nvGrpSpPr>
        <p:grpSpPr>
          <a:xfrm rot="5400000">
            <a:off x="754031" y="5956485"/>
            <a:ext cx="147484" cy="1655546"/>
            <a:chOff x="0" y="0"/>
            <a:chExt cx="152400" cy="1710731"/>
          </a:xfrm>
          <a:solidFill>
            <a:srgbClr val="006666"/>
          </a:solidFill>
        </p:grpSpPr>
        <p:sp>
          <p:nvSpPr>
            <p:cNvPr id="10" name="Freeform 15">
              <a:extLst>
                <a:ext uri="{FF2B5EF4-FFF2-40B4-BE49-F238E27FC236}">
                  <a16:creationId xmlns:a16="http://schemas.microsoft.com/office/drawing/2014/main" id="{725F4B47-FD41-2EE1-A6F8-A4AF657FDE16}"/>
                </a:ext>
              </a:extLst>
            </p:cNvPr>
            <p:cNvSpPr/>
            <p:nvPr/>
          </p:nvSpPr>
          <p:spPr>
            <a:xfrm>
              <a:off x="0" y="0"/>
              <a:ext cx="152400" cy="1710731"/>
            </a:xfrm>
            <a:custGeom>
              <a:avLst/>
              <a:gdLst/>
              <a:ahLst/>
              <a:cxnLst/>
              <a:rect l="l" t="t" r="r" b="b"/>
              <a:pathLst>
                <a:path w="152400" h="1710731">
                  <a:moveTo>
                    <a:pt x="0" y="0"/>
                  </a:moveTo>
                  <a:lnTo>
                    <a:pt x="152400" y="0"/>
                  </a:lnTo>
                  <a:lnTo>
                    <a:pt x="152400" y="1710731"/>
                  </a:lnTo>
                  <a:lnTo>
                    <a:pt x="0" y="1710731"/>
                  </a:lnTo>
                  <a:close/>
                </a:path>
              </a:pathLst>
            </a:custGeom>
            <a:grpFill/>
          </p:spPr>
          <p:txBody>
            <a:bodyPr/>
            <a:lstStyle/>
            <a:p>
              <a:endParaRPr lang="en-US" sz="1200"/>
            </a:p>
          </p:txBody>
        </p:sp>
      </p:grpSp>
      <p:grpSp>
        <p:nvGrpSpPr>
          <p:cNvPr id="27" name="Group 16">
            <a:extLst>
              <a:ext uri="{FF2B5EF4-FFF2-40B4-BE49-F238E27FC236}">
                <a16:creationId xmlns:a16="http://schemas.microsoft.com/office/drawing/2014/main" id="{E00ADC56-4AF2-45EC-D820-6970FE4E46DF}"/>
              </a:ext>
            </a:extLst>
          </p:cNvPr>
          <p:cNvGrpSpPr/>
          <p:nvPr/>
        </p:nvGrpSpPr>
        <p:grpSpPr>
          <a:xfrm rot="5400000">
            <a:off x="1581804" y="5956485"/>
            <a:ext cx="147484" cy="1655546"/>
            <a:chOff x="0" y="0"/>
            <a:chExt cx="152400" cy="1710731"/>
          </a:xfrm>
        </p:grpSpPr>
        <p:sp>
          <p:nvSpPr>
            <p:cNvPr id="31" name="Freeform 17">
              <a:extLst>
                <a:ext uri="{FF2B5EF4-FFF2-40B4-BE49-F238E27FC236}">
                  <a16:creationId xmlns:a16="http://schemas.microsoft.com/office/drawing/2014/main" id="{26CA3BBE-817D-67F0-0D74-137A3EFE3113}"/>
                </a:ext>
              </a:extLst>
            </p:cNvPr>
            <p:cNvSpPr/>
            <p:nvPr/>
          </p:nvSpPr>
          <p:spPr>
            <a:xfrm>
              <a:off x="0" y="0"/>
              <a:ext cx="152400" cy="1710731"/>
            </a:xfrm>
            <a:custGeom>
              <a:avLst/>
              <a:gdLst/>
              <a:ahLst/>
              <a:cxnLst/>
              <a:rect l="l" t="t" r="r" b="b"/>
              <a:pathLst>
                <a:path w="152400" h="1710731">
                  <a:moveTo>
                    <a:pt x="0" y="0"/>
                  </a:moveTo>
                  <a:lnTo>
                    <a:pt x="152400" y="0"/>
                  </a:lnTo>
                  <a:lnTo>
                    <a:pt x="152400" y="1710731"/>
                  </a:lnTo>
                  <a:lnTo>
                    <a:pt x="0" y="1710731"/>
                  </a:lnTo>
                  <a:close/>
                </a:path>
              </a:pathLst>
            </a:custGeom>
            <a:solidFill>
              <a:srgbClr val="E1E1E1">
                <a:alpha val="74902"/>
              </a:srgbClr>
            </a:solidFill>
          </p:spPr>
          <p:txBody>
            <a:bodyPr/>
            <a:lstStyle/>
            <a:p>
              <a:endParaRPr lang="en-US" sz="1200"/>
            </a:p>
          </p:txBody>
        </p:sp>
      </p:grpSp>
      <p:sp>
        <p:nvSpPr>
          <p:cNvPr id="43" name="age">
            <a:extLst>
              <a:ext uri="{FF2B5EF4-FFF2-40B4-BE49-F238E27FC236}">
                <a16:creationId xmlns:a16="http://schemas.microsoft.com/office/drawing/2014/main" id="{A2831CDD-5EF2-9FCF-46EC-27791135762D}"/>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grpSp>
        <p:nvGrpSpPr>
          <p:cNvPr id="46" name="Group 45">
            <a:extLst>
              <a:ext uri="{FF2B5EF4-FFF2-40B4-BE49-F238E27FC236}">
                <a16:creationId xmlns:a16="http://schemas.microsoft.com/office/drawing/2014/main" id="{00D79A24-24D1-1628-5CCE-BEAF58FA0BE6}"/>
              </a:ext>
            </a:extLst>
          </p:cNvPr>
          <p:cNvGrpSpPr/>
          <p:nvPr/>
        </p:nvGrpSpPr>
        <p:grpSpPr>
          <a:xfrm>
            <a:off x="10566400" y="-25400"/>
            <a:ext cx="1625600" cy="545786"/>
            <a:chOff x="10566400" y="-25400"/>
            <a:chExt cx="1625600" cy="545786"/>
          </a:xfrm>
        </p:grpSpPr>
        <p:grpSp>
          <p:nvGrpSpPr>
            <p:cNvPr id="23" name="Group 22">
              <a:extLst>
                <a:ext uri="{FF2B5EF4-FFF2-40B4-BE49-F238E27FC236}">
                  <a16:creationId xmlns:a16="http://schemas.microsoft.com/office/drawing/2014/main" id="{AA10A348-C448-F41A-8EF5-B7CAE1F54970}"/>
                </a:ext>
              </a:extLst>
            </p:cNvPr>
            <p:cNvGrpSpPr/>
            <p:nvPr/>
          </p:nvGrpSpPr>
          <p:grpSpPr>
            <a:xfrm>
              <a:off x="10566400" y="-25400"/>
              <a:ext cx="1625600" cy="545786"/>
              <a:chOff x="15849600" y="0"/>
              <a:chExt cx="2438400" cy="818679"/>
            </a:xfrm>
          </p:grpSpPr>
          <p:sp>
            <p:nvSpPr>
              <p:cNvPr id="33" name="Rectangle: Top Corners Rounded 32">
                <a:extLst>
                  <a:ext uri="{FF2B5EF4-FFF2-40B4-BE49-F238E27FC236}">
                    <a16:creationId xmlns:a16="http://schemas.microsoft.com/office/drawing/2014/main" id="{3E166CDB-55A0-CD38-7087-7C6A82A55869}"/>
                  </a:ext>
                </a:extLst>
              </p:cNvPr>
              <p:cNvSpPr/>
              <p:nvPr/>
            </p:nvSpPr>
            <p:spPr>
              <a:xfrm rot="10800000">
                <a:off x="15849600" y="38100"/>
                <a:ext cx="2411660" cy="780579"/>
              </a:xfrm>
              <a:prstGeom prst="round2Same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34" name="Rectangle: Top Corners Rounded 33">
                <a:extLst>
                  <a:ext uri="{FF2B5EF4-FFF2-40B4-BE49-F238E27FC236}">
                    <a16:creationId xmlns:a16="http://schemas.microsoft.com/office/drawing/2014/main" id="{FDD2A34D-FFB4-783F-912F-549FE358D32D}"/>
                  </a:ext>
                </a:extLst>
              </p:cNvPr>
              <p:cNvSpPr/>
              <p:nvPr/>
            </p:nvSpPr>
            <p:spPr>
              <a:xfrm rot="10800000">
                <a:off x="15876343" y="0"/>
                <a:ext cx="2411657" cy="770069"/>
              </a:xfrm>
              <a:prstGeom prst="round2Same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36" name="Freeform 10">
                <a:extLst>
                  <a:ext uri="{FF2B5EF4-FFF2-40B4-BE49-F238E27FC236}">
                    <a16:creationId xmlns:a16="http://schemas.microsoft.com/office/drawing/2014/main" id="{473BC70D-5510-47E3-9B33-F0D5D2C63D2D}"/>
                  </a:ext>
                </a:extLst>
              </p:cNvPr>
              <p:cNvSpPr/>
              <p:nvPr/>
            </p:nvSpPr>
            <p:spPr>
              <a:xfrm>
                <a:off x="17049533" y="81363"/>
                <a:ext cx="1165535" cy="594422"/>
              </a:xfrm>
              <a:custGeom>
                <a:avLst/>
                <a:gdLst/>
                <a:ahLst/>
                <a:cxnLst/>
                <a:rect l="l" t="t" r="r" b="b"/>
                <a:pathLst>
                  <a:path w="1165534" h="594422">
                    <a:moveTo>
                      <a:pt x="0" y="0"/>
                    </a:moveTo>
                    <a:lnTo>
                      <a:pt x="1165534" y="0"/>
                    </a:lnTo>
                    <a:lnTo>
                      <a:pt x="1165534" y="594423"/>
                    </a:lnTo>
                    <a:lnTo>
                      <a:pt x="0" y="594423"/>
                    </a:lnTo>
                    <a:lnTo>
                      <a:pt x="0" y="0"/>
                    </a:lnTo>
                    <a:close/>
                  </a:path>
                </a:pathLst>
              </a:custGeom>
              <a:blipFill>
                <a:blip r:embed="rId3"/>
                <a:stretch>
                  <a:fillRect/>
                </a:stretch>
              </a:blipFill>
              <a:ln>
                <a:noFill/>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45" name="Picture 44" descr="Home - บริษัท เอเชีย กรีน เอนเนอจี จำกัด (มหาชน)">
              <a:extLst>
                <a:ext uri="{FF2B5EF4-FFF2-40B4-BE49-F238E27FC236}">
                  <a16:creationId xmlns:a16="http://schemas.microsoft.com/office/drawing/2014/main" id="{6FF2A8E9-CF9B-B664-05BD-CD36599F0FD3}"/>
                </a:ext>
              </a:extLst>
            </p:cNvPr>
            <p:cNvPicPr>
              <a:picLocks noChangeAspect="1"/>
            </p:cNvPicPr>
            <p:nvPr/>
          </p:nvPicPr>
          <p:blipFill>
            <a:blip r:embed="rId4"/>
            <a:stretch>
              <a:fillRect/>
            </a:stretch>
          </p:blipFill>
          <p:spPr>
            <a:xfrm>
              <a:off x="10705450" y="88996"/>
              <a:ext cx="534700" cy="326053"/>
            </a:xfrm>
            <a:prstGeom prst="rect">
              <a:avLst/>
            </a:prstGeom>
          </p:spPr>
        </p:pic>
      </p:grpSp>
      <p:sp>
        <p:nvSpPr>
          <p:cNvPr id="15" name="Slide Number Placeholder 1">
            <a:extLst>
              <a:ext uri="{FF2B5EF4-FFF2-40B4-BE49-F238E27FC236}">
                <a16:creationId xmlns:a16="http://schemas.microsoft.com/office/drawing/2014/main" id="{5192550B-943A-84A8-7786-C718AA9ECB43}"/>
              </a:ext>
            </a:extLst>
          </p:cNvPr>
          <p:cNvSpPr>
            <a:spLocks noGrp="1"/>
          </p:cNvSpPr>
          <p:nvPr>
            <p:ph type="sldNum" sz="quarter" idx="12"/>
          </p:nvPr>
        </p:nvSpPr>
        <p:spPr>
          <a:xfrm>
            <a:off x="10728900" y="6600237"/>
            <a:ext cx="1422400" cy="243417"/>
          </a:xfrm>
        </p:spPr>
        <p:txBody>
          <a:bodyPr/>
          <a:lstStyle/>
          <a:p>
            <a:pPr marL="0" marR="0" lvl="0" indent="0" algn="r" defTabSz="914446" rtl="0" eaLnBrk="1" fontAlgn="auto" latinLnBrk="0" hangingPunct="1">
              <a:lnSpc>
                <a:spcPct val="100000"/>
              </a:lnSpc>
              <a:spcBef>
                <a:spcPts val="0"/>
              </a:spcBef>
              <a:spcAft>
                <a:spcPts val="0"/>
              </a:spcAft>
              <a:buClrTx/>
              <a:buSzTx/>
              <a:buFontTx/>
              <a:buNone/>
              <a:tabLst/>
              <a:defRPr/>
            </a:pPr>
            <a:fld id="{5E5634F8-C5C6-4843-9A92-B93B76582613}" type="slidenum">
              <a:rPr kumimoji="0" lang="en-US" sz="1333"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pPr marL="0" marR="0" lvl="0" indent="0" algn="r" defTabSz="914446" rtl="0" eaLnBrk="1" fontAlgn="auto" latinLnBrk="0" hangingPunct="1">
                <a:lnSpc>
                  <a:spcPct val="100000"/>
                </a:lnSpc>
                <a:spcBef>
                  <a:spcPts val="0"/>
                </a:spcBef>
                <a:spcAft>
                  <a:spcPts val="0"/>
                </a:spcAft>
                <a:buClrTx/>
                <a:buSzTx/>
                <a:buFontTx/>
                <a:buNone/>
                <a:tabLst/>
                <a:defRPr/>
              </a:pPr>
              <a:t>16</a:t>
            </a:fld>
            <a:endParaRPr kumimoji="0" lang="en-US"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Tree>
    <p:extLst>
      <p:ext uri="{BB962C8B-B14F-4D97-AF65-F5344CB8AC3E}">
        <p14:creationId xmlns:p14="http://schemas.microsoft.com/office/powerpoint/2010/main" val="1961286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E19F2650-60CA-5847-1E80-188152791B05}"/>
              </a:ext>
            </a:extLst>
          </p:cNvPr>
          <p:cNvSpPr txBox="1"/>
          <p:nvPr/>
        </p:nvSpPr>
        <p:spPr>
          <a:xfrm>
            <a:off x="732904" y="934857"/>
            <a:ext cx="9963311" cy="584775"/>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defTabSz="609630">
              <a:defRPr/>
            </a:pPr>
            <a:r>
              <a:rPr lang="en-US" sz="1600" b="1" dirty="0">
                <a:solidFill>
                  <a:prstClr val="black"/>
                </a:solidFill>
                <a:latin typeface="Poppins" panose="00000500000000000000" pitchFamily="2" charset="0"/>
                <a:cs typeface="Poppins" panose="00000500000000000000" pitchFamily="2" charset="0"/>
              </a:rPr>
              <a:t>The Implementation Stage is separated into the </a:t>
            </a:r>
            <a:r>
              <a:rPr lang="en-US" sz="1600" b="1" u="sng" dirty="0">
                <a:solidFill>
                  <a:prstClr val="black"/>
                </a:solidFill>
                <a:latin typeface="Poppins" panose="00000500000000000000" pitchFamily="2" charset="0"/>
                <a:cs typeface="Poppins" panose="00000500000000000000" pitchFamily="2" charset="0"/>
              </a:rPr>
              <a:t>Project Management </a:t>
            </a:r>
            <a:r>
              <a:rPr lang="en-US" sz="1600" b="1" dirty="0">
                <a:solidFill>
                  <a:prstClr val="black"/>
                </a:solidFill>
                <a:latin typeface="Poppins" panose="00000500000000000000" pitchFamily="2" charset="0"/>
                <a:cs typeface="Poppins" panose="00000500000000000000" pitchFamily="2" charset="0"/>
              </a:rPr>
              <a:t>and </a:t>
            </a:r>
            <a:r>
              <a:rPr lang="en-US" sz="1600" b="1" u="sng" dirty="0">
                <a:solidFill>
                  <a:prstClr val="black"/>
                </a:solidFill>
                <a:latin typeface="Poppins" panose="00000500000000000000" pitchFamily="2" charset="0"/>
                <a:cs typeface="Poppins" panose="00000500000000000000" pitchFamily="2" charset="0"/>
              </a:rPr>
              <a:t>Implementation Management</a:t>
            </a:r>
            <a:r>
              <a:rPr lang="en-US" sz="1600" b="1" dirty="0">
                <a:solidFill>
                  <a:prstClr val="black"/>
                </a:solidFill>
                <a:latin typeface="Poppins" panose="00000500000000000000" pitchFamily="2" charset="0"/>
                <a:cs typeface="Poppins" panose="00000500000000000000" pitchFamily="2" charset="0"/>
              </a:rPr>
              <a:t> parts. </a:t>
            </a:r>
          </a:p>
        </p:txBody>
      </p:sp>
      <p:sp>
        <p:nvSpPr>
          <p:cNvPr id="28" name="TextBox 27">
            <a:extLst>
              <a:ext uri="{FF2B5EF4-FFF2-40B4-BE49-F238E27FC236}">
                <a16:creationId xmlns:a16="http://schemas.microsoft.com/office/drawing/2014/main" id="{4CE11D8D-3A00-214F-75CD-F39EC1019707}"/>
              </a:ext>
            </a:extLst>
          </p:cNvPr>
          <p:cNvSpPr txBox="1"/>
          <p:nvPr/>
        </p:nvSpPr>
        <p:spPr>
          <a:xfrm>
            <a:off x="758353" y="1512776"/>
            <a:ext cx="10209836" cy="543675"/>
          </a:xfrm>
          <a:prstGeom prst="rect">
            <a:avLst/>
          </a:prstGeom>
          <a:noFill/>
        </p:spPr>
        <p:txBody>
          <a:bodyPr wrap="square">
            <a:spAutoFit/>
          </a:bodyPr>
          <a:lstStyle/>
          <a:p>
            <a:pPr algn="thaiDist" defTabSz="914446">
              <a:defRPr/>
            </a:pPr>
            <a:r>
              <a:rPr lang="en-US" sz="1333" dirty="0">
                <a:solidFill>
                  <a:prstClr val="black"/>
                </a:solidFill>
                <a:latin typeface="Poppins" panose="00000500000000000000" pitchFamily="2" charset="0"/>
                <a:cs typeface="Poppins" panose="00000500000000000000" pitchFamily="2" charset="0"/>
              </a:rPr>
              <a:t>“Project Management” is the practice of leading the work of a team to achieve goals and meet success criteria at the specified time</a:t>
            </a:r>
            <a:r>
              <a:rPr lang="en-US" sz="1600" dirty="0">
                <a:solidFill>
                  <a:prstClr val="black"/>
                </a:solidFill>
                <a:latin typeface="Poppins" panose="00000500000000000000" pitchFamily="2" charset="0"/>
                <a:cs typeface="Poppins" panose="00000500000000000000" pitchFamily="2" charset="0"/>
              </a:rPr>
              <a:t>. </a:t>
            </a:r>
            <a:r>
              <a:rPr lang="en-US" sz="1333" dirty="0">
                <a:solidFill>
                  <a:prstClr val="black"/>
                </a:solidFill>
                <a:latin typeface="Poppins" panose="00000500000000000000" pitchFamily="2" charset="0"/>
                <a:cs typeface="Poppins" panose="00000500000000000000" pitchFamily="2" charset="0"/>
              </a:rPr>
              <a:t>It consists of 4 phase. </a:t>
            </a:r>
          </a:p>
        </p:txBody>
      </p:sp>
      <p:sp>
        <p:nvSpPr>
          <p:cNvPr id="29" name="TextBox 28">
            <a:extLst>
              <a:ext uri="{FF2B5EF4-FFF2-40B4-BE49-F238E27FC236}">
                <a16:creationId xmlns:a16="http://schemas.microsoft.com/office/drawing/2014/main" id="{F4BBC668-A660-BF31-8247-A24215C7C48C}"/>
              </a:ext>
            </a:extLst>
          </p:cNvPr>
          <p:cNvSpPr txBox="1"/>
          <p:nvPr/>
        </p:nvSpPr>
        <p:spPr>
          <a:xfrm>
            <a:off x="956919" y="5615873"/>
            <a:ext cx="10119476" cy="707694"/>
          </a:xfrm>
          <a:prstGeom prst="rect">
            <a:avLst/>
          </a:prstGeom>
          <a:noFill/>
        </p:spPr>
        <p:txBody>
          <a:bodyPr wrap="square" rtlCol="0">
            <a:spAutoFit/>
          </a:bodyPr>
          <a:lstStyle/>
          <a:p>
            <a:pPr algn="just" defTabSz="914446">
              <a:defRPr/>
            </a:pPr>
            <a:r>
              <a:rPr lang="en-US" sz="1333" dirty="0">
                <a:solidFill>
                  <a:prstClr val="black"/>
                </a:solidFill>
                <a:latin typeface="Poppins" panose="00000500000000000000" pitchFamily="2" charset="0"/>
                <a:cs typeface="Poppins" panose="00000500000000000000" pitchFamily="2" charset="0"/>
              </a:rPr>
              <a:t>The purpose of the “Implementation Management” is the systematic performance of the analysis, design, development, integration and test activities for new or modified software products according to the specified requirements and execution plan.</a:t>
            </a:r>
          </a:p>
        </p:txBody>
      </p:sp>
      <p:grpSp>
        <p:nvGrpSpPr>
          <p:cNvPr id="33" name="Group 14">
            <a:extLst>
              <a:ext uri="{FF2B5EF4-FFF2-40B4-BE49-F238E27FC236}">
                <a16:creationId xmlns:a16="http://schemas.microsoft.com/office/drawing/2014/main" id="{BFB2EE39-799B-6AA7-A2F5-5A83ADCC6F20}"/>
              </a:ext>
            </a:extLst>
          </p:cNvPr>
          <p:cNvGrpSpPr/>
          <p:nvPr/>
        </p:nvGrpSpPr>
        <p:grpSpPr>
          <a:xfrm rot="5400000">
            <a:off x="754031" y="5956485"/>
            <a:ext cx="147484" cy="1655546"/>
            <a:chOff x="0" y="0"/>
            <a:chExt cx="152400" cy="1710731"/>
          </a:xfrm>
          <a:solidFill>
            <a:srgbClr val="006666"/>
          </a:solidFill>
        </p:grpSpPr>
        <p:sp>
          <p:nvSpPr>
            <p:cNvPr id="34" name="Freeform 15">
              <a:extLst>
                <a:ext uri="{FF2B5EF4-FFF2-40B4-BE49-F238E27FC236}">
                  <a16:creationId xmlns:a16="http://schemas.microsoft.com/office/drawing/2014/main" id="{DD9EC0D8-271E-E7F2-DD29-54FF57FD4988}"/>
                </a:ext>
              </a:extLst>
            </p:cNvPr>
            <p:cNvSpPr/>
            <p:nvPr/>
          </p:nvSpPr>
          <p:spPr>
            <a:xfrm>
              <a:off x="0" y="0"/>
              <a:ext cx="152400" cy="1710731"/>
            </a:xfrm>
            <a:custGeom>
              <a:avLst/>
              <a:gdLst/>
              <a:ahLst/>
              <a:cxnLst/>
              <a:rect l="l" t="t" r="r" b="b"/>
              <a:pathLst>
                <a:path w="152400" h="1710731">
                  <a:moveTo>
                    <a:pt x="0" y="0"/>
                  </a:moveTo>
                  <a:lnTo>
                    <a:pt x="152400" y="0"/>
                  </a:lnTo>
                  <a:lnTo>
                    <a:pt x="152400" y="1710731"/>
                  </a:lnTo>
                  <a:lnTo>
                    <a:pt x="0" y="1710731"/>
                  </a:lnTo>
                  <a:close/>
                </a:path>
              </a:pathLst>
            </a:custGeom>
            <a:grpFill/>
          </p:spPr>
          <p:txBody>
            <a:bodyPr/>
            <a:lstStyle/>
            <a:p>
              <a:endParaRPr lang="en-US" sz="1200"/>
            </a:p>
          </p:txBody>
        </p:sp>
      </p:grpSp>
      <p:grpSp>
        <p:nvGrpSpPr>
          <p:cNvPr id="36" name="Group 16">
            <a:extLst>
              <a:ext uri="{FF2B5EF4-FFF2-40B4-BE49-F238E27FC236}">
                <a16:creationId xmlns:a16="http://schemas.microsoft.com/office/drawing/2014/main" id="{C5897120-9575-FFD7-B428-BAAE66DB7970}"/>
              </a:ext>
            </a:extLst>
          </p:cNvPr>
          <p:cNvGrpSpPr/>
          <p:nvPr/>
        </p:nvGrpSpPr>
        <p:grpSpPr>
          <a:xfrm rot="5400000">
            <a:off x="1581804" y="5956485"/>
            <a:ext cx="147484" cy="1655546"/>
            <a:chOff x="0" y="0"/>
            <a:chExt cx="152400" cy="1710731"/>
          </a:xfrm>
        </p:grpSpPr>
        <p:sp>
          <p:nvSpPr>
            <p:cNvPr id="37" name="Freeform 17">
              <a:extLst>
                <a:ext uri="{FF2B5EF4-FFF2-40B4-BE49-F238E27FC236}">
                  <a16:creationId xmlns:a16="http://schemas.microsoft.com/office/drawing/2014/main" id="{C0E86C35-4BC0-D865-D373-4BB8626D532F}"/>
                </a:ext>
              </a:extLst>
            </p:cNvPr>
            <p:cNvSpPr/>
            <p:nvPr/>
          </p:nvSpPr>
          <p:spPr>
            <a:xfrm>
              <a:off x="0" y="0"/>
              <a:ext cx="152400" cy="1710731"/>
            </a:xfrm>
            <a:custGeom>
              <a:avLst/>
              <a:gdLst/>
              <a:ahLst/>
              <a:cxnLst/>
              <a:rect l="l" t="t" r="r" b="b"/>
              <a:pathLst>
                <a:path w="152400" h="1710731">
                  <a:moveTo>
                    <a:pt x="0" y="0"/>
                  </a:moveTo>
                  <a:lnTo>
                    <a:pt x="152400" y="0"/>
                  </a:lnTo>
                  <a:lnTo>
                    <a:pt x="152400" y="1710731"/>
                  </a:lnTo>
                  <a:lnTo>
                    <a:pt x="0" y="1710731"/>
                  </a:lnTo>
                  <a:close/>
                </a:path>
              </a:pathLst>
            </a:custGeom>
            <a:solidFill>
              <a:srgbClr val="E1E1E1">
                <a:alpha val="74902"/>
              </a:srgbClr>
            </a:solidFill>
          </p:spPr>
          <p:txBody>
            <a:bodyPr/>
            <a:lstStyle/>
            <a:p>
              <a:endParaRPr lang="en-US" sz="1200"/>
            </a:p>
          </p:txBody>
        </p:sp>
      </p:grpSp>
      <p:sp>
        <p:nvSpPr>
          <p:cNvPr id="3" name="Rectangle 2">
            <a:extLst>
              <a:ext uri="{FF2B5EF4-FFF2-40B4-BE49-F238E27FC236}">
                <a16:creationId xmlns:a16="http://schemas.microsoft.com/office/drawing/2014/main" id="{26DDA4E6-4BDD-D0AE-1631-D959F893C5C4}"/>
              </a:ext>
            </a:extLst>
          </p:cNvPr>
          <p:cNvSpPr/>
          <p:nvPr/>
        </p:nvSpPr>
        <p:spPr>
          <a:xfrm>
            <a:off x="-1" y="825910"/>
            <a:ext cx="12192001" cy="71304"/>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3A53AF82-59F0-D710-3D63-73A5FEE4E482}"/>
              </a:ext>
            </a:extLst>
          </p:cNvPr>
          <p:cNvSpPr txBox="1"/>
          <p:nvPr/>
        </p:nvSpPr>
        <p:spPr>
          <a:xfrm>
            <a:off x="362600" y="336435"/>
            <a:ext cx="9657198" cy="427553"/>
          </a:xfrm>
          <a:prstGeom prst="rect">
            <a:avLst/>
          </a:prstGeom>
        </p:spPr>
        <p:txBody>
          <a:bodyPr wrap="square" lIns="0" tIns="0" rIns="0" bIns="0" rtlCol="0" anchor="t">
            <a:spAutoFit/>
          </a:bodyPr>
          <a:lstStyle/>
          <a:p>
            <a:pPr defTabSz="609630">
              <a:lnSpc>
                <a:spcPts val="3360"/>
              </a:lnSpc>
              <a:spcBef>
                <a:spcPct val="0"/>
              </a:spcBef>
            </a:pPr>
            <a:r>
              <a:rPr lang="en-US" sz="2800" b="1" dirty="0">
                <a:solidFill>
                  <a:prstClr val="black"/>
                </a:solidFill>
                <a:latin typeface="Poppins" panose="00000500000000000000" pitchFamily="2" charset="0"/>
                <a:ea typeface="Poppins 2 Bold"/>
                <a:cs typeface="Poppins" panose="00000500000000000000" pitchFamily="2" charset="0"/>
                <a:sym typeface="Poppins 2 Bold"/>
              </a:rPr>
              <a:t>5. Implementation Stage</a:t>
            </a:r>
            <a:endParaRPr lang="en-US" sz="2800" b="1" dirty="0">
              <a:solidFill>
                <a:schemeClr val="accent2"/>
              </a:solidFill>
              <a:latin typeface="Poppins" panose="00000500000000000000" pitchFamily="2" charset="0"/>
              <a:ea typeface="Poppins 2 Bold"/>
              <a:cs typeface="Poppins" panose="00000500000000000000" pitchFamily="2" charset="0"/>
              <a:sym typeface="Poppins 2 Bold"/>
            </a:endParaRPr>
          </a:p>
        </p:txBody>
      </p:sp>
      <p:sp>
        <p:nvSpPr>
          <p:cNvPr id="15" name="age">
            <a:extLst>
              <a:ext uri="{FF2B5EF4-FFF2-40B4-BE49-F238E27FC236}">
                <a16:creationId xmlns:a16="http://schemas.microsoft.com/office/drawing/2014/main" id="{6177235F-DA26-6130-E894-B09CBEC276A0}"/>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grpSp>
        <p:nvGrpSpPr>
          <p:cNvPr id="16" name="Group 15">
            <a:extLst>
              <a:ext uri="{FF2B5EF4-FFF2-40B4-BE49-F238E27FC236}">
                <a16:creationId xmlns:a16="http://schemas.microsoft.com/office/drawing/2014/main" id="{F4E94124-63D8-164C-C435-7598B70C85A8}"/>
              </a:ext>
            </a:extLst>
          </p:cNvPr>
          <p:cNvGrpSpPr/>
          <p:nvPr/>
        </p:nvGrpSpPr>
        <p:grpSpPr>
          <a:xfrm>
            <a:off x="10566400" y="-25400"/>
            <a:ext cx="1625600" cy="545786"/>
            <a:chOff x="10566400" y="-25400"/>
            <a:chExt cx="1625600" cy="545786"/>
          </a:xfrm>
        </p:grpSpPr>
        <p:grpSp>
          <p:nvGrpSpPr>
            <p:cNvPr id="24" name="Group 23">
              <a:extLst>
                <a:ext uri="{FF2B5EF4-FFF2-40B4-BE49-F238E27FC236}">
                  <a16:creationId xmlns:a16="http://schemas.microsoft.com/office/drawing/2014/main" id="{0441C08D-7A8E-8E6A-5937-3ED64FB86626}"/>
                </a:ext>
              </a:extLst>
            </p:cNvPr>
            <p:cNvGrpSpPr/>
            <p:nvPr/>
          </p:nvGrpSpPr>
          <p:grpSpPr>
            <a:xfrm>
              <a:off x="10566400" y="-25400"/>
              <a:ext cx="1625600" cy="545786"/>
              <a:chOff x="15849600" y="0"/>
              <a:chExt cx="2438400" cy="818679"/>
            </a:xfrm>
          </p:grpSpPr>
          <p:sp>
            <p:nvSpPr>
              <p:cNvPr id="26" name="Rectangle: Top Corners Rounded 25">
                <a:extLst>
                  <a:ext uri="{FF2B5EF4-FFF2-40B4-BE49-F238E27FC236}">
                    <a16:creationId xmlns:a16="http://schemas.microsoft.com/office/drawing/2014/main" id="{F9590B76-0ED4-D428-82C3-9788597FE8A1}"/>
                  </a:ext>
                </a:extLst>
              </p:cNvPr>
              <p:cNvSpPr/>
              <p:nvPr/>
            </p:nvSpPr>
            <p:spPr>
              <a:xfrm rot="10800000">
                <a:off x="15849600" y="38100"/>
                <a:ext cx="2411660" cy="780579"/>
              </a:xfrm>
              <a:prstGeom prst="round2Same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27" name="Rectangle: Top Corners Rounded 26">
                <a:extLst>
                  <a:ext uri="{FF2B5EF4-FFF2-40B4-BE49-F238E27FC236}">
                    <a16:creationId xmlns:a16="http://schemas.microsoft.com/office/drawing/2014/main" id="{2CFE42EF-6291-6AD0-F16C-DD79765B2457}"/>
                  </a:ext>
                </a:extLst>
              </p:cNvPr>
              <p:cNvSpPr/>
              <p:nvPr/>
            </p:nvSpPr>
            <p:spPr>
              <a:xfrm rot="10800000">
                <a:off x="15876343" y="0"/>
                <a:ext cx="2411657" cy="770069"/>
              </a:xfrm>
              <a:prstGeom prst="round2Same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30" name="Freeform 10">
                <a:extLst>
                  <a:ext uri="{FF2B5EF4-FFF2-40B4-BE49-F238E27FC236}">
                    <a16:creationId xmlns:a16="http://schemas.microsoft.com/office/drawing/2014/main" id="{4071E6D1-9302-C41B-80EC-3883B7E4F130}"/>
                  </a:ext>
                </a:extLst>
              </p:cNvPr>
              <p:cNvSpPr/>
              <p:nvPr/>
            </p:nvSpPr>
            <p:spPr>
              <a:xfrm>
                <a:off x="17049533" y="81363"/>
                <a:ext cx="1165535" cy="594422"/>
              </a:xfrm>
              <a:custGeom>
                <a:avLst/>
                <a:gdLst/>
                <a:ahLst/>
                <a:cxnLst/>
                <a:rect l="l" t="t" r="r" b="b"/>
                <a:pathLst>
                  <a:path w="1165534" h="594422">
                    <a:moveTo>
                      <a:pt x="0" y="0"/>
                    </a:moveTo>
                    <a:lnTo>
                      <a:pt x="1165534" y="0"/>
                    </a:lnTo>
                    <a:lnTo>
                      <a:pt x="1165534" y="594423"/>
                    </a:lnTo>
                    <a:lnTo>
                      <a:pt x="0" y="594423"/>
                    </a:lnTo>
                    <a:lnTo>
                      <a:pt x="0" y="0"/>
                    </a:lnTo>
                    <a:close/>
                  </a:path>
                </a:pathLst>
              </a:custGeom>
              <a:blipFill>
                <a:blip r:embed="rId3"/>
                <a:stretch>
                  <a:fillRect/>
                </a:stretch>
              </a:blipFill>
              <a:ln>
                <a:noFill/>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25" name="Picture 24" descr="Home - บริษัท เอเชีย กรีน เอนเนอจี จำกัด (มหาชน)">
              <a:extLst>
                <a:ext uri="{FF2B5EF4-FFF2-40B4-BE49-F238E27FC236}">
                  <a16:creationId xmlns:a16="http://schemas.microsoft.com/office/drawing/2014/main" id="{A7BAFF05-365B-A558-EC8B-5E60E4A7651B}"/>
                </a:ext>
              </a:extLst>
            </p:cNvPr>
            <p:cNvPicPr>
              <a:picLocks noChangeAspect="1"/>
            </p:cNvPicPr>
            <p:nvPr/>
          </p:nvPicPr>
          <p:blipFill>
            <a:blip r:embed="rId4"/>
            <a:stretch>
              <a:fillRect/>
            </a:stretch>
          </p:blipFill>
          <p:spPr>
            <a:xfrm>
              <a:off x="10705450" y="88996"/>
              <a:ext cx="534700" cy="326053"/>
            </a:xfrm>
            <a:prstGeom prst="rect">
              <a:avLst/>
            </a:prstGeom>
          </p:spPr>
        </p:pic>
      </p:grpSp>
      <p:sp>
        <p:nvSpPr>
          <p:cNvPr id="2" name="Slide Number Placeholder 1">
            <a:extLst>
              <a:ext uri="{FF2B5EF4-FFF2-40B4-BE49-F238E27FC236}">
                <a16:creationId xmlns:a16="http://schemas.microsoft.com/office/drawing/2014/main" id="{5457EFC9-750E-E928-4426-58DB8AAB9C29}"/>
              </a:ext>
            </a:extLst>
          </p:cNvPr>
          <p:cNvSpPr>
            <a:spLocks noGrp="1"/>
          </p:cNvSpPr>
          <p:nvPr>
            <p:ph type="sldNum" sz="quarter" idx="12"/>
          </p:nvPr>
        </p:nvSpPr>
        <p:spPr>
          <a:xfrm>
            <a:off x="10728900" y="6600237"/>
            <a:ext cx="1422400" cy="243417"/>
          </a:xfrm>
        </p:spPr>
        <p:txBody>
          <a:bodyPr/>
          <a:lstStyle/>
          <a:p>
            <a:pPr marL="0" marR="0" lvl="0" indent="0" algn="r" defTabSz="914446" rtl="0" eaLnBrk="1" fontAlgn="auto" latinLnBrk="0" hangingPunct="1">
              <a:lnSpc>
                <a:spcPct val="100000"/>
              </a:lnSpc>
              <a:spcBef>
                <a:spcPts val="0"/>
              </a:spcBef>
              <a:spcAft>
                <a:spcPts val="0"/>
              </a:spcAft>
              <a:buClrTx/>
              <a:buSzTx/>
              <a:buFontTx/>
              <a:buNone/>
              <a:tabLst/>
              <a:defRPr/>
            </a:pPr>
            <a:fld id="{5E5634F8-C5C6-4843-9A92-B93B76582613}" type="slidenum">
              <a:rPr kumimoji="0" lang="en-US" sz="1333"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pPr marL="0" marR="0" lvl="0" indent="0" algn="r" defTabSz="914446" rtl="0" eaLnBrk="1" fontAlgn="auto" latinLnBrk="0" hangingPunct="1">
                <a:lnSpc>
                  <a:spcPct val="100000"/>
                </a:lnSpc>
                <a:spcBef>
                  <a:spcPts val="0"/>
                </a:spcBef>
                <a:spcAft>
                  <a:spcPts val="0"/>
                </a:spcAft>
                <a:buClrTx/>
                <a:buSzTx/>
                <a:buFontTx/>
                <a:buNone/>
                <a:tabLst/>
                <a:defRPr/>
              </a:pPr>
              <a:t>17</a:t>
            </a:fld>
            <a:endParaRPr kumimoji="0" lang="en-US"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Tree>
    <p:extLst>
      <p:ext uri="{BB962C8B-B14F-4D97-AF65-F5344CB8AC3E}">
        <p14:creationId xmlns:p14="http://schemas.microsoft.com/office/powerpoint/2010/main" val="391124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6481191-4C72-B19A-3DFD-CDAD4868B3B8}"/>
              </a:ext>
            </a:extLst>
          </p:cNvPr>
          <p:cNvSpPr/>
          <p:nvPr/>
        </p:nvSpPr>
        <p:spPr>
          <a:xfrm>
            <a:off x="719939" y="1265596"/>
            <a:ext cx="10668000" cy="297454"/>
          </a:xfrm>
          <a:prstGeom prst="rect">
            <a:avLst/>
          </a:prstGeom>
          <a:noFill/>
        </p:spPr>
        <p:txBody>
          <a:bodyPr wrap="square">
            <a:spAutoFit/>
          </a:bodyPr>
          <a:lstStyle/>
          <a:p>
            <a:pPr marL="0" marR="0" lvl="0" indent="0" algn="l" defTabSz="609630" rtl="0" eaLnBrk="1" fontAlgn="base"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Participant :</a:t>
            </a:r>
            <a:r>
              <a:rPr kumimoji="0" lang="th-TH" sz="1333" b="1" i="0" u="none" strike="noStrike" kern="1200" cap="none" spc="0" normalizeH="0" baseline="0" noProof="0" dirty="0">
                <a:ln>
                  <a:noFill/>
                </a:ln>
                <a:solidFill>
                  <a:prstClr val="black"/>
                </a:solidFill>
                <a:effectLst/>
                <a:uLnTx/>
                <a:uFillTx/>
                <a:latin typeface="Poppins" panose="00000500000000000000" pitchFamily="2" charset="0"/>
                <a:ea typeface="+mn-ea"/>
                <a:cs typeface="Cordia New" panose="020B0304020202020204" pitchFamily="34" charset="-34"/>
              </a:rPr>
              <a:t> </a:t>
            </a:r>
            <a:r>
              <a:rPr kumimoji="0" lang="en-GB"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NMT IT (Infra), NCT Infra Engineer, </a:t>
            </a:r>
            <a:r>
              <a:rPr kumimoji="0" lang="en-US"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Business Analyst, NCT – Programmer</a:t>
            </a:r>
          </a:p>
        </p:txBody>
      </p:sp>
      <p:sp>
        <p:nvSpPr>
          <p:cNvPr id="14" name="Rectangle 13">
            <a:extLst>
              <a:ext uri="{FF2B5EF4-FFF2-40B4-BE49-F238E27FC236}">
                <a16:creationId xmlns:a16="http://schemas.microsoft.com/office/drawing/2014/main" id="{58AE20B1-8FEF-354C-142B-7BC6E3DBF427}"/>
              </a:ext>
            </a:extLst>
          </p:cNvPr>
          <p:cNvSpPr/>
          <p:nvPr/>
        </p:nvSpPr>
        <p:spPr>
          <a:xfrm>
            <a:off x="719939" y="957327"/>
            <a:ext cx="11342612" cy="297454"/>
          </a:xfrm>
          <a:prstGeom prst="rect">
            <a:avLst/>
          </a:prstGeom>
          <a:noFill/>
        </p:spPr>
        <p:txBody>
          <a:bodyPr wrap="square">
            <a:spAutoFit/>
          </a:bodyPr>
          <a:lstStyle/>
          <a:p>
            <a:pPr marL="0" marR="0" lvl="0" indent="0" algn="l" defTabSz="609630" rtl="0" eaLnBrk="1" fontAlgn="base"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Key Activity :</a:t>
            </a:r>
            <a:r>
              <a:rPr kumimoji="0" lang="th-TH" sz="1333" b="1" i="0" u="none" strike="noStrike" kern="1200" cap="none" spc="0" normalizeH="0" baseline="0" noProof="0" dirty="0">
                <a:ln>
                  <a:noFill/>
                </a:ln>
                <a:solidFill>
                  <a:prstClr val="black"/>
                </a:solidFill>
                <a:effectLst/>
                <a:uLnTx/>
                <a:uFillTx/>
                <a:latin typeface="Poppins" panose="00000500000000000000" pitchFamily="2" charset="0"/>
                <a:ea typeface="+mn-ea"/>
                <a:cs typeface="Cordia New" panose="020B0304020202020204" pitchFamily="34" charset="-34"/>
              </a:rPr>
              <a:t> </a:t>
            </a:r>
            <a:r>
              <a:rPr kumimoji="0" lang="en-GB"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Set the implementation environment, Hardware and Software installation</a:t>
            </a:r>
          </a:p>
        </p:txBody>
      </p:sp>
      <p:sp>
        <p:nvSpPr>
          <p:cNvPr id="4" name="Slide Number Placeholder 1">
            <a:extLst>
              <a:ext uri="{FF2B5EF4-FFF2-40B4-BE49-F238E27FC236}">
                <a16:creationId xmlns:a16="http://schemas.microsoft.com/office/drawing/2014/main" id="{8233C19C-E2B5-043C-CFE4-841C6E86C7C4}"/>
              </a:ext>
            </a:extLst>
          </p:cNvPr>
          <p:cNvSpPr>
            <a:spLocks noGrp="1"/>
          </p:cNvSpPr>
          <p:nvPr>
            <p:ph type="sldNum" sz="quarter" idx="12"/>
          </p:nvPr>
        </p:nvSpPr>
        <p:spPr>
          <a:xfrm>
            <a:off x="10728900" y="6600237"/>
            <a:ext cx="1422400" cy="243417"/>
          </a:xfrm>
        </p:spPr>
        <p:txBody>
          <a:bodyPr/>
          <a:lstStyle/>
          <a:p>
            <a:pPr marL="0" marR="0" lvl="0" indent="0" algn="r" defTabSz="914446" rtl="0" eaLnBrk="1" fontAlgn="auto" latinLnBrk="0" hangingPunct="1">
              <a:lnSpc>
                <a:spcPct val="100000"/>
              </a:lnSpc>
              <a:spcBef>
                <a:spcPts val="0"/>
              </a:spcBef>
              <a:spcAft>
                <a:spcPts val="0"/>
              </a:spcAft>
              <a:buClrTx/>
              <a:buSzTx/>
              <a:buFontTx/>
              <a:buNone/>
              <a:tabLst/>
              <a:defRPr/>
            </a:pPr>
            <a:fld id="{5E5634F8-C5C6-4843-9A92-B93B76582613}" type="slidenum">
              <a:rPr kumimoji="0" lang="en-US" sz="1333"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pPr marL="0" marR="0" lvl="0" indent="0" algn="r" defTabSz="914446" rtl="0" eaLnBrk="1" fontAlgn="auto" latinLnBrk="0" hangingPunct="1">
                <a:lnSpc>
                  <a:spcPct val="100000"/>
                </a:lnSpc>
                <a:spcBef>
                  <a:spcPts val="0"/>
                </a:spcBef>
                <a:spcAft>
                  <a:spcPts val="0"/>
                </a:spcAft>
                <a:buClrTx/>
                <a:buSzTx/>
                <a:buFontTx/>
                <a:buNone/>
                <a:tabLst/>
                <a:defRPr/>
              </a:pPr>
              <a:t>18</a:t>
            </a:fld>
            <a:endParaRPr kumimoji="0" lang="en-US"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24" name="Rectangle 23">
            <a:extLst>
              <a:ext uri="{FF2B5EF4-FFF2-40B4-BE49-F238E27FC236}">
                <a16:creationId xmlns:a16="http://schemas.microsoft.com/office/drawing/2014/main" id="{07430C90-B9AF-96FE-5D26-DC6EA76D9E5F}"/>
              </a:ext>
            </a:extLst>
          </p:cNvPr>
          <p:cNvSpPr/>
          <p:nvPr/>
        </p:nvSpPr>
        <p:spPr>
          <a:xfrm>
            <a:off x="579166" y="1683053"/>
            <a:ext cx="11154965" cy="5066231"/>
          </a:xfrm>
          <a:prstGeom prst="rect">
            <a:avLst/>
          </a:prstGeom>
          <a:noFill/>
          <a:ln w="12700" cap="flat" cmpd="sng" algn="ctr">
            <a:solidFill>
              <a:srgbClr val="006666"/>
            </a:solidFill>
            <a:prstDash val="solid"/>
            <a:miter lim="800000"/>
          </a:ln>
          <a:effectLst/>
        </p:spPr>
        <p:txBody>
          <a:bodyPr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700" b="0" i="0" u="none" strike="noStrike" kern="0" cap="none" spc="0" normalizeH="0" baseline="0" noProof="0">
              <a:ln>
                <a:noFill/>
              </a:ln>
              <a:solidFill>
                <a:prstClr val="white"/>
              </a:solidFill>
              <a:effectLst/>
              <a:uLnTx/>
              <a:uFillTx/>
              <a:latin typeface="Arial"/>
              <a:ea typeface="+mn-ea"/>
              <a:cs typeface="+mn-cs"/>
            </a:endParaRPr>
          </a:p>
        </p:txBody>
      </p:sp>
      <p:sp>
        <p:nvSpPr>
          <p:cNvPr id="25" name="Freeform 9">
            <a:extLst>
              <a:ext uri="{FF2B5EF4-FFF2-40B4-BE49-F238E27FC236}">
                <a16:creationId xmlns:a16="http://schemas.microsoft.com/office/drawing/2014/main" id="{934C1CC6-FEDB-067A-CF11-C1ECC4E56CF2}"/>
              </a:ext>
            </a:extLst>
          </p:cNvPr>
          <p:cNvSpPr/>
          <p:nvPr/>
        </p:nvSpPr>
        <p:spPr>
          <a:xfrm>
            <a:off x="763987" y="1580761"/>
            <a:ext cx="2718571" cy="400111"/>
          </a:xfrm>
          <a:custGeom>
            <a:avLst/>
            <a:gdLst/>
            <a:ahLst/>
            <a:cxnLst/>
            <a:rect l="l" t="t" r="r" b="b"/>
            <a:pathLst>
              <a:path w="1628740" h="355874">
                <a:moveTo>
                  <a:pt x="117778" y="0"/>
                </a:moveTo>
                <a:lnTo>
                  <a:pt x="1510961" y="0"/>
                </a:lnTo>
                <a:cubicBezTo>
                  <a:pt x="1542198" y="0"/>
                  <a:pt x="1572155" y="12409"/>
                  <a:pt x="1594243" y="34496"/>
                </a:cubicBezTo>
                <a:cubicBezTo>
                  <a:pt x="1616331" y="56584"/>
                  <a:pt x="1628740" y="86541"/>
                  <a:pt x="1628740" y="117778"/>
                </a:cubicBezTo>
                <a:lnTo>
                  <a:pt x="1628740" y="238096"/>
                </a:lnTo>
                <a:cubicBezTo>
                  <a:pt x="1628740" y="269332"/>
                  <a:pt x="1616331" y="299290"/>
                  <a:pt x="1594243" y="321378"/>
                </a:cubicBezTo>
                <a:cubicBezTo>
                  <a:pt x="1572155" y="343465"/>
                  <a:pt x="1542198" y="355874"/>
                  <a:pt x="1510961" y="355874"/>
                </a:cubicBezTo>
                <a:lnTo>
                  <a:pt x="117778" y="355874"/>
                </a:lnTo>
                <a:cubicBezTo>
                  <a:pt x="86541" y="355874"/>
                  <a:pt x="56584" y="343465"/>
                  <a:pt x="34496" y="321378"/>
                </a:cubicBezTo>
                <a:cubicBezTo>
                  <a:pt x="12409" y="299290"/>
                  <a:pt x="0" y="269332"/>
                  <a:pt x="0" y="238096"/>
                </a:cubicBezTo>
                <a:lnTo>
                  <a:pt x="0" y="117778"/>
                </a:lnTo>
                <a:cubicBezTo>
                  <a:pt x="0" y="86541"/>
                  <a:pt x="12409" y="56584"/>
                  <a:pt x="34496" y="34496"/>
                </a:cubicBezTo>
                <a:cubicBezTo>
                  <a:pt x="56584" y="12409"/>
                  <a:pt x="86541" y="0"/>
                  <a:pt x="117778" y="0"/>
                </a:cubicBezTo>
                <a:close/>
              </a:path>
            </a:pathLst>
          </a:custGeom>
          <a:solidFill>
            <a:srgbClr val="00666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7" name="テキスト ボックス 29">
            <a:extLst>
              <a:ext uri="{FF2B5EF4-FFF2-40B4-BE49-F238E27FC236}">
                <a16:creationId xmlns:a16="http://schemas.microsoft.com/office/drawing/2014/main" id="{4E2CEC49-AA93-C84D-11DD-074C2B6C81D0}"/>
              </a:ext>
            </a:extLst>
          </p:cNvPr>
          <p:cNvSpPr txBox="1"/>
          <p:nvPr/>
        </p:nvSpPr>
        <p:spPr>
          <a:xfrm>
            <a:off x="1002874" y="1626927"/>
            <a:ext cx="2323323" cy="307777"/>
          </a:xfrm>
          <a:prstGeom prst="rect">
            <a:avLst/>
          </a:prstGeom>
          <a:noFill/>
        </p:spPr>
        <p:txBody>
          <a:bodyPr wrap="square" rtlCol="0">
            <a:spAutoFit/>
          </a:bodyPr>
          <a:lstStyle>
            <a:defPPr>
              <a:defRPr lang="ja-JP"/>
            </a:defPPr>
            <a:lvl1pPr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1pPr>
            <a:lvl2pPr marL="4572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2pPr>
            <a:lvl3pPr marL="9144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3pPr>
            <a:lvl4pPr marL="13716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4pPr>
            <a:lvl5pPr marL="18288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5pPr>
            <a:lvl6pPr marL="22860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6pPr>
            <a:lvl7pPr marL="27432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7pPr>
            <a:lvl8pPr marL="32004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8pPr>
            <a:lvl9pPr marL="36576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9pPr>
          </a:lstStyle>
          <a:p>
            <a:pPr marL="0" marR="0" lvl="0" indent="0" algn="l" defTabSz="13716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rPr>
              <a:t>Preparation Phase</a:t>
            </a:r>
            <a:endParaRPr kumimoji="1" lang="ja-JP" altLang="en-US" sz="14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endParaRPr>
          </a:p>
        </p:txBody>
      </p:sp>
      <p:sp>
        <p:nvSpPr>
          <p:cNvPr id="33" name="Freeform 12">
            <a:extLst>
              <a:ext uri="{FF2B5EF4-FFF2-40B4-BE49-F238E27FC236}">
                <a16:creationId xmlns:a16="http://schemas.microsoft.com/office/drawing/2014/main" id="{73C6B712-8A76-E331-8183-A2CEDFE9A53B}"/>
              </a:ext>
            </a:extLst>
          </p:cNvPr>
          <p:cNvSpPr/>
          <p:nvPr/>
        </p:nvSpPr>
        <p:spPr>
          <a:xfrm>
            <a:off x="579968" y="1546543"/>
            <a:ext cx="465863" cy="45025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66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34" name="テキスト ボックス 29">
            <a:extLst>
              <a:ext uri="{FF2B5EF4-FFF2-40B4-BE49-F238E27FC236}">
                <a16:creationId xmlns:a16="http://schemas.microsoft.com/office/drawing/2014/main" id="{91B10E50-233C-1621-31E0-720485726E3A}"/>
              </a:ext>
            </a:extLst>
          </p:cNvPr>
          <p:cNvSpPr txBox="1"/>
          <p:nvPr/>
        </p:nvSpPr>
        <p:spPr>
          <a:xfrm>
            <a:off x="652354" y="1602392"/>
            <a:ext cx="592795" cy="338554"/>
          </a:xfrm>
          <a:prstGeom prst="rect">
            <a:avLst/>
          </a:prstGeom>
          <a:noFill/>
        </p:spPr>
        <p:txBody>
          <a:bodyPr wrap="square" rtlCol="0">
            <a:spAutoFit/>
          </a:bodyPr>
          <a:lstStyle>
            <a:defPPr>
              <a:defRPr lang="ja-JP"/>
            </a:defPPr>
            <a:lvl1pPr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1pPr>
            <a:lvl2pPr marL="4572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2pPr>
            <a:lvl3pPr marL="9144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3pPr>
            <a:lvl4pPr marL="13716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4pPr>
            <a:lvl5pPr marL="18288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5pPr>
            <a:lvl6pPr marL="22860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6pPr>
            <a:lvl7pPr marL="27432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7pPr>
            <a:lvl8pPr marL="32004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8pPr>
            <a:lvl9pPr marL="36576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9pPr>
          </a:lstStyle>
          <a:p>
            <a:pPr marL="0" marR="0" lvl="0" indent="0" algn="l" defTabSz="1371600"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rPr>
              <a:t>01</a:t>
            </a:r>
            <a:endParaRPr kumimoji="1" lang="ja-JP" altLang="en-US" sz="16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endParaRPr>
          </a:p>
        </p:txBody>
      </p:sp>
      <p:sp>
        <p:nvSpPr>
          <p:cNvPr id="8" name="object 4">
            <a:extLst>
              <a:ext uri="{FF2B5EF4-FFF2-40B4-BE49-F238E27FC236}">
                <a16:creationId xmlns:a16="http://schemas.microsoft.com/office/drawing/2014/main" id="{35AF1C8B-BD5C-C098-33A9-5233BC445710}"/>
              </a:ext>
            </a:extLst>
          </p:cNvPr>
          <p:cNvSpPr txBox="1"/>
          <p:nvPr/>
        </p:nvSpPr>
        <p:spPr>
          <a:xfrm>
            <a:off x="763987" y="2025747"/>
            <a:ext cx="9421849" cy="182101"/>
          </a:xfrm>
          <a:prstGeom prst="rect">
            <a:avLst/>
          </a:prstGeom>
        </p:spPr>
        <p:txBody>
          <a:bodyPr vert="horz" wrap="square" lIns="0" tIns="12700" rIns="0" bIns="0" rtlCol="0">
            <a:spAutoFit/>
          </a:bodyPr>
          <a:lstStyle/>
          <a:p>
            <a:pPr marL="12701" marR="5080" defTabSz="914446">
              <a:spcBef>
                <a:spcPts val="100"/>
              </a:spcBef>
            </a:pPr>
            <a:r>
              <a:rPr sz="1100" dirty="0">
                <a:solidFill>
                  <a:prstClr val="black"/>
                </a:solidFill>
                <a:latin typeface="Poppins" panose="00000500000000000000" pitchFamily="2" charset="0"/>
                <a:cs typeface="Poppins" panose="00000500000000000000" pitchFamily="2" charset="0"/>
              </a:rPr>
              <a:t>The </a:t>
            </a:r>
            <a:r>
              <a:rPr sz="1100" spc="-5" dirty="0">
                <a:solidFill>
                  <a:prstClr val="black"/>
                </a:solidFill>
                <a:latin typeface="Poppins" panose="00000500000000000000" pitchFamily="2" charset="0"/>
                <a:cs typeface="Poppins" panose="00000500000000000000" pitchFamily="2" charset="0"/>
              </a:rPr>
              <a:t>expectation </a:t>
            </a:r>
            <a:r>
              <a:rPr sz="1100" dirty="0">
                <a:solidFill>
                  <a:prstClr val="black"/>
                </a:solidFill>
                <a:latin typeface="Poppins" panose="00000500000000000000" pitchFamily="2" charset="0"/>
                <a:cs typeface="Poppins" panose="00000500000000000000" pitchFamily="2" charset="0"/>
              </a:rPr>
              <a:t>of </a:t>
            </a:r>
            <a:r>
              <a:rPr sz="1100" spc="-5" dirty="0">
                <a:solidFill>
                  <a:prstClr val="black"/>
                </a:solidFill>
                <a:latin typeface="Poppins" panose="00000500000000000000" pitchFamily="2" charset="0"/>
                <a:cs typeface="Poppins" panose="00000500000000000000" pitchFamily="2" charset="0"/>
              </a:rPr>
              <a:t>hardware </a:t>
            </a:r>
            <a:r>
              <a:rPr sz="1100" dirty="0">
                <a:solidFill>
                  <a:prstClr val="black"/>
                </a:solidFill>
                <a:latin typeface="Poppins" panose="00000500000000000000" pitchFamily="2" charset="0"/>
                <a:cs typeface="Poppins" panose="00000500000000000000" pitchFamily="2" charset="0"/>
              </a:rPr>
              <a:t>and </a:t>
            </a:r>
            <a:r>
              <a:rPr sz="1100" spc="-5" dirty="0">
                <a:solidFill>
                  <a:prstClr val="black"/>
                </a:solidFill>
                <a:latin typeface="Poppins" panose="00000500000000000000" pitchFamily="2" charset="0"/>
                <a:cs typeface="Poppins" panose="00000500000000000000" pitchFamily="2" charset="0"/>
              </a:rPr>
              <a:t>software were required </a:t>
            </a:r>
            <a:r>
              <a:rPr sz="1100" dirty="0">
                <a:solidFill>
                  <a:prstClr val="black"/>
                </a:solidFill>
                <a:latin typeface="Poppins" panose="00000500000000000000" pitchFamily="2" charset="0"/>
                <a:cs typeface="Poppins" panose="00000500000000000000" pitchFamily="2" charset="0"/>
              </a:rPr>
              <a:t>for </a:t>
            </a:r>
            <a:r>
              <a:rPr sz="1100" spc="-5" dirty="0">
                <a:solidFill>
                  <a:prstClr val="black"/>
                </a:solidFill>
                <a:latin typeface="Poppins" panose="00000500000000000000" pitchFamily="2" charset="0"/>
                <a:cs typeface="Poppins" panose="00000500000000000000" pitchFamily="2" charset="0"/>
              </a:rPr>
              <a:t>hosting the </a:t>
            </a:r>
            <a:r>
              <a:rPr lang="en-US" sz="1100" dirty="0">
                <a:solidFill>
                  <a:prstClr val="black"/>
                </a:solidFill>
                <a:highlight>
                  <a:srgbClr val="FFFF00"/>
                </a:highlight>
                <a:latin typeface="Poppins" panose="00000500000000000000" pitchFamily="2" charset="0"/>
                <a:cs typeface="Poppins" panose="00000500000000000000" pitchFamily="2" charset="0"/>
              </a:rPr>
              <a:t>Used Car </a:t>
            </a:r>
            <a:r>
              <a:rPr sz="1100" dirty="0">
                <a:solidFill>
                  <a:prstClr val="black"/>
                </a:solidFill>
                <a:latin typeface="Poppins" panose="00000500000000000000" pitchFamily="2" charset="0"/>
                <a:cs typeface="Poppins" panose="00000500000000000000" pitchFamily="2" charset="0"/>
              </a:rPr>
              <a:t>on </a:t>
            </a:r>
            <a:r>
              <a:rPr sz="1100" spc="-5" dirty="0">
                <a:solidFill>
                  <a:prstClr val="black"/>
                </a:solidFill>
                <a:latin typeface="Poppins" panose="00000500000000000000" pitchFamily="2" charset="0"/>
                <a:cs typeface="Poppins" panose="00000500000000000000" pitchFamily="2" charset="0"/>
              </a:rPr>
              <a:t>the </a:t>
            </a:r>
            <a:r>
              <a:rPr sz="1100" spc="-10" dirty="0">
                <a:solidFill>
                  <a:prstClr val="black"/>
                </a:solidFill>
                <a:latin typeface="Poppins" panose="00000500000000000000" pitchFamily="2" charset="0"/>
                <a:cs typeface="Poppins" panose="00000500000000000000" pitchFamily="2" charset="0"/>
              </a:rPr>
              <a:t>Nissan </a:t>
            </a:r>
            <a:r>
              <a:rPr sz="1100" spc="-480" dirty="0">
                <a:solidFill>
                  <a:prstClr val="black"/>
                </a:solidFill>
                <a:latin typeface="Poppins" panose="00000500000000000000" pitchFamily="2" charset="0"/>
                <a:cs typeface="Poppins" panose="00000500000000000000" pitchFamily="2" charset="0"/>
              </a:rPr>
              <a:t> </a:t>
            </a:r>
            <a:r>
              <a:rPr sz="1100" spc="-5" dirty="0">
                <a:solidFill>
                  <a:prstClr val="black"/>
                </a:solidFill>
                <a:latin typeface="Poppins" panose="00000500000000000000" pitchFamily="2" charset="0"/>
                <a:cs typeface="Poppins" panose="00000500000000000000" pitchFamily="2" charset="0"/>
              </a:rPr>
              <a:t>infrastructure.</a:t>
            </a:r>
            <a:endParaRPr sz="1100" dirty="0">
              <a:solidFill>
                <a:prstClr val="black"/>
              </a:solidFill>
              <a:latin typeface="Poppins" panose="00000500000000000000" pitchFamily="2" charset="0"/>
              <a:cs typeface="Poppins" panose="00000500000000000000" pitchFamily="2" charset="0"/>
            </a:endParaRPr>
          </a:p>
        </p:txBody>
      </p:sp>
      <p:graphicFrame>
        <p:nvGraphicFramePr>
          <p:cNvPr id="11" name="object 5">
            <a:extLst>
              <a:ext uri="{FF2B5EF4-FFF2-40B4-BE49-F238E27FC236}">
                <a16:creationId xmlns:a16="http://schemas.microsoft.com/office/drawing/2014/main" id="{2046290E-85AF-1EC8-ADAC-FF0A4B668D25}"/>
              </a:ext>
            </a:extLst>
          </p:cNvPr>
          <p:cNvGraphicFramePr>
            <a:graphicFrameLocks noGrp="1"/>
          </p:cNvGraphicFramePr>
          <p:nvPr>
            <p:extLst>
              <p:ext uri="{D42A27DB-BD31-4B8C-83A1-F6EECF244321}">
                <p14:modId xmlns:p14="http://schemas.microsoft.com/office/powerpoint/2010/main" val="1816194527"/>
              </p:ext>
            </p:extLst>
          </p:nvPr>
        </p:nvGraphicFramePr>
        <p:xfrm>
          <a:off x="763988" y="2323214"/>
          <a:ext cx="10774419" cy="1412875"/>
        </p:xfrm>
        <a:graphic>
          <a:graphicData uri="http://schemas.openxmlformats.org/drawingml/2006/table">
            <a:tbl>
              <a:tblPr firstRow="1" bandRow="1"/>
              <a:tblGrid>
                <a:gridCol w="785868">
                  <a:extLst>
                    <a:ext uri="{9D8B030D-6E8A-4147-A177-3AD203B41FA5}">
                      <a16:colId xmlns:a16="http://schemas.microsoft.com/office/drawing/2014/main" val="20000"/>
                    </a:ext>
                  </a:extLst>
                </a:gridCol>
                <a:gridCol w="1332143">
                  <a:extLst>
                    <a:ext uri="{9D8B030D-6E8A-4147-A177-3AD203B41FA5}">
                      <a16:colId xmlns:a16="http://schemas.microsoft.com/office/drawing/2014/main" val="20001"/>
                    </a:ext>
                  </a:extLst>
                </a:gridCol>
                <a:gridCol w="1167831">
                  <a:extLst>
                    <a:ext uri="{9D8B030D-6E8A-4147-A177-3AD203B41FA5}">
                      <a16:colId xmlns:a16="http://schemas.microsoft.com/office/drawing/2014/main" val="20002"/>
                    </a:ext>
                  </a:extLst>
                </a:gridCol>
                <a:gridCol w="776694">
                  <a:extLst>
                    <a:ext uri="{9D8B030D-6E8A-4147-A177-3AD203B41FA5}">
                      <a16:colId xmlns:a16="http://schemas.microsoft.com/office/drawing/2014/main" val="20003"/>
                    </a:ext>
                  </a:extLst>
                </a:gridCol>
                <a:gridCol w="1102936">
                  <a:extLst>
                    <a:ext uri="{9D8B030D-6E8A-4147-A177-3AD203B41FA5}">
                      <a16:colId xmlns:a16="http://schemas.microsoft.com/office/drawing/2014/main" val="20004"/>
                    </a:ext>
                  </a:extLst>
                </a:gridCol>
                <a:gridCol w="900392">
                  <a:extLst>
                    <a:ext uri="{9D8B030D-6E8A-4147-A177-3AD203B41FA5}">
                      <a16:colId xmlns:a16="http://schemas.microsoft.com/office/drawing/2014/main" val="20005"/>
                    </a:ext>
                  </a:extLst>
                </a:gridCol>
                <a:gridCol w="1434637">
                  <a:extLst>
                    <a:ext uri="{9D8B030D-6E8A-4147-A177-3AD203B41FA5}">
                      <a16:colId xmlns:a16="http://schemas.microsoft.com/office/drawing/2014/main" val="20006"/>
                    </a:ext>
                  </a:extLst>
                </a:gridCol>
                <a:gridCol w="980949">
                  <a:extLst>
                    <a:ext uri="{9D8B030D-6E8A-4147-A177-3AD203B41FA5}">
                      <a16:colId xmlns:a16="http://schemas.microsoft.com/office/drawing/2014/main" val="20007"/>
                    </a:ext>
                  </a:extLst>
                </a:gridCol>
                <a:gridCol w="2292969">
                  <a:extLst>
                    <a:ext uri="{9D8B030D-6E8A-4147-A177-3AD203B41FA5}">
                      <a16:colId xmlns:a16="http://schemas.microsoft.com/office/drawing/2014/main" val="20008"/>
                    </a:ext>
                  </a:extLst>
                </a:gridCol>
              </a:tblGrid>
              <a:tr h="2281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8615" algn="ctr">
                        <a:lnSpc>
                          <a:spcPct val="100000"/>
                        </a:lnSpc>
                        <a:spcBef>
                          <a:spcPts val="1360"/>
                        </a:spcBef>
                      </a:pPr>
                      <a:r>
                        <a:rPr sz="800" b="1" spc="-15" dirty="0">
                          <a:solidFill>
                            <a:srgbClr val="FFFFFF"/>
                          </a:solidFill>
                          <a:latin typeface="Poppins" panose="00000500000000000000" pitchFamily="2" charset="0"/>
                          <a:cs typeface="Poppins" panose="00000500000000000000" pitchFamily="2" charset="0"/>
                        </a:rPr>
                        <a:t>Stage</a:t>
                      </a:r>
                      <a:endParaRPr sz="800" dirty="0">
                        <a:latin typeface="Poppins" panose="00000500000000000000" pitchFamily="2" charset="0"/>
                        <a:cs typeface="Poppins" panose="00000500000000000000" pitchFamily="2" charset="0"/>
                      </a:endParaRPr>
                    </a:p>
                  </a:txBody>
                  <a:tcPr marL="0" marR="0" marT="1727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04139" algn="ctr">
                        <a:lnSpc>
                          <a:spcPct val="100000"/>
                        </a:lnSpc>
                        <a:spcBef>
                          <a:spcPts val="1360"/>
                        </a:spcBef>
                      </a:pPr>
                      <a:r>
                        <a:rPr sz="800" b="1" dirty="0">
                          <a:solidFill>
                            <a:srgbClr val="FFFFFF"/>
                          </a:solidFill>
                          <a:latin typeface="Poppins" panose="00000500000000000000" pitchFamily="2" charset="0"/>
                          <a:cs typeface="Poppins" panose="00000500000000000000" pitchFamily="2" charset="0"/>
                        </a:rPr>
                        <a:t>Hot</a:t>
                      </a:r>
                      <a:r>
                        <a:rPr sz="800" b="1" spc="-70" dirty="0">
                          <a:solidFill>
                            <a:srgbClr val="FFFFFF"/>
                          </a:solidFill>
                          <a:latin typeface="Poppins" panose="00000500000000000000" pitchFamily="2" charset="0"/>
                          <a:cs typeface="Poppins" panose="00000500000000000000" pitchFamily="2" charset="0"/>
                        </a:rPr>
                        <a:t> </a:t>
                      </a:r>
                      <a:r>
                        <a:rPr sz="800" b="1" spc="-5" dirty="0">
                          <a:solidFill>
                            <a:srgbClr val="FFFFFF"/>
                          </a:solidFill>
                          <a:latin typeface="Poppins" panose="00000500000000000000" pitchFamily="2" charset="0"/>
                          <a:cs typeface="Poppins" panose="00000500000000000000" pitchFamily="2" charset="0"/>
                        </a:rPr>
                        <a:t>Name</a:t>
                      </a:r>
                      <a:endParaRPr sz="800" dirty="0">
                        <a:latin typeface="Poppins" panose="00000500000000000000" pitchFamily="2" charset="0"/>
                        <a:cs typeface="Poppins" panose="00000500000000000000" pitchFamily="2" charset="0"/>
                      </a:endParaRPr>
                    </a:p>
                  </a:txBody>
                  <a:tcPr marL="0" marR="0" marT="1727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52705" algn="ctr">
                        <a:lnSpc>
                          <a:spcPct val="100000"/>
                        </a:lnSpc>
                        <a:spcBef>
                          <a:spcPts val="1360"/>
                        </a:spcBef>
                      </a:pPr>
                      <a:r>
                        <a:rPr sz="800" b="1" dirty="0">
                          <a:solidFill>
                            <a:srgbClr val="FFFFFF"/>
                          </a:solidFill>
                          <a:latin typeface="Poppins" panose="00000500000000000000" pitchFamily="2" charset="0"/>
                          <a:cs typeface="Poppins" panose="00000500000000000000" pitchFamily="2" charset="0"/>
                        </a:rPr>
                        <a:t>IP</a:t>
                      </a:r>
                      <a:r>
                        <a:rPr sz="800" b="1" spc="-50" dirty="0">
                          <a:solidFill>
                            <a:srgbClr val="FFFFFF"/>
                          </a:solidFill>
                          <a:latin typeface="Poppins" panose="00000500000000000000" pitchFamily="2" charset="0"/>
                          <a:cs typeface="Poppins" panose="00000500000000000000" pitchFamily="2" charset="0"/>
                        </a:rPr>
                        <a:t> </a:t>
                      </a:r>
                      <a:r>
                        <a:rPr sz="800" b="1" spc="-5" dirty="0">
                          <a:solidFill>
                            <a:srgbClr val="FFFFFF"/>
                          </a:solidFill>
                          <a:latin typeface="Poppins" panose="00000500000000000000" pitchFamily="2" charset="0"/>
                          <a:cs typeface="Poppins" panose="00000500000000000000" pitchFamily="2" charset="0"/>
                        </a:rPr>
                        <a:t>Address</a:t>
                      </a:r>
                      <a:endParaRPr sz="800" dirty="0">
                        <a:latin typeface="Poppins" panose="00000500000000000000" pitchFamily="2" charset="0"/>
                        <a:cs typeface="Poppins" panose="00000500000000000000" pitchFamily="2" charset="0"/>
                      </a:endParaRPr>
                    </a:p>
                  </a:txBody>
                  <a:tcPr marL="0" marR="0" marT="1727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270510" algn="ctr">
                        <a:lnSpc>
                          <a:spcPct val="100000"/>
                        </a:lnSpc>
                        <a:spcBef>
                          <a:spcPts val="1360"/>
                        </a:spcBef>
                      </a:pPr>
                      <a:r>
                        <a:rPr sz="800" b="1" spc="-10" dirty="0">
                          <a:solidFill>
                            <a:srgbClr val="FFFFFF"/>
                          </a:solidFill>
                          <a:latin typeface="Poppins" panose="00000500000000000000" pitchFamily="2" charset="0"/>
                          <a:cs typeface="Poppins" panose="00000500000000000000" pitchFamily="2" charset="0"/>
                        </a:rPr>
                        <a:t>CPU</a:t>
                      </a:r>
                      <a:endParaRPr sz="800" dirty="0">
                        <a:latin typeface="Poppins" panose="00000500000000000000" pitchFamily="2" charset="0"/>
                        <a:cs typeface="Poppins" panose="00000500000000000000" pitchFamily="2" charset="0"/>
                      </a:endParaRPr>
                    </a:p>
                  </a:txBody>
                  <a:tcPr marL="0" marR="0" marT="1727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6710" marR="26670" indent="-218440" algn="ctr">
                        <a:lnSpc>
                          <a:spcPct val="100000"/>
                        </a:lnSpc>
                        <a:spcBef>
                          <a:spcPts val="640"/>
                        </a:spcBef>
                      </a:pPr>
                      <a:r>
                        <a:rPr sz="800" b="1" spc="-10" dirty="0">
                          <a:solidFill>
                            <a:srgbClr val="FFFFFF"/>
                          </a:solidFill>
                          <a:latin typeface="Poppins" panose="00000500000000000000" pitchFamily="2" charset="0"/>
                          <a:cs typeface="Poppins" panose="00000500000000000000" pitchFamily="2" charset="0"/>
                        </a:rPr>
                        <a:t>Memory</a:t>
                      </a:r>
                      <a:endParaRPr sz="800" dirty="0">
                        <a:latin typeface="Poppins" panose="00000500000000000000" pitchFamily="2" charset="0"/>
                        <a:cs typeface="Poppins" panose="00000500000000000000" pitchFamily="2" charset="0"/>
                      </a:endParaRPr>
                    </a:p>
                  </a:txBody>
                  <a:tcPr marL="0" marR="0" marT="8128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28295" algn="ctr">
                        <a:lnSpc>
                          <a:spcPct val="100000"/>
                        </a:lnSpc>
                        <a:spcBef>
                          <a:spcPts val="1360"/>
                        </a:spcBef>
                      </a:pPr>
                      <a:r>
                        <a:rPr sz="800" b="1" spc="-5" dirty="0">
                          <a:solidFill>
                            <a:srgbClr val="FFFFFF"/>
                          </a:solidFill>
                          <a:latin typeface="Poppins" panose="00000500000000000000" pitchFamily="2" charset="0"/>
                          <a:cs typeface="Poppins" panose="00000500000000000000" pitchFamily="2" charset="0"/>
                        </a:rPr>
                        <a:t>HDD</a:t>
                      </a:r>
                      <a:endParaRPr sz="800" dirty="0">
                        <a:latin typeface="Poppins" panose="00000500000000000000" pitchFamily="2" charset="0"/>
                        <a:cs typeface="Poppins" panose="00000500000000000000" pitchFamily="2" charset="0"/>
                      </a:endParaRPr>
                    </a:p>
                  </a:txBody>
                  <a:tcPr marL="0" marR="0" marT="1727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534670" algn="ctr">
                        <a:lnSpc>
                          <a:spcPct val="100000"/>
                        </a:lnSpc>
                        <a:spcBef>
                          <a:spcPts val="1360"/>
                        </a:spcBef>
                      </a:pPr>
                      <a:r>
                        <a:rPr sz="800" b="1" spc="-10" dirty="0">
                          <a:solidFill>
                            <a:srgbClr val="FFFFFF"/>
                          </a:solidFill>
                          <a:latin typeface="Poppins" panose="00000500000000000000" pitchFamily="2" charset="0"/>
                          <a:cs typeface="Poppins" panose="00000500000000000000" pitchFamily="2" charset="0"/>
                        </a:rPr>
                        <a:t>Usage</a:t>
                      </a:r>
                      <a:endParaRPr sz="800" dirty="0">
                        <a:latin typeface="Poppins" panose="00000500000000000000" pitchFamily="2" charset="0"/>
                        <a:cs typeface="Poppins" panose="00000500000000000000" pitchFamily="2" charset="0"/>
                      </a:endParaRPr>
                    </a:p>
                  </a:txBody>
                  <a:tcPr marL="0" marR="0" marT="1727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93980" algn="ctr">
                        <a:lnSpc>
                          <a:spcPct val="100000"/>
                        </a:lnSpc>
                        <a:spcBef>
                          <a:spcPts val="1360"/>
                        </a:spcBef>
                      </a:pPr>
                      <a:r>
                        <a:rPr sz="800" b="1" spc="-15" dirty="0">
                          <a:solidFill>
                            <a:srgbClr val="FFFFFF"/>
                          </a:solidFill>
                          <a:latin typeface="Poppins" panose="00000500000000000000" pitchFamily="2" charset="0"/>
                          <a:cs typeface="Poppins" panose="00000500000000000000" pitchFamily="2" charset="0"/>
                        </a:rPr>
                        <a:t>OS</a:t>
                      </a:r>
                      <a:endParaRPr sz="800" dirty="0">
                        <a:latin typeface="Poppins" panose="00000500000000000000" pitchFamily="2" charset="0"/>
                        <a:cs typeface="Poppins" panose="00000500000000000000" pitchFamily="2" charset="0"/>
                      </a:endParaRPr>
                    </a:p>
                  </a:txBody>
                  <a:tcPr marL="0" marR="0" marT="1727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65125" algn="ctr">
                        <a:lnSpc>
                          <a:spcPct val="100000"/>
                        </a:lnSpc>
                        <a:spcBef>
                          <a:spcPts val="1360"/>
                        </a:spcBef>
                      </a:pPr>
                      <a:r>
                        <a:rPr lang="en-US" sz="800" b="1" spc="-15" dirty="0">
                          <a:solidFill>
                            <a:srgbClr val="FFFFFF"/>
                          </a:solidFill>
                          <a:latin typeface="Poppins" panose="00000500000000000000" pitchFamily="2" charset="0"/>
                          <a:cs typeface="Poppins" panose="00000500000000000000" pitchFamily="2" charset="0"/>
                        </a:rPr>
                        <a:t>Remark</a:t>
                      </a:r>
                      <a:endParaRPr sz="800" dirty="0">
                        <a:latin typeface="Poppins" panose="00000500000000000000" pitchFamily="2" charset="0"/>
                        <a:cs typeface="Poppins" panose="00000500000000000000" pitchFamily="2" charset="0"/>
                      </a:endParaRPr>
                    </a:p>
                  </a:txBody>
                  <a:tcPr marL="0" marR="0" marT="17272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46664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pPr>
                      <a:endParaRPr sz="800" b="1" dirty="0">
                        <a:latin typeface="Poppins" panose="00000500000000000000" pitchFamily="2" charset="0"/>
                        <a:cs typeface="Poppins" panose="00000500000000000000" pitchFamily="2" charset="0"/>
                      </a:endParaRPr>
                    </a:p>
                    <a:p>
                      <a:pPr marL="45720" marR="0" lvl="0" indent="0" algn="l" defTabSz="914400" rtl="0" eaLnBrk="1" fontAlgn="auto" latinLnBrk="0" hangingPunct="1">
                        <a:lnSpc>
                          <a:spcPct val="100000"/>
                        </a:lnSpc>
                        <a:spcBef>
                          <a:spcPts val="0"/>
                        </a:spcBef>
                        <a:spcAft>
                          <a:spcPts val="0"/>
                        </a:spcAft>
                        <a:buClrTx/>
                        <a:buSzTx/>
                        <a:buFontTx/>
                        <a:buNone/>
                        <a:tabLst/>
                        <a:defRPr/>
                      </a:pPr>
                      <a:r>
                        <a:rPr lang="en-US" sz="800" b="1" i="0" u="none" strike="noStrike" kern="1200" baseline="0" dirty="0">
                          <a:solidFill>
                            <a:schemeClr val="tx1"/>
                          </a:solidFill>
                          <a:latin typeface="Poppins" panose="00000500000000000000" pitchFamily="2" charset="0"/>
                          <a:ea typeface="+mn-ea"/>
                          <a:cs typeface="Poppins" panose="00000500000000000000" pitchFamily="2" charset="0"/>
                        </a:rPr>
                        <a:t>PRD </a:t>
                      </a: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45720" marR="210185">
                        <a:lnSpc>
                          <a:spcPct val="100000"/>
                        </a:lnSpc>
                        <a:spcBef>
                          <a:spcPts val="930"/>
                        </a:spcBef>
                      </a:pPr>
                      <a:r>
                        <a:rPr lang="en-US" sz="800" dirty="0">
                          <a:solidFill>
                            <a:srgbClr val="FF0000"/>
                          </a:solidFill>
                          <a:latin typeface="Poppins" panose="00000500000000000000" pitchFamily="2" charset="0"/>
                          <a:cs typeface="Poppins" panose="00000500000000000000" pitchFamily="2" charset="0"/>
                        </a:rPr>
                        <a:t>TH-NMT- TSPXX</a:t>
                      </a:r>
                      <a:endParaRPr sz="800" dirty="0">
                        <a:solidFill>
                          <a:srgbClr val="FF0000"/>
                        </a:solidFill>
                        <a:latin typeface="Poppins" panose="00000500000000000000" pitchFamily="2" charset="0"/>
                        <a:cs typeface="Poppins" panose="00000500000000000000" pitchFamily="2" charset="0"/>
                      </a:endParaRPr>
                    </a:p>
                  </a:txBody>
                  <a:tcPr marL="0" marR="0" marT="0" marB="0" anchor="ctr">
                    <a:lnL w="3175">
                      <a:solidFill>
                        <a:srgbClr val="000000"/>
                      </a:solidFill>
                      <a:prstDash val="solid"/>
                    </a:lnL>
                    <a:lnR w="3175">
                      <a:solidFill>
                        <a:srgbClr val="000000"/>
                      </a:solidFill>
                      <a:prstDash val="solid"/>
                    </a:lnR>
                    <a:lnT w="3175">
                      <a:solidFill>
                        <a:srgbClr val="000000"/>
                      </a:solidFill>
                      <a:prstDash val="soli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69215" algn="r">
                        <a:lnSpc>
                          <a:spcPct val="100000"/>
                        </a:lnSpc>
                        <a:spcBef>
                          <a:spcPts val="5"/>
                        </a:spcBef>
                      </a:pPr>
                      <a:r>
                        <a:rPr lang="en-US" sz="800" spc="-5" dirty="0">
                          <a:solidFill>
                            <a:srgbClr val="FF0000"/>
                          </a:solidFill>
                          <a:latin typeface="Poppins" panose="00000500000000000000" pitchFamily="2" charset="0"/>
                          <a:cs typeface="Poppins" panose="00000500000000000000" pitchFamily="2" charset="0"/>
                        </a:rPr>
                        <a:t>10.XXX.XXX.XXX</a:t>
                      </a:r>
                      <a:endParaRPr sz="800" dirty="0">
                        <a:solidFill>
                          <a:srgbClr val="FF0000"/>
                        </a:solidFill>
                        <a:latin typeface="Poppins" panose="00000500000000000000" pitchFamily="2" charset="0"/>
                        <a:cs typeface="Poppins" panose="00000500000000000000" pitchFamily="2" charset="0"/>
                      </a:endParaRPr>
                    </a:p>
                  </a:txBody>
                  <a:tcPr marL="0" marR="0" marT="0" marB="0" anchor="ctr">
                    <a:lnL w="3175">
                      <a:solidFill>
                        <a:srgbClr val="000000"/>
                      </a:solidFill>
                      <a:prstDash val="solid"/>
                    </a:lnL>
                    <a:lnR w="3175">
                      <a:solidFill>
                        <a:srgbClr val="000000"/>
                      </a:solidFill>
                      <a:prstDash val="solid"/>
                    </a:lnR>
                    <a:lnT w="3175">
                      <a:solidFill>
                        <a:srgbClr val="000000"/>
                      </a:solidFill>
                      <a:prstDash val="soli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45720" marR="172720" lvl="0" indent="0" algn="l" defTabSz="914400" rtl="0" eaLnBrk="1" fontAlgn="auto" latinLnBrk="0" hangingPunct="1">
                        <a:lnSpc>
                          <a:spcPct val="100000"/>
                        </a:lnSpc>
                        <a:spcBef>
                          <a:spcPts val="1220"/>
                        </a:spcBef>
                        <a:spcAft>
                          <a:spcPts val="0"/>
                        </a:spcAft>
                        <a:buClrTx/>
                        <a:buSzTx/>
                        <a:buFontTx/>
                        <a:buNone/>
                        <a:tabLst/>
                        <a:defRPr/>
                      </a:pPr>
                      <a:r>
                        <a:rPr lang="en-US" sz="800" b="0" i="0" u="none" strike="noStrike" kern="1200" baseline="0" dirty="0">
                          <a:solidFill>
                            <a:schemeClr val="tx1"/>
                          </a:solidFill>
                          <a:latin typeface="Poppins" panose="00000500000000000000" pitchFamily="2" charset="0"/>
                          <a:ea typeface="+mn-ea"/>
                          <a:cs typeface="Poppins" panose="00000500000000000000" pitchFamily="2" charset="0"/>
                        </a:rPr>
                        <a:t>4 Cores (&gt;2GHz) </a:t>
                      </a:r>
                    </a:p>
                  </a:txBody>
                  <a:tcPr marL="0" marR="0" marT="154940" marB="0" anchor="ctr">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37795">
                        <a:lnSpc>
                          <a:spcPct val="100000"/>
                        </a:lnSpc>
                        <a:spcBef>
                          <a:spcPts val="5"/>
                        </a:spcBef>
                      </a:pPr>
                      <a:r>
                        <a:rPr lang="en-US" sz="800" dirty="0">
                          <a:latin typeface="Poppins" panose="00000500000000000000" pitchFamily="2" charset="0"/>
                          <a:cs typeface="Poppins" panose="00000500000000000000" pitchFamily="2" charset="0"/>
                        </a:rPr>
                        <a:t>16</a:t>
                      </a:r>
                      <a:r>
                        <a:rPr sz="800" dirty="0">
                          <a:latin typeface="Poppins" panose="00000500000000000000" pitchFamily="2" charset="0"/>
                          <a:cs typeface="Poppins" panose="00000500000000000000" pitchFamily="2" charset="0"/>
                        </a:rPr>
                        <a:t>GB</a:t>
                      </a:r>
                    </a:p>
                  </a:txBody>
                  <a:tcPr marL="0" marR="0" marT="0" marB="0" anchor="ctr">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800" b="0" i="0" u="none" strike="noStrike" kern="1200" baseline="0" dirty="0">
                          <a:solidFill>
                            <a:schemeClr val="tx1"/>
                          </a:solidFill>
                          <a:latin typeface="Poppins" panose="00000500000000000000" pitchFamily="2" charset="0"/>
                          <a:ea typeface="+mn-ea"/>
                          <a:cs typeface="Poppins" panose="00000500000000000000" pitchFamily="2" charset="0"/>
                        </a:rPr>
                        <a:t>HDD 300 GB </a:t>
                      </a:r>
                    </a:p>
                  </a:txBody>
                  <a:tcPr marL="0" marR="0" marT="0" marB="0" anchor="ctr">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46990">
                        <a:lnSpc>
                          <a:spcPct val="100000"/>
                        </a:lnSpc>
                        <a:spcBef>
                          <a:spcPts val="5"/>
                        </a:spcBef>
                      </a:pPr>
                      <a:r>
                        <a:rPr sz="800" spc="-10" dirty="0">
                          <a:latin typeface="Poppins" panose="00000500000000000000" pitchFamily="2" charset="0"/>
                          <a:cs typeface="Poppins" panose="00000500000000000000" pitchFamily="2" charset="0"/>
                        </a:rPr>
                        <a:t>Application</a:t>
                      </a:r>
                      <a:r>
                        <a:rPr sz="800" spc="30" dirty="0">
                          <a:latin typeface="Poppins" panose="00000500000000000000" pitchFamily="2" charset="0"/>
                          <a:cs typeface="Poppins" panose="00000500000000000000" pitchFamily="2" charset="0"/>
                        </a:rPr>
                        <a:t> </a:t>
                      </a:r>
                      <a:r>
                        <a:rPr sz="800" spc="-5" dirty="0">
                          <a:latin typeface="Poppins" panose="00000500000000000000" pitchFamily="2" charset="0"/>
                          <a:cs typeface="Poppins" panose="00000500000000000000" pitchFamily="2" charset="0"/>
                        </a:rPr>
                        <a:t>Server</a:t>
                      </a:r>
                      <a:r>
                        <a:rPr lang="en-US" sz="800" spc="-5" dirty="0">
                          <a:latin typeface="Poppins" panose="00000500000000000000" pitchFamily="2" charset="0"/>
                          <a:cs typeface="Poppins" panose="00000500000000000000" pitchFamily="2" charset="0"/>
                        </a:rPr>
                        <a:t> </a:t>
                      </a:r>
                    </a:p>
                    <a:p>
                      <a:pPr marL="46990" marR="0" lvl="0" indent="0" algn="l" defTabSz="914400" rtl="0" eaLnBrk="1" fontAlgn="auto" latinLnBrk="0" hangingPunct="1">
                        <a:lnSpc>
                          <a:spcPct val="100000"/>
                        </a:lnSpc>
                        <a:spcBef>
                          <a:spcPts val="5"/>
                        </a:spcBef>
                        <a:spcAft>
                          <a:spcPts val="0"/>
                        </a:spcAft>
                        <a:buClrTx/>
                        <a:buSzTx/>
                        <a:buFontTx/>
                        <a:buNone/>
                        <a:tabLst/>
                        <a:defRPr/>
                      </a:pPr>
                      <a:r>
                        <a:rPr lang="en-US" sz="800" dirty="0">
                          <a:latin typeface="Poppins" panose="00000500000000000000" pitchFamily="2" charset="0"/>
                          <a:cs typeface="Poppins" panose="00000500000000000000" pitchFamily="2" charset="0"/>
                        </a:rPr>
                        <a:t>Database</a:t>
                      </a:r>
                      <a:r>
                        <a:rPr lang="en-US" sz="800" spc="-55" dirty="0">
                          <a:latin typeface="Poppins" panose="00000500000000000000" pitchFamily="2" charset="0"/>
                          <a:cs typeface="Poppins" panose="00000500000000000000" pitchFamily="2" charset="0"/>
                        </a:rPr>
                        <a:t> </a:t>
                      </a:r>
                      <a:r>
                        <a:rPr lang="en-US" sz="800" spc="-5" dirty="0">
                          <a:latin typeface="Poppins" panose="00000500000000000000" pitchFamily="2" charset="0"/>
                          <a:cs typeface="Poppins" panose="00000500000000000000" pitchFamily="2" charset="0"/>
                        </a:rPr>
                        <a:t>Server</a:t>
                      </a:r>
                      <a:endParaRPr lang="en-US" sz="800" dirty="0">
                        <a:latin typeface="Poppins" panose="00000500000000000000" pitchFamily="2" charset="0"/>
                        <a:cs typeface="Poppins" panose="00000500000000000000" pitchFamily="2" charset="0"/>
                      </a:endParaRPr>
                    </a:p>
                  </a:txBody>
                  <a:tcPr marL="0" marR="0" marT="0" marB="0" anchor="ctr">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46990">
                        <a:lnSpc>
                          <a:spcPct val="100000"/>
                        </a:lnSpc>
                        <a:spcBef>
                          <a:spcPts val="5"/>
                        </a:spcBef>
                      </a:pPr>
                      <a:r>
                        <a:rPr lang="en-US" sz="800" b="0" i="0" u="none" strike="noStrike" kern="1200" baseline="0" dirty="0">
                          <a:solidFill>
                            <a:schemeClr val="tx1"/>
                          </a:solidFill>
                          <a:latin typeface="Poppins" panose="00000500000000000000" pitchFamily="2" charset="0"/>
                          <a:ea typeface="+mn-ea"/>
                          <a:cs typeface="Poppins" panose="00000500000000000000" pitchFamily="2" charset="0"/>
                        </a:rPr>
                        <a:t>Windows Server 2022 </a:t>
                      </a:r>
                      <a:endParaRPr sz="800" dirty="0">
                        <a:latin typeface="Poppins" panose="00000500000000000000" pitchFamily="2" charset="0"/>
                        <a:cs typeface="Poppins" panose="00000500000000000000" pitchFamily="2" charset="0"/>
                      </a:endParaRPr>
                    </a:p>
                  </a:txBody>
                  <a:tcPr marL="0" marR="0" marT="0" marB="0" anchor="ctr">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06045" marR="0" lvl="0" indent="0" algn="l" defTabSz="914400" rtl="0" eaLnBrk="1" fontAlgn="auto" latinLnBrk="0" hangingPunct="1">
                        <a:lnSpc>
                          <a:spcPct val="100000"/>
                        </a:lnSpc>
                        <a:spcBef>
                          <a:spcPts val="0"/>
                        </a:spcBef>
                        <a:spcAft>
                          <a:spcPts val="0"/>
                        </a:spcAft>
                        <a:buClrTx/>
                        <a:buSzTx/>
                        <a:buFontTx/>
                        <a:buNone/>
                        <a:tabLst/>
                        <a:defRPr/>
                      </a:pPr>
                      <a:r>
                        <a:rPr lang="en-US" sz="800" b="1" i="0" u="none" strike="noStrike" noProof="0" dirty="0">
                          <a:solidFill>
                            <a:srgbClr val="000000"/>
                          </a:solidFill>
                          <a:latin typeface="Poppins"/>
                        </a:rPr>
                        <a:t>Application Server</a:t>
                      </a:r>
                      <a:endParaRPr lang="en-US" sz="800" b="0" i="0" u="none" strike="noStrike" noProof="0" dirty="0">
                        <a:solidFill>
                          <a:srgbClr val="000000"/>
                        </a:solidFill>
                        <a:latin typeface="Poppins"/>
                      </a:endParaRPr>
                    </a:p>
                    <a:p>
                      <a:pPr marL="106045">
                        <a:lnSpc>
                          <a:spcPct val="100000"/>
                        </a:lnSpc>
                      </a:pPr>
                      <a:r>
                        <a:rPr lang="en-US" sz="800" b="0" i="0" u="none" strike="noStrike" noProof="0" dirty="0">
                          <a:solidFill>
                            <a:srgbClr val="000000"/>
                          </a:solidFill>
                          <a:latin typeface="Poppins"/>
                        </a:rPr>
                        <a:t>IIS, System Email</a:t>
                      </a:r>
                      <a:endParaRPr lang="en-US" sz="800" b="1" dirty="0">
                        <a:latin typeface="Poppins" panose="00000500000000000000" pitchFamily="2" charset="0"/>
                        <a:cs typeface="Poppins" panose="00000500000000000000" pitchFamily="2" charset="0"/>
                      </a:endParaRPr>
                    </a:p>
                    <a:p>
                      <a:pPr marL="106045">
                        <a:lnSpc>
                          <a:spcPct val="100000"/>
                        </a:lnSpc>
                      </a:pPr>
                      <a:r>
                        <a:rPr lang="en-US" sz="800" b="1" dirty="0">
                          <a:latin typeface="Poppins" panose="00000500000000000000" pitchFamily="2" charset="0"/>
                          <a:cs typeface="Poppins" panose="00000500000000000000" pitchFamily="2" charset="0"/>
                        </a:rPr>
                        <a:t>DB</a:t>
                      </a:r>
                      <a:r>
                        <a:rPr lang="en-US" sz="800" b="1" spc="-55" dirty="0">
                          <a:latin typeface="Poppins" panose="00000500000000000000" pitchFamily="2" charset="0"/>
                          <a:cs typeface="Poppins" panose="00000500000000000000" pitchFamily="2" charset="0"/>
                        </a:rPr>
                        <a:t> </a:t>
                      </a:r>
                      <a:r>
                        <a:rPr lang="en-US" sz="800" b="1" dirty="0">
                          <a:latin typeface="Poppins" panose="00000500000000000000" pitchFamily="2" charset="0"/>
                          <a:cs typeface="Poppins" panose="00000500000000000000" pitchFamily="2" charset="0"/>
                        </a:rPr>
                        <a:t>Server</a:t>
                      </a:r>
                      <a:endParaRPr lang="en-US" sz="800" dirty="0">
                        <a:latin typeface="Poppins" panose="00000500000000000000" pitchFamily="2" charset="0"/>
                        <a:cs typeface="Poppins" panose="00000500000000000000" pitchFamily="2" charset="0"/>
                      </a:endParaRPr>
                    </a:p>
                    <a:p>
                      <a:r>
                        <a:rPr lang="en-US" sz="800" spc="-5" dirty="0">
                          <a:latin typeface="Poppins" panose="00000500000000000000" pitchFamily="2" charset="0"/>
                          <a:cs typeface="Poppins" panose="00000500000000000000" pitchFamily="2" charset="0"/>
                        </a:rPr>
                        <a:t>MS</a:t>
                      </a:r>
                      <a:r>
                        <a:rPr lang="en-US" sz="800" spc="5" dirty="0">
                          <a:latin typeface="Poppins" panose="00000500000000000000" pitchFamily="2" charset="0"/>
                          <a:cs typeface="Poppins" panose="00000500000000000000" pitchFamily="2" charset="0"/>
                        </a:rPr>
                        <a:t> </a:t>
                      </a:r>
                      <a:r>
                        <a:rPr lang="en-US" sz="800" spc="-5" dirty="0">
                          <a:latin typeface="Poppins" panose="00000500000000000000" pitchFamily="2" charset="0"/>
                          <a:cs typeface="Poppins" panose="00000500000000000000" pitchFamily="2" charset="0"/>
                        </a:rPr>
                        <a:t>SQL</a:t>
                      </a:r>
                      <a:r>
                        <a:rPr lang="en-US" sz="800" dirty="0">
                          <a:latin typeface="Poppins" panose="00000500000000000000" pitchFamily="2" charset="0"/>
                          <a:cs typeface="Poppins" panose="00000500000000000000" pitchFamily="2" charset="0"/>
                        </a:rPr>
                        <a:t> </a:t>
                      </a:r>
                      <a:r>
                        <a:rPr lang="en-US" sz="800" spc="-5" dirty="0">
                          <a:latin typeface="Poppins" panose="00000500000000000000" pitchFamily="2" charset="0"/>
                          <a:cs typeface="Poppins" panose="00000500000000000000" pitchFamily="2" charset="0"/>
                        </a:rPr>
                        <a:t>Server</a:t>
                      </a:r>
                      <a:r>
                        <a:rPr lang="en-US" sz="800" b="0" i="0" u="none" strike="noStrike" kern="1200" spc="-5" baseline="0" dirty="0">
                          <a:solidFill>
                            <a:schemeClr val="tx1"/>
                          </a:solidFill>
                          <a:latin typeface="Poppins" panose="00000500000000000000" pitchFamily="2" charset="0"/>
                          <a:ea typeface="+mn-ea"/>
                          <a:cs typeface="Poppins" panose="00000500000000000000" pitchFamily="2" charset="0"/>
                        </a:rPr>
                        <a:t> </a:t>
                      </a:r>
                      <a:r>
                        <a:rPr lang="en-US" sz="800" b="0" i="0" u="none" strike="noStrike" kern="1200" baseline="0" dirty="0">
                          <a:solidFill>
                            <a:schemeClr val="tx1"/>
                          </a:solidFill>
                          <a:latin typeface="Poppins" panose="00000500000000000000" pitchFamily="2" charset="0"/>
                          <a:ea typeface="+mn-ea"/>
                          <a:cs typeface="Poppins" panose="00000500000000000000" pitchFamily="2" charset="0"/>
                        </a:rPr>
                        <a:t>2022 </a:t>
                      </a:r>
                      <a:r>
                        <a:rPr lang="en-US" sz="800" spc="-5" dirty="0">
                          <a:latin typeface="Poppins" panose="00000500000000000000" pitchFamily="2" charset="0"/>
                          <a:cs typeface="Poppins" panose="00000500000000000000" pitchFamily="2" charset="0"/>
                        </a:rPr>
                        <a:t>(NMT License)</a:t>
                      </a:r>
                      <a:endParaRPr lang="en-US" sz="800" dirty="0">
                        <a:latin typeface="Poppins" panose="00000500000000000000" pitchFamily="2" charset="0"/>
                        <a:cs typeface="Poppins" panose="00000500000000000000" pitchFamily="2" charset="0"/>
                      </a:endParaRPr>
                    </a:p>
                  </a:txBody>
                  <a:tcPr marL="0" marR="0" marT="71120" marB="0" anchor="ctr">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6708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spcBef>
                          <a:spcPts val="5"/>
                        </a:spcBef>
                      </a:pPr>
                      <a:endParaRPr sz="800" b="1" dirty="0">
                        <a:latin typeface="Poppins" panose="00000500000000000000" pitchFamily="2" charset="0"/>
                        <a:cs typeface="Poppins" panose="00000500000000000000" pitchFamily="2" charset="0"/>
                      </a:endParaRPr>
                    </a:p>
                    <a:p>
                      <a:pPr marL="45720" marR="0" lvl="0" indent="0" algn="l" defTabSz="914400" rtl="0" eaLnBrk="1" fontAlgn="auto" latinLnBrk="0" hangingPunct="1">
                        <a:lnSpc>
                          <a:spcPct val="100000"/>
                        </a:lnSpc>
                        <a:spcBef>
                          <a:spcPts val="0"/>
                        </a:spcBef>
                        <a:spcAft>
                          <a:spcPts val="0"/>
                        </a:spcAft>
                        <a:buClrTx/>
                        <a:buSzTx/>
                        <a:buFontTx/>
                        <a:buNone/>
                        <a:tabLst/>
                        <a:defRPr/>
                      </a:pPr>
                      <a:r>
                        <a:rPr lang="en-US" sz="800" b="1" i="0" u="none" strike="noStrike" kern="1200" baseline="0" dirty="0">
                          <a:solidFill>
                            <a:schemeClr val="tx1"/>
                          </a:solidFill>
                          <a:latin typeface="Poppins" panose="00000500000000000000" pitchFamily="2" charset="0"/>
                          <a:ea typeface="+mn-ea"/>
                          <a:cs typeface="Poppins" panose="00000500000000000000" pitchFamily="2" charset="0"/>
                        </a:rPr>
                        <a:t>QA </a:t>
                      </a:r>
                    </a:p>
                  </a:txBody>
                  <a:tcPr marL="0" marR="0" marT="0" marB="0">
                    <a:lnL w="3175">
                      <a:solidFill>
                        <a:srgbClr val="000000"/>
                      </a:solidFill>
                      <a:prstDash val="soli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45720" marR="210185">
                        <a:lnSpc>
                          <a:spcPct val="100000"/>
                        </a:lnSpc>
                        <a:spcBef>
                          <a:spcPts val="930"/>
                        </a:spcBef>
                      </a:pPr>
                      <a:r>
                        <a:rPr lang="en-US" sz="800" dirty="0">
                          <a:solidFill>
                            <a:srgbClr val="FF0000"/>
                          </a:solidFill>
                          <a:latin typeface="Poppins" panose="00000500000000000000" pitchFamily="2" charset="0"/>
                          <a:cs typeface="Poppins" panose="00000500000000000000" pitchFamily="2" charset="0"/>
                        </a:rPr>
                        <a:t>TH-NMT-TSPXX</a:t>
                      </a:r>
                      <a:endParaRPr sz="800" dirty="0">
                        <a:solidFill>
                          <a:srgbClr val="FF0000"/>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R="69215" algn="r">
                        <a:lnSpc>
                          <a:spcPct val="100000"/>
                        </a:lnSpc>
                        <a:spcBef>
                          <a:spcPts val="5"/>
                        </a:spcBef>
                      </a:pPr>
                      <a:r>
                        <a:rPr lang="en-US" sz="800" spc="-5" dirty="0">
                          <a:solidFill>
                            <a:srgbClr val="FF0000"/>
                          </a:solidFill>
                          <a:latin typeface="Poppins" panose="00000500000000000000" pitchFamily="2" charset="0"/>
                          <a:cs typeface="Poppins" panose="00000500000000000000" pitchFamily="2" charset="0"/>
                        </a:rPr>
                        <a:t>10.XXX.XXX.XXX</a:t>
                      </a:r>
                      <a:endParaRPr sz="800" dirty="0">
                        <a:solidFill>
                          <a:srgbClr val="FF0000"/>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800" b="0" i="0" u="none" strike="noStrike" kern="1200" baseline="0" dirty="0">
                          <a:solidFill>
                            <a:schemeClr val="tx1"/>
                          </a:solidFill>
                          <a:latin typeface="Poppins" panose="00000500000000000000" pitchFamily="2" charset="0"/>
                          <a:ea typeface="+mn-ea"/>
                          <a:cs typeface="Poppins" panose="00000500000000000000" pitchFamily="2" charset="0"/>
                        </a:rPr>
                        <a:t>4 Cores (&gt;2GHz) </a:t>
                      </a:r>
                    </a:p>
                  </a:txBody>
                  <a:tcPr marL="0" marR="0" marT="155575"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37795">
                        <a:lnSpc>
                          <a:spcPct val="100000"/>
                        </a:lnSpc>
                      </a:pPr>
                      <a:r>
                        <a:rPr lang="en-US" sz="800" dirty="0">
                          <a:latin typeface="Poppins" panose="00000500000000000000" pitchFamily="2" charset="0"/>
                          <a:cs typeface="Poppins" panose="00000500000000000000" pitchFamily="2" charset="0"/>
                        </a:rPr>
                        <a:t>16</a:t>
                      </a:r>
                      <a:r>
                        <a:rPr sz="800" dirty="0">
                          <a:latin typeface="Poppins" panose="00000500000000000000" pitchFamily="2" charset="0"/>
                          <a:cs typeface="Poppins" panose="00000500000000000000" pitchFamily="2" charset="0"/>
                        </a:rPr>
                        <a:t>GB</a:t>
                      </a: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sz="800" b="0" i="0" u="none" strike="noStrike" kern="1200" baseline="0" dirty="0">
                          <a:solidFill>
                            <a:schemeClr val="tx1"/>
                          </a:solidFill>
                          <a:latin typeface="Poppins" panose="00000500000000000000" pitchFamily="2" charset="0"/>
                          <a:ea typeface="+mn-ea"/>
                          <a:cs typeface="Poppins" panose="00000500000000000000" pitchFamily="2" charset="0"/>
                        </a:rPr>
                        <a:t>HDD 150 GB </a:t>
                      </a: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46990">
                        <a:lnSpc>
                          <a:spcPct val="100000"/>
                        </a:lnSpc>
                        <a:spcBef>
                          <a:spcPts val="5"/>
                        </a:spcBef>
                      </a:pPr>
                      <a:r>
                        <a:rPr lang="en-US" sz="800" spc="-10" dirty="0">
                          <a:latin typeface="Poppins" panose="00000500000000000000" pitchFamily="2" charset="0"/>
                          <a:cs typeface="Poppins" panose="00000500000000000000" pitchFamily="2" charset="0"/>
                        </a:rPr>
                        <a:t>Application</a:t>
                      </a:r>
                      <a:r>
                        <a:rPr lang="en-US" sz="800" spc="30" dirty="0">
                          <a:latin typeface="Poppins" panose="00000500000000000000" pitchFamily="2" charset="0"/>
                          <a:cs typeface="Poppins" panose="00000500000000000000" pitchFamily="2" charset="0"/>
                        </a:rPr>
                        <a:t> </a:t>
                      </a:r>
                      <a:r>
                        <a:rPr lang="en-US" sz="800" spc="-5" dirty="0">
                          <a:latin typeface="Poppins" panose="00000500000000000000" pitchFamily="2" charset="0"/>
                          <a:cs typeface="Poppins" panose="00000500000000000000" pitchFamily="2" charset="0"/>
                        </a:rPr>
                        <a:t>Server </a:t>
                      </a:r>
                    </a:p>
                    <a:p>
                      <a:pPr marL="46990" marR="0" lvl="0" indent="0" algn="l" defTabSz="914400" rtl="0" eaLnBrk="1" fontAlgn="auto" latinLnBrk="0" hangingPunct="1">
                        <a:lnSpc>
                          <a:spcPct val="100000"/>
                        </a:lnSpc>
                        <a:spcBef>
                          <a:spcPts val="5"/>
                        </a:spcBef>
                        <a:spcAft>
                          <a:spcPts val="0"/>
                        </a:spcAft>
                        <a:buClrTx/>
                        <a:buSzTx/>
                        <a:buFontTx/>
                        <a:buNone/>
                        <a:tabLst/>
                        <a:defRPr/>
                      </a:pPr>
                      <a:r>
                        <a:rPr lang="en-US" sz="800" dirty="0">
                          <a:latin typeface="Poppins" panose="00000500000000000000" pitchFamily="2" charset="0"/>
                          <a:cs typeface="Poppins" panose="00000500000000000000" pitchFamily="2" charset="0"/>
                        </a:rPr>
                        <a:t>Database</a:t>
                      </a:r>
                      <a:r>
                        <a:rPr lang="en-US" sz="800" spc="-55" dirty="0">
                          <a:latin typeface="Poppins" panose="00000500000000000000" pitchFamily="2" charset="0"/>
                          <a:cs typeface="Poppins" panose="00000500000000000000" pitchFamily="2" charset="0"/>
                        </a:rPr>
                        <a:t> </a:t>
                      </a:r>
                      <a:r>
                        <a:rPr lang="en-US" sz="800" spc="-5" dirty="0">
                          <a:latin typeface="Poppins" panose="00000500000000000000" pitchFamily="2" charset="0"/>
                          <a:cs typeface="Poppins" panose="00000500000000000000" pitchFamily="2" charset="0"/>
                        </a:rPr>
                        <a:t>Server</a:t>
                      </a:r>
                      <a:endParaRPr lang="en-US" sz="800" dirty="0">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46990">
                        <a:lnSpc>
                          <a:spcPct val="100000"/>
                        </a:lnSpc>
                        <a:spcBef>
                          <a:spcPts val="5"/>
                        </a:spcBef>
                      </a:pPr>
                      <a:r>
                        <a:rPr lang="en-US" sz="800" b="0" i="0" u="none" strike="noStrike" kern="1200" baseline="0" dirty="0">
                          <a:solidFill>
                            <a:schemeClr val="tx1"/>
                          </a:solidFill>
                          <a:latin typeface="Poppins" panose="00000500000000000000" pitchFamily="2" charset="0"/>
                          <a:ea typeface="+mn-ea"/>
                          <a:cs typeface="Poppins" panose="00000500000000000000" pitchFamily="2" charset="0"/>
                        </a:rPr>
                        <a:t>Windows Server 2022 </a:t>
                      </a:r>
                      <a:endParaRPr lang="en-US" sz="800" dirty="0">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06045" marR="0" lvl="0" indent="0" algn="l" defTabSz="914400" rtl="0" eaLnBrk="1" fontAlgn="auto" latinLnBrk="0" hangingPunct="1">
                        <a:lnSpc>
                          <a:spcPct val="100000"/>
                        </a:lnSpc>
                        <a:spcBef>
                          <a:spcPts val="0"/>
                        </a:spcBef>
                        <a:spcAft>
                          <a:spcPts val="0"/>
                        </a:spcAft>
                        <a:buClrTx/>
                        <a:buSzTx/>
                        <a:buFontTx/>
                        <a:buNone/>
                        <a:tabLst/>
                        <a:defRPr/>
                      </a:pPr>
                      <a:r>
                        <a:rPr lang="en-US" sz="800" b="1" i="0" u="none" strike="noStrike" noProof="0" dirty="0">
                          <a:solidFill>
                            <a:srgbClr val="000000"/>
                          </a:solidFill>
                          <a:latin typeface="Poppins"/>
                        </a:rPr>
                        <a:t>Application Server</a:t>
                      </a:r>
                      <a:endParaRPr lang="en-US" sz="800" b="0" i="0" u="none" strike="noStrike" noProof="0" dirty="0">
                        <a:solidFill>
                          <a:srgbClr val="000000"/>
                        </a:solidFill>
                        <a:latin typeface="Poppins"/>
                      </a:endParaRPr>
                    </a:p>
                    <a:p>
                      <a:pPr marL="106045">
                        <a:lnSpc>
                          <a:spcPct val="100000"/>
                        </a:lnSpc>
                      </a:pPr>
                      <a:r>
                        <a:rPr lang="en-US" sz="800" b="0" i="0" u="none" strike="noStrike" noProof="0" dirty="0">
                          <a:solidFill>
                            <a:srgbClr val="000000"/>
                          </a:solidFill>
                          <a:latin typeface="Poppins"/>
                        </a:rPr>
                        <a:t>IIS, System Email</a:t>
                      </a:r>
                      <a:endParaRPr lang="en-US" sz="800" b="1" dirty="0">
                        <a:latin typeface="Poppins" panose="00000500000000000000" pitchFamily="2" charset="0"/>
                        <a:cs typeface="Poppins" panose="00000500000000000000" pitchFamily="2" charset="0"/>
                      </a:endParaRPr>
                    </a:p>
                    <a:p>
                      <a:pPr marL="106045">
                        <a:lnSpc>
                          <a:spcPct val="100000"/>
                        </a:lnSpc>
                      </a:pPr>
                      <a:r>
                        <a:rPr lang="en-US" sz="800" b="1" dirty="0">
                          <a:latin typeface="Poppins" panose="00000500000000000000" pitchFamily="2" charset="0"/>
                          <a:cs typeface="Poppins" panose="00000500000000000000" pitchFamily="2" charset="0"/>
                        </a:rPr>
                        <a:t>DB</a:t>
                      </a:r>
                      <a:r>
                        <a:rPr lang="en-US" sz="800" b="1" spc="-55" dirty="0">
                          <a:latin typeface="Poppins" panose="00000500000000000000" pitchFamily="2" charset="0"/>
                          <a:cs typeface="Poppins" panose="00000500000000000000" pitchFamily="2" charset="0"/>
                        </a:rPr>
                        <a:t> </a:t>
                      </a:r>
                      <a:r>
                        <a:rPr lang="en-US" sz="800" b="1" dirty="0">
                          <a:latin typeface="Poppins" panose="00000500000000000000" pitchFamily="2" charset="0"/>
                          <a:cs typeface="Poppins" panose="00000500000000000000" pitchFamily="2" charset="0"/>
                        </a:rPr>
                        <a:t>Server</a:t>
                      </a:r>
                      <a:endParaRPr lang="en-US" sz="800" dirty="0">
                        <a:latin typeface="Poppins" panose="00000500000000000000" pitchFamily="2" charset="0"/>
                        <a:cs typeface="Poppins" panose="00000500000000000000" pitchFamily="2" charset="0"/>
                      </a:endParaRPr>
                    </a:p>
                    <a:p>
                      <a:r>
                        <a:rPr lang="en-US" sz="800" spc="-5" dirty="0">
                          <a:latin typeface="Poppins" panose="00000500000000000000" pitchFamily="2" charset="0"/>
                          <a:cs typeface="Poppins" panose="00000500000000000000" pitchFamily="2" charset="0"/>
                        </a:rPr>
                        <a:t>MS</a:t>
                      </a:r>
                      <a:r>
                        <a:rPr lang="en-US" sz="800" spc="5" dirty="0">
                          <a:latin typeface="Poppins" panose="00000500000000000000" pitchFamily="2" charset="0"/>
                          <a:cs typeface="Poppins" panose="00000500000000000000" pitchFamily="2" charset="0"/>
                        </a:rPr>
                        <a:t> </a:t>
                      </a:r>
                      <a:r>
                        <a:rPr lang="en-US" sz="800" spc="-5" dirty="0">
                          <a:latin typeface="Poppins" panose="00000500000000000000" pitchFamily="2" charset="0"/>
                          <a:cs typeface="Poppins" panose="00000500000000000000" pitchFamily="2" charset="0"/>
                        </a:rPr>
                        <a:t>SQL</a:t>
                      </a:r>
                      <a:r>
                        <a:rPr lang="en-US" sz="800" dirty="0">
                          <a:latin typeface="Poppins" panose="00000500000000000000" pitchFamily="2" charset="0"/>
                          <a:cs typeface="Poppins" panose="00000500000000000000" pitchFamily="2" charset="0"/>
                        </a:rPr>
                        <a:t> </a:t>
                      </a:r>
                      <a:r>
                        <a:rPr lang="en-US" sz="800" spc="-5" dirty="0">
                          <a:latin typeface="Poppins" panose="00000500000000000000" pitchFamily="2" charset="0"/>
                          <a:cs typeface="Poppins" panose="00000500000000000000" pitchFamily="2" charset="0"/>
                        </a:rPr>
                        <a:t>Server</a:t>
                      </a:r>
                      <a:r>
                        <a:rPr lang="en-US" sz="800" b="0" i="0" u="none" strike="noStrike" kern="1200" spc="-5" baseline="0" dirty="0">
                          <a:solidFill>
                            <a:schemeClr val="tx1"/>
                          </a:solidFill>
                          <a:latin typeface="Poppins" panose="00000500000000000000" pitchFamily="2" charset="0"/>
                          <a:ea typeface="+mn-ea"/>
                          <a:cs typeface="Poppins" panose="00000500000000000000" pitchFamily="2" charset="0"/>
                        </a:rPr>
                        <a:t> </a:t>
                      </a:r>
                      <a:r>
                        <a:rPr lang="en-US" sz="800" b="0" i="0" u="none" strike="noStrike" kern="1200" baseline="0" dirty="0">
                          <a:solidFill>
                            <a:schemeClr val="tx1"/>
                          </a:solidFill>
                          <a:latin typeface="Poppins" panose="00000500000000000000" pitchFamily="2" charset="0"/>
                          <a:ea typeface="+mn-ea"/>
                          <a:cs typeface="Poppins" panose="00000500000000000000" pitchFamily="2" charset="0"/>
                        </a:rPr>
                        <a:t>2022 </a:t>
                      </a:r>
                      <a:r>
                        <a:rPr lang="en-US" sz="800" spc="-5" dirty="0">
                          <a:latin typeface="Poppins" panose="00000500000000000000" pitchFamily="2" charset="0"/>
                          <a:cs typeface="Poppins" panose="00000500000000000000" pitchFamily="2" charset="0"/>
                        </a:rPr>
                        <a:t>(NMT License)</a:t>
                      </a:r>
                      <a:endParaRPr lang="en-US" sz="800" dirty="0">
                        <a:latin typeface="Poppins" panose="00000500000000000000" pitchFamily="2" charset="0"/>
                        <a:cs typeface="Poppins" panose="00000500000000000000" pitchFamily="2" charset="0"/>
                      </a:endParaRPr>
                    </a:p>
                  </a:txBody>
                  <a:tcPr marL="0" marR="0" marT="71755" marB="0" anchor="ctr">
                    <a:lnL w="3175" cap="flat" cmpd="sng" algn="ctr">
                      <a:solidFill>
                        <a:srgbClr val="000000"/>
                      </a:solidFill>
                      <a:prstDash val="solid"/>
                      <a:round/>
                      <a:headEnd type="none" w="med" len="med"/>
                      <a:tailEnd type="none" w="med" len="med"/>
                    </a:lnL>
                    <a:lnR w="3175">
                      <a:solidFill>
                        <a:srgbClr val="000000"/>
                      </a:solidFill>
                      <a:prstDash val="soli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aphicFrame>
        <p:nvGraphicFramePr>
          <p:cNvPr id="16" name="object 5">
            <a:extLst>
              <a:ext uri="{FF2B5EF4-FFF2-40B4-BE49-F238E27FC236}">
                <a16:creationId xmlns:a16="http://schemas.microsoft.com/office/drawing/2014/main" id="{85462AE1-7F6D-4481-A295-3B8934F190E4}"/>
              </a:ext>
            </a:extLst>
          </p:cNvPr>
          <p:cNvGraphicFramePr>
            <a:graphicFrameLocks noGrp="1"/>
          </p:cNvGraphicFramePr>
          <p:nvPr>
            <p:extLst>
              <p:ext uri="{D42A27DB-BD31-4B8C-83A1-F6EECF244321}">
                <p14:modId xmlns:p14="http://schemas.microsoft.com/office/powerpoint/2010/main" val="3448048713"/>
              </p:ext>
            </p:extLst>
          </p:nvPr>
        </p:nvGraphicFramePr>
        <p:xfrm>
          <a:off x="763990" y="4091170"/>
          <a:ext cx="10774417" cy="2319020"/>
        </p:xfrm>
        <a:graphic>
          <a:graphicData uri="http://schemas.openxmlformats.org/drawingml/2006/table">
            <a:tbl>
              <a:tblPr firstRow="1" bandRow="1"/>
              <a:tblGrid>
                <a:gridCol w="1113417">
                  <a:extLst>
                    <a:ext uri="{9D8B030D-6E8A-4147-A177-3AD203B41FA5}">
                      <a16:colId xmlns:a16="http://schemas.microsoft.com/office/drawing/2014/main" val="20000"/>
                    </a:ext>
                  </a:extLst>
                </a:gridCol>
                <a:gridCol w="3013112">
                  <a:extLst>
                    <a:ext uri="{9D8B030D-6E8A-4147-A177-3AD203B41FA5}">
                      <a16:colId xmlns:a16="http://schemas.microsoft.com/office/drawing/2014/main" val="20001"/>
                    </a:ext>
                  </a:extLst>
                </a:gridCol>
                <a:gridCol w="904177">
                  <a:extLst>
                    <a:ext uri="{9D8B030D-6E8A-4147-A177-3AD203B41FA5}">
                      <a16:colId xmlns:a16="http://schemas.microsoft.com/office/drawing/2014/main" val="1995780004"/>
                    </a:ext>
                  </a:extLst>
                </a:gridCol>
                <a:gridCol w="1780387">
                  <a:extLst>
                    <a:ext uri="{9D8B030D-6E8A-4147-A177-3AD203B41FA5}">
                      <a16:colId xmlns:a16="http://schemas.microsoft.com/office/drawing/2014/main" val="2990084531"/>
                    </a:ext>
                  </a:extLst>
                </a:gridCol>
                <a:gridCol w="3963324">
                  <a:extLst>
                    <a:ext uri="{9D8B030D-6E8A-4147-A177-3AD203B41FA5}">
                      <a16:colId xmlns:a16="http://schemas.microsoft.com/office/drawing/2014/main" val="20008"/>
                    </a:ext>
                  </a:extLst>
                </a:gridCol>
              </a:tblGrid>
              <a:tr h="27254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8615" algn="ctr">
                        <a:lnSpc>
                          <a:spcPct val="100000"/>
                        </a:lnSpc>
                        <a:spcBef>
                          <a:spcPts val="1360"/>
                        </a:spcBef>
                      </a:pPr>
                      <a:r>
                        <a:rPr sz="900" b="1" spc="-15" dirty="0">
                          <a:solidFill>
                            <a:srgbClr val="FFFFFF"/>
                          </a:solidFill>
                          <a:latin typeface="Poppins" panose="00000500000000000000" pitchFamily="2" charset="0"/>
                          <a:cs typeface="Poppins" panose="00000500000000000000" pitchFamily="2" charset="0"/>
                        </a:rPr>
                        <a:t>Stage</a:t>
                      </a:r>
                      <a:endParaRPr sz="900" b="1" dirty="0">
                        <a:latin typeface="Poppins" panose="00000500000000000000" pitchFamily="2" charset="0"/>
                        <a:cs typeface="Poppins" panose="00000500000000000000" pitchFamily="2" charset="0"/>
                      </a:endParaRPr>
                    </a:p>
                  </a:txBody>
                  <a:tcPr marL="0" marR="0" marT="172720" marB="0" anchor="ctr">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04139" algn="ctr">
                        <a:lnSpc>
                          <a:spcPct val="100000"/>
                        </a:lnSpc>
                        <a:spcBef>
                          <a:spcPts val="1360"/>
                        </a:spcBef>
                      </a:pPr>
                      <a:r>
                        <a:rPr lang="en-US" sz="900" b="1" dirty="0">
                          <a:solidFill>
                            <a:schemeClr val="bg1"/>
                          </a:solidFill>
                          <a:latin typeface="Poppins" panose="00000500000000000000" pitchFamily="2" charset="0"/>
                          <a:cs typeface="Poppins" panose="00000500000000000000" pitchFamily="2" charset="0"/>
                        </a:rPr>
                        <a:t>Service</a:t>
                      </a:r>
                      <a:endParaRPr sz="900" b="1" dirty="0">
                        <a:solidFill>
                          <a:schemeClr val="bg1"/>
                        </a:solidFill>
                        <a:latin typeface="Poppins" panose="00000500000000000000" pitchFamily="2" charset="0"/>
                        <a:cs typeface="Poppins" panose="00000500000000000000" pitchFamily="2" charset="0"/>
                      </a:endParaRPr>
                    </a:p>
                  </a:txBody>
                  <a:tcPr marL="0" marR="0" marT="172720" marB="0" anchor="ctr">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lnTlToBr w="12700" cmpd="sng">
                      <a:noFill/>
                      <a:prstDash val="solid"/>
                    </a:lnTlToBr>
                    <a:lnBlToTr w="12700" cmpd="sng">
                      <a:noFill/>
                      <a:prstDash val="solid"/>
                    </a:lnBlToTr>
                    <a:solidFill>
                      <a:schemeClr val="tx1"/>
                    </a:solidFill>
                  </a:tcPr>
                </a:tc>
                <a:tc>
                  <a:txBody>
                    <a:bodyPr/>
                    <a:lstStyle/>
                    <a:p>
                      <a:pPr marL="104139" algn="ctr">
                        <a:lnSpc>
                          <a:spcPct val="100000"/>
                        </a:lnSpc>
                        <a:spcBef>
                          <a:spcPts val="1360"/>
                        </a:spcBef>
                      </a:pPr>
                      <a:r>
                        <a:rPr lang="en-US" sz="900" b="1" dirty="0">
                          <a:solidFill>
                            <a:schemeClr val="bg1"/>
                          </a:solidFill>
                          <a:latin typeface="Poppins" panose="00000500000000000000" pitchFamily="2" charset="0"/>
                          <a:cs typeface="Poppins" panose="00000500000000000000" pitchFamily="2" charset="0"/>
                        </a:rPr>
                        <a:t>PIC</a:t>
                      </a:r>
                      <a:endParaRPr sz="900" b="1" dirty="0">
                        <a:solidFill>
                          <a:schemeClr val="bg1"/>
                        </a:solidFill>
                        <a:latin typeface="Poppins" panose="00000500000000000000" pitchFamily="2" charset="0"/>
                        <a:cs typeface="Poppins" panose="00000500000000000000" pitchFamily="2" charset="0"/>
                      </a:endParaRPr>
                    </a:p>
                  </a:txBody>
                  <a:tcPr marL="0" marR="0" marT="172720" marB="0" anchor="ctr">
                    <a:lnL w="3175" cap="flat" cmpd="sng" algn="ctr">
                      <a:solidFill>
                        <a:srgbClr val="000000"/>
                      </a:solidFill>
                      <a:prstDash val="solid"/>
                      <a:round/>
                      <a:headEnd type="none" w="med" len="med"/>
                      <a:tailEnd type="none" w="med" len="med"/>
                    </a:lnL>
                    <a:lnR w="3175">
                      <a:solidFill>
                        <a:srgbClr val="000000"/>
                      </a:solidFill>
                      <a:prstDash val="solid"/>
                    </a:lnR>
                    <a:lnT w="3175">
                      <a:solidFill>
                        <a:srgbClr val="000000"/>
                      </a:solidFill>
                      <a:prstDash val="soli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104139" algn="ctr">
                        <a:lnSpc>
                          <a:spcPct val="100000"/>
                        </a:lnSpc>
                        <a:spcBef>
                          <a:spcPts val="1360"/>
                        </a:spcBef>
                      </a:pPr>
                      <a:r>
                        <a:rPr lang="en-US" sz="900" b="1" dirty="0">
                          <a:solidFill>
                            <a:schemeClr val="bg1"/>
                          </a:solidFill>
                          <a:latin typeface="Poppins" panose="00000500000000000000" pitchFamily="2" charset="0"/>
                          <a:cs typeface="Poppins" panose="00000500000000000000" pitchFamily="2" charset="0"/>
                        </a:rPr>
                        <a:t>Account/Key/Token</a:t>
                      </a:r>
                      <a:endParaRPr sz="900" b="1" dirty="0">
                        <a:solidFill>
                          <a:schemeClr val="bg1"/>
                        </a:solidFill>
                        <a:latin typeface="Poppins" panose="00000500000000000000" pitchFamily="2" charset="0"/>
                        <a:cs typeface="Poppins" panose="00000500000000000000" pitchFamily="2" charset="0"/>
                      </a:endParaRPr>
                    </a:p>
                  </a:txBody>
                  <a:tcPr marL="0" marR="0" marT="172720" marB="0" anchor="ctr">
                    <a:lnL w="3175" cap="flat" cmpd="sng" algn="ctr">
                      <a:solidFill>
                        <a:srgbClr val="000000"/>
                      </a:solidFill>
                      <a:prstDash val="solid"/>
                      <a:round/>
                      <a:headEnd type="none" w="med" len="med"/>
                      <a:tailEnd type="none" w="med" len="med"/>
                    </a:lnL>
                    <a:lnR w="3175">
                      <a:solidFill>
                        <a:srgbClr val="000000"/>
                      </a:solidFill>
                      <a:prstDash val="solid"/>
                    </a:lnR>
                    <a:lnT w="3175">
                      <a:solidFill>
                        <a:srgbClr val="000000"/>
                      </a:solidFill>
                      <a:prstDash val="soli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65125" algn="ctr">
                        <a:lnSpc>
                          <a:spcPct val="100000"/>
                        </a:lnSpc>
                        <a:spcBef>
                          <a:spcPts val="1360"/>
                        </a:spcBef>
                      </a:pPr>
                      <a:r>
                        <a:rPr lang="en-US" sz="900" b="1" spc="-15" dirty="0">
                          <a:solidFill>
                            <a:srgbClr val="FFFFFF"/>
                          </a:solidFill>
                          <a:latin typeface="Poppins" panose="00000500000000000000" pitchFamily="2" charset="0"/>
                          <a:cs typeface="Poppins" panose="00000500000000000000" pitchFamily="2" charset="0"/>
                        </a:rPr>
                        <a:t>Remark</a:t>
                      </a:r>
                      <a:endParaRPr sz="900" b="1" dirty="0">
                        <a:latin typeface="Poppins" panose="00000500000000000000" pitchFamily="2" charset="0"/>
                        <a:cs typeface="Poppins" panose="00000500000000000000" pitchFamily="2" charset="0"/>
                      </a:endParaRPr>
                    </a:p>
                  </a:txBody>
                  <a:tcPr marL="0" marR="0" marT="172720" marB="0" anchor="ctr">
                    <a:lnL w="3175" cap="flat" cmpd="sng" algn="ctr">
                      <a:solidFill>
                        <a:srgbClr val="000000"/>
                      </a:solidFill>
                      <a:prstDash val="solid"/>
                      <a:round/>
                      <a:headEnd type="none" w="med" len="med"/>
                      <a:tailEnd type="none" w="med" len="med"/>
                    </a:lnL>
                    <a:lnR w="3175">
                      <a:solidFill>
                        <a:srgbClr val="000000"/>
                      </a:solidFill>
                      <a:prstDash val="solid"/>
                    </a:lnR>
                    <a:lnT w="3175">
                      <a:solidFill>
                        <a:srgbClr val="000000"/>
                      </a:solidFill>
                      <a:prstDash val="soli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8318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4572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kern="1200" baseline="0" dirty="0">
                          <a:solidFill>
                            <a:schemeClr val="tx1"/>
                          </a:solidFill>
                          <a:latin typeface="Poppins" panose="00000500000000000000" pitchFamily="2" charset="0"/>
                          <a:ea typeface="+mn-ea"/>
                          <a:cs typeface="Poppins" panose="00000500000000000000" pitchFamily="2" charset="0"/>
                        </a:rPr>
                        <a:t>PRD </a:t>
                      </a:r>
                    </a:p>
                  </a:txBody>
                  <a:tcPr marL="0" marR="0" marT="0" marB="0" anchor="ctr">
                    <a:lnL w="3175">
                      <a:solidFill>
                        <a:srgbClr val="000000"/>
                      </a:solidFill>
                      <a:prstDash val="soli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45720" marR="210185">
                        <a:lnSpc>
                          <a:spcPct val="100000"/>
                        </a:lnSpc>
                        <a:spcBef>
                          <a:spcPts val="930"/>
                        </a:spcBef>
                      </a:pPr>
                      <a:r>
                        <a:rPr lang="en-US" sz="900" dirty="0">
                          <a:solidFill>
                            <a:schemeClr val="tx1"/>
                          </a:solidFill>
                          <a:latin typeface="Poppins" panose="00000500000000000000" pitchFamily="2" charset="0"/>
                          <a:cs typeface="Poppins" panose="00000500000000000000" pitchFamily="2" charset="0"/>
                        </a:rPr>
                        <a:t>Lambda</a:t>
                      </a:r>
                      <a:endParaRPr sz="900" dirty="0">
                        <a:solidFill>
                          <a:schemeClr val="tx1"/>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marR="210185">
                        <a:lnSpc>
                          <a:spcPct val="100000"/>
                        </a:lnSpc>
                        <a:spcBef>
                          <a:spcPts val="930"/>
                        </a:spcBef>
                      </a:pPr>
                      <a:r>
                        <a:rPr lang="en-US" sz="900" dirty="0">
                          <a:solidFill>
                            <a:srgbClr val="FF0000"/>
                          </a:solidFill>
                          <a:latin typeface="Poppins" panose="00000500000000000000" pitchFamily="2" charset="0"/>
                          <a:cs typeface="Poppins" panose="00000500000000000000" pitchFamily="2" charset="0"/>
                        </a:rPr>
                        <a:t>TBC</a:t>
                      </a:r>
                      <a:endParaRPr sz="900" dirty="0">
                        <a:solidFill>
                          <a:srgbClr val="FF0000"/>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marR="210185">
                        <a:lnSpc>
                          <a:spcPct val="100000"/>
                        </a:lnSpc>
                        <a:spcBef>
                          <a:spcPts val="930"/>
                        </a:spcBef>
                      </a:pPr>
                      <a:endParaRPr sz="900" dirty="0">
                        <a:solidFill>
                          <a:srgbClr val="FF0000"/>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06045" marR="0" lvl="0" indent="0" algn="l" defTabSz="914400" rtl="0" eaLnBrk="1" fontAlgn="auto" latinLnBrk="0" hangingPunct="1">
                        <a:lnSpc>
                          <a:spcPct val="100000"/>
                        </a:lnSpc>
                        <a:spcBef>
                          <a:spcPts val="0"/>
                        </a:spcBef>
                        <a:spcAft>
                          <a:spcPts val="0"/>
                        </a:spcAft>
                        <a:buClrTx/>
                        <a:buSzTx/>
                        <a:buFontTx/>
                        <a:buNone/>
                        <a:tabLst/>
                        <a:defRPr/>
                      </a:pPr>
                      <a:endParaRPr lang="en-US" sz="900" dirty="0">
                        <a:latin typeface="Poppins" panose="00000500000000000000" pitchFamily="2" charset="0"/>
                        <a:cs typeface="Poppins" panose="00000500000000000000" pitchFamily="2" charset="0"/>
                      </a:endParaRPr>
                    </a:p>
                  </a:txBody>
                  <a:tcPr marL="0" marR="0" marT="71120" marB="0" anchor="ctr">
                    <a:lnL w="3175" cap="flat" cmpd="sng" algn="ctr">
                      <a:solidFill>
                        <a:srgbClr val="000000"/>
                      </a:solidFill>
                      <a:prstDash val="solid"/>
                      <a:round/>
                      <a:headEnd type="none" w="med" len="med"/>
                      <a:tailEnd type="none" w="med" len="med"/>
                    </a:lnL>
                    <a:lnR w="31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83187">
                <a:tc>
                  <a:txBody>
                    <a:bodyPr/>
                    <a:lstStyle/>
                    <a:p>
                      <a:pPr marL="4572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kern="1200" baseline="0" dirty="0">
                          <a:solidFill>
                            <a:schemeClr val="tx1"/>
                          </a:solidFill>
                          <a:latin typeface="Poppins" panose="00000500000000000000" pitchFamily="2" charset="0"/>
                          <a:ea typeface="+mn-ea"/>
                          <a:cs typeface="Poppins" panose="00000500000000000000" pitchFamily="2" charset="0"/>
                        </a:rPr>
                        <a:t>QA</a:t>
                      </a:r>
                    </a:p>
                  </a:txBody>
                  <a:tcPr marL="0" marR="0" marT="0" marB="0" anchor="ctr">
                    <a:lnL w="3175">
                      <a:solidFill>
                        <a:srgbClr val="000000"/>
                      </a:solidFill>
                      <a:prstDash val="soli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noFill/>
                  </a:tcPr>
                </a:tc>
                <a:tc>
                  <a:txBody>
                    <a:bodyPr/>
                    <a:lstStyle/>
                    <a:p>
                      <a:pPr marL="45720" marR="210185">
                        <a:lnSpc>
                          <a:spcPct val="100000"/>
                        </a:lnSpc>
                        <a:spcBef>
                          <a:spcPts val="930"/>
                        </a:spcBef>
                      </a:pPr>
                      <a:r>
                        <a:rPr lang="en-US" sz="900" dirty="0">
                          <a:solidFill>
                            <a:schemeClr val="tx1"/>
                          </a:solidFill>
                          <a:latin typeface="Poppins" panose="00000500000000000000" pitchFamily="2" charset="0"/>
                          <a:cs typeface="Poppins" panose="00000500000000000000" pitchFamily="2" charset="0"/>
                        </a:rPr>
                        <a:t>Lambda</a:t>
                      </a:r>
                      <a:endParaRPr sz="900" dirty="0">
                        <a:solidFill>
                          <a:schemeClr val="tx1"/>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marR="210185">
                        <a:lnSpc>
                          <a:spcPct val="100000"/>
                        </a:lnSpc>
                        <a:spcBef>
                          <a:spcPts val="930"/>
                        </a:spcBef>
                      </a:pPr>
                      <a:r>
                        <a:rPr lang="en-US" sz="900" dirty="0">
                          <a:solidFill>
                            <a:srgbClr val="FF0000"/>
                          </a:solidFill>
                          <a:latin typeface="Poppins" panose="00000500000000000000" pitchFamily="2" charset="0"/>
                          <a:cs typeface="Poppins" panose="00000500000000000000" pitchFamily="2" charset="0"/>
                        </a:rPr>
                        <a:t>TBC</a:t>
                      </a:r>
                      <a:endParaRPr sz="900" dirty="0">
                        <a:solidFill>
                          <a:srgbClr val="FF0000"/>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marR="210185">
                        <a:lnSpc>
                          <a:spcPct val="100000"/>
                        </a:lnSpc>
                        <a:spcBef>
                          <a:spcPts val="930"/>
                        </a:spcBef>
                      </a:pPr>
                      <a:endParaRPr sz="900" dirty="0">
                        <a:solidFill>
                          <a:srgbClr val="FF0000"/>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06045" marR="0" lvl="0" indent="0" algn="l" defTabSz="914400" rtl="0" eaLnBrk="1" fontAlgn="auto" latinLnBrk="0" hangingPunct="1">
                        <a:lnSpc>
                          <a:spcPct val="100000"/>
                        </a:lnSpc>
                        <a:spcBef>
                          <a:spcPts val="0"/>
                        </a:spcBef>
                        <a:spcAft>
                          <a:spcPts val="0"/>
                        </a:spcAft>
                        <a:buClrTx/>
                        <a:buSzTx/>
                        <a:buFontTx/>
                        <a:buNone/>
                        <a:tabLst/>
                        <a:defRPr/>
                      </a:pPr>
                      <a:endParaRPr lang="en-US" sz="900" dirty="0">
                        <a:latin typeface="Poppins" panose="00000500000000000000" pitchFamily="2" charset="0"/>
                        <a:cs typeface="Poppins" panose="00000500000000000000" pitchFamily="2" charset="0"/>
                      </a:endParaRPr>
                    </a:p>
                  </a:txBody>
                  <a:tcPr marL="0" marR="0" marT="71120" marB="0" anchor="ctr">
                    <a:lnL w="3175" cap="flat" cmpd="sng" algn="ctr">
                      <a:solidFill>
                        <a:srgbClr val="000000"/>
                      </a:solidFill>
                      <a:prstDash val="solid"/>
                      <a:round/>
                      <a:headEnd type="none" w="med" len="med"/>
                      <a:tailEnd type="none" w="med" len="med"/>
                    </a:lnL>
                    <a:lnR w="31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9686788"/>
                  </a:ext>
                </a:extLst>
              </a:tr>
              <a:tr h="300388">
                <a:tc>
                  <a:txBody>
                    <a:bodyPr/>
                    <a:lstStyle/>
                    <a:p>
                      <a:pPr marL="4572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kern="1200" baseline="0" dirty="0">
                          <a:solidFill>
                            <a:schemeClr val="tx1"/>
                          </a:solidFill>
                          <a:latin typeface="Poppins" panose="00000500000000000000" pitchFamily="2" charset="0"/>
                          <a:ea typeface="+mn-ea"/>
                          <a:cs typeface="Poppins" panose="00000500000000000000" pitchFamily="2" charset="0"/>
                        </a:rPr>
                        <a:t>PRD</a:t>
                      </a:r>
                    </a:p>
                  </a:txBody>
                  <a:tcPr marL="0" marR="0" marT="0" marB="0" anchor="ctr">
                    <a:lnL w="3175">
                      <a:solidFill>
                        <a:srgbClr val="000000"/>
                      </a:solidFill>
                      <a:prstDash val="soli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noFill/>
                  </a:tcPr>
                </a:tc>
                <a:tc>
                  <a:txBody>
                    <a:bodyPr/>
                    <a:lstStyle/>
                    <a:p>
                      <a:pPr marL="45720" marR="210185">
                        <a:lnSpc>
                          <a:spcPct val="100000"/>
                        </a:lnSpc>
                        <a:spcBef>
                          <a:spcPts val="930"/>
                        </a:spcBef>
                      </a:pPr>
                      <a:r>
                        <a:rPr lang="en-US" sz="900" dirty="0">
                          <a:solidFill>
                            <a:schemeClr val="tx1"/>
                          </a:solidFill>
                          <a:latin typeface="Poppins" panose="00000500000000000000" pitchFamily="2" charset="0"/>
                          <a:cs typeface="Poppins" panose="00000500000000000000" pitchFamily="2" charset="0"/>
                        </a:rPr>
                        <a:t>EC2</a:t>
                      </a:r>
                      <a:r>
                        <a:rPr lang="th-TH" sz="900" dirty="0">
                          <a:solidFill>
                            <a:schemeClr val="tx1"/>
                          </a:solidFill>
                          <a:latin typeface="Poppins" panose="00000500000000000000" pitchFamily="2" charset="0"/>
                          <a:cs typeface="Poppins" panose="00000500000000000000" pitchFamily="2" charset="0"/>
                        </a:rPr>
                        <a:t> </a:t>
                      </a:r>
                      <a:r>
                        <a:rPr lang="en-US" sz="900" dirty="0">
                          <a:solidFill>
                            <a:schemeClr val="tx1"/>
                          </a:solidFill>
                          <a:latin typeface="Poppins" panose="00000500000000000000" pitchFamily="2" charset="0"/>
                          <a:cs typeface="Poppins" panose="00000500000000000000" pitchFamily="2" charset="0"/>
                        </a:rPr>
                        <a:t>(App &amp; DB)</a:t>
                      </a:r>
                      <a:endParaRPr sz="900" dirty="0">
                        <a:solidFill>
                          <a:schemeClr val="tx1"/>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marR="210185" lvl="0" indent="0" algn="l" defTabSz="914400" rtl="0" eaLnBrk="1" fontAlgn="auto" latinLnBrk="0" hangingPunct="1">
                        <a:lnSpc>
                          <a:spcPct val="100000"/>
                        </a:lnSpc>
                        <a:spcBef>
                          <a:spcPts val="930"/>
                        </a:spcBef>
                        <a:spcAft>
                          <a:spcPts val="0"/>
                        </a:spcAft>
                        <a:buClrTx/>
                        <a:buSzTx/>
                        <a:buFontTx/>
                        <a:buNone/>
                        <a:tabLst/>
                        <a:defRPr/>
                      </a:pPr>
                      <a:r>
                        <a:rPr kumimoji="0" lang="en-US" sz="900" b="0" i="0" u="none" strike="noStrike" kern="1200" cap="none" spc="0" normalizeH="0" baseline="0" noProof="0">
                          <a:ln>
                            <a:noFill/>
                          </a:ln>
                          <a:solidFill>
                            <a:srgbClr val="FF0000"/>
                          </a:solidFill>
                          <a:effectLst/>
                          <a:uLnTx/>
                          <a:uFillTx/>
                          <a:latin typeface="Poppins" panose="00000500000000000000" pitchFamily="2" charset="0"/>
                          <a:ea typeface="+mn-ea"/>
                          <a:cs typeface="Poppins" panose="00000500000000000000" pitchFamily="2" charset="0"/>
                        </a:rPr>
                        <a:t>TBC</a:t>
                      </a:r>
                      <a:endParaRPr kumimoji="0" lang="en-US" sz="900" b="0" i="0" u="none" strike="noStrike" kern="1200" cap="none" spc="0" normalizeH="0" baseline="0" noProof="0" dirty="0">
                        <a:ln>
                          <a:noFill/>
                        </a:ln>
                        <a:solidFill>
                          <a:srgbClr val="FF0000"/>
                        </a:solidFill>
                        <a:effectLst/>
                        <a:uLnTx/>
                        <a:uFillTx/>
                        <a:latin typeface="Poppins" panose="00000500000000000000" pitchFamily="2" charset="0"/>
                        <a:ea typeface="+mn-ea"/>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marR="210185" lvl="0" indent="0" algn="l" defTabSz="914400" rtl="0" eaLnBrk="1" fontAlgn="auto" latinLnBrk="0" hangingPunct="1">
                        <a:lnSpc>
                          <a:spcPct val="100000"/>
                        </a:lnSpc>
                        <a:spcBef>
                          <a:spcPts val="930"/>
                        </a:spcBef>
                        <a:spcAft>
                          <a:spcPts val="0"/>
                        </a:spcAft>
                        <a:buClrTx/>
                        <a:buSzTx/>
                        <a:buFontTx/>
                        <a:buNone/>
                        <a:tabLst/>
                        <a:defRPr/>
                      </a:pPr>
                      <a:endParaRPr lang="en-US" sz="900" dirty="0">
                        <a:solidFill>
                          <a:srgbClr val="FF0000"/>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85750" indent="-285750">
                        <a:buFontTx/>
                        <a:buChar char="-"/>
                      </a:pPr>
                      <a:r>
                        <a:rPr lang="en-US" sz="900" dirty="0">
                          <a:latin typeface="Poppins" panose="00000500000000000000" pitchFamily="2" charset="0"/>
                          <a:cs typeface="Poppins" panose="00000500000000000000" pitchFamily="2" charset="0"/>
                        </a:rPr>
                        <a:t>Refer to above table. </a:t>
                      </a:r>
                    </a:p>
                    <a:p>
                      <a:pPr marL="285750" indent="-285750">
                        <a:buFontTx/>
                        <a:buChar char="-"/>
                      </a:pPr>
                      <a:r>
                        <a:rPr lang="fr-FR" sz="900" b="0" i="0" u="none" strike="noStrike" kern="1200" baseline="0" dirty="0">
                          <a:solidFill>
                            <a:schemeClr val="tx1"/>
                          </a:solidFill>
                          <a:latin typeface="Poppins" panose="00000500000000000000" pitchFamily="2" charset="0"/>
                          <a:ea typeface="+mn-ea"/>
                          <a:cs typeface="Poppins" panose="00000500000000000000" pitchFamily="2" charset="0"/>
                        </a:rPr>
                        <a:t>AWS EC2 Instance: T2.xlarge</a:t>
                      </a:r>
                      <a:r>
                        <a:rPr lang="en-US" sz="900" b="0" i="0" u="none" strike="noStrike" kern="1200" baseline="0" dirty="0">
                          <a:solidFill>
                            <a:schemeClr val="tx1"/>
                          </a:solidFill>
                          <a:latin typeface="Poppins" panose="00000500000000000000" pitchFamily="2" charset="0"/>
                          <a:ea typeface="+mn-ea"/>
                          <a:cs typeface="Poppins" panose="00000500000000000000" pitchFamily="2" charset="0"/>
                        </a:rPr>
                        <a:t> </a:t>
                      </a:r>
                    </a:p>
                    <a:p>
                      <a:pPr marL="285750" indent="-285750">
                        <a:buFontTx/>
                        <a:buChar char="-"/>
                      </a:pPr>
                      <a:r>
                        <a:rPr lang="en-US" sz="900" b="0" i="0" u="none" strike="noStrike" kern="1200" baseline="0" dirty="0">
                          <a:solidFill>
                            <a:schemeClr val="tx1"/>
                          </a:solidFill>
                          <a:latin typeface="Poppins" panose="00000500000000000000" pitchFamily="2" charset="0"/>
                          <a:ea typeface="+mn-ea"/>
                          <a:cs typeface="Poppins" panose="00000500000000000000" pitchFamily="2" charset="0"/>
                        </a:rPr>
                        <a:t>App server=&gt; Security Group : Access from external internet</a:t>
                      </a:r>
                      <a:r>
                        <a:rPr lang="en-US" sz="900" dirty="0">
                          <a:latin typeface="Poppins" panose="00000500000000000000" pitchFamily="2" charset="0"/>
                          <a:cs typeface="Poppins" panose="00000500000000000000" pitchFamily="2" charset="0"/>
                        </a:rPr>
                        <a:t> </a:t>
                      </a:r>
                      <a:endParaRPr lang="th-TH" sz="900" dirty="0">
                        <a:latin typeface="Poppins" panose="00000500000000000000" pitchFamily="2" charset="0"/>
                        <a:cs typeface="Poppins" panose="00000500000000000000" pitchFamily="2" charset="0"/>
                      </a:endParaRPr>
                    </a:p>
                    <a:p>
                      <a:pPr marL="285750" indent="-285750">
                        <a:buFontTx/>
                        <a:buChar char="-"/>
                      </a:pPr>
                      <a:r>
                        <a:rPr lang="en-US" sz="900" dirty="0">
                          <a:latin typeface="Poppins" panose="00000500000000000000" pitchFamily="2" charset="0"/>
                          <a:cs typeface="Poppins" panose="00000500000000000000" pitchFamily="2" charset="0"/>
                        </a:rPr>
                        <a:t>DB server =&gt; </a:t>
                      </a:r>
                      <a:r>
                        <a:rPr lang="en-US" sz="900" b="0" i="0" u="none" strike="noStrike" kern="1200" baseline="0" dirty="0">
                          <a:solidFill>
                            <a:schemeClr val="tx1"/>
                          </a:solidFill>
                          <a:latin typeface="Poppins" panose="00000500000000000000" pitchFamily="2" charset="0"/>
                          <a:ea typeface="+mn-ea"/>
                          <a:cs typeface="Poppins" panose="00000500000000000000" pitchFamily="2" charset="0"/>
                        </a:rPr>
                        <a:t>Security Group : </a:t>
                      </a:r>
                      <a:r>
                        <a:rPr lang="en-US" sz="900" dirty="0">
                          <a:latin typeface="Poppins" panose="00000500000000000000" pitchFamily="2" charset="0"/>
                          <a:cs typeface="Poppins" panose="00000500000000000000" pitchFamily="2" charset="0"/>
                        </a:rPr>
                        <a:t>Access from EC2/Application Server only</a:t>
                      </a:r>
                    </a:p>
                  </a:txBody>
                  <a:tcPr marL="0" marR="0" marT="71120" marB="0" anchor="ctr">
                    <a:lnL w="3175" cap="flat" cmpd="sng" algn="ctr">
                      <a:solidFill>
                        <a:srgbClr val="000000"/>
                      </a:solidFill>
                      <a:prstDash val="solid"/>
                      <a:round/>
                      <a:headEnd type="none" w="med" len="med"/>
                      <a:tailEnd type="none" w="med" len="med"/>
                    </a:lnL>
                    <a:lnR w="31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077274"/>
                  </a:ext>
                </a:extLst>
              </a:tr>
              <a:tr h="36534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4572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kern="1200" baseline="0" dirty="0">
                          <a:solidFill>
                            <a:schemeClr val="tx1"/>
                          </a:solidFill>
                          <a:latin typeface="Poppins" panose="00000500000000000000" pitchFamily="2" charset="0"/>
                          <a:ea typeface="+mn-ea"/>
                          <a:cs typeface="Poppins" panose="00000500000000000000" pitchFamily="2" charset="0"/>
                        </a:rPr>
                        <a:t>QA </a:t>
                      </a:r>
                    </a:p>
                  </a:txBody>
                  <a:tcPr marL="0" marR="0" marT="0" marB="0" anchor="ctr">
                    <a:lnL w="3175">
                      <a:solidFill>
                        <a:srgbClr val="000000"/>
                      </a:solidFill>
                      <a:prstDash val="soli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45720" marR="210185">
                        <a:lnSpc>
                          <a:spcPct val="100000"/>
                        </a:lnSpc>
                        <a:spcBef>
                          <a:spcPts val="930"/>
                        </a:spcBef>
                      </a:pPr>
                      <a:r>
                        <a:rPr lang="en-US" sz="900" dirty="0">
                          <a:solidFill>
                            <a:schemeClr val="tx1"/>
                          </a:solidFill>
                          <a:latin typeface="Poppins" panose="00000500000000000000" pitchFamily="2" charset="0"/>
                          <a:cs typeface="Poppins" panose="00000500000000000000" pitchFamily="2" charset="0"/>
                        </a:rPr>
                        <a:t>EC2 (App &amp; DB)</a:t>
                      </a:r>
                      <a:endParaRPr sz="900" dirty="0">
                        <a:solidFill>
                          <a:schemeClr val="tx1"/>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marR="210185" lvl="0" indent="0" algn="l" defTabSz="914400" rtl="0" eaLnBrk="1" fontAlgn="auto" latinLnBrk="0" hangingPunct="1">
                        <a:lnSpc>
                          <a:spcPct val="100000"/>
                        </a:lnSpc>
                        <a:spcBef>
                          <a:spcPts val="930"/>
                        </a:spcBef>
                        <a:spcAft>
                          <a:spcPts val="0"/>
                        </a:spcAft>
                        <a:buClrTx/>
                        <a:buSzTx/>
                        <a:buFontTx/>
                        <a:buNone/>
                        <a:tabLst/>
                        <a:defRPr/>
                      </a:pPr>
                      <a:r>
                        <a:rPr kumimoji="0" lang="en-US" sz="900" b="0" i="0" u="none" strike="noStrike" kern="1200" cap="none" spc="0" normalizeH="0" baseline="0" noProof="0">
                          <a:ln>
                            <a:noFill/>
                          </a:ln>
                          <a:solidFill>
                            <a:srgbClr val="FF0000"/>
                          </a:solidFill>
                          <a:effectLst/>
                          <a:uLnTx/>
                          <a:uFillTx/>
                          <a:latin typeface="Poppins" panose="00000500000000000000" pitchFamily="2" charset="0"/>
                          <a:ea typeface="+mn-ea"/>
                          <a:cs typeface="Poppins" panose="00000500000000000000" pitchFamily="2" charset="0"/>
                        </a:rPr>
                        <a:t>TBC</a:t>
                      </a:r>
                      <a:endParaRPr kumimoji="0" lang="en-US" sz="900" b="0" i="0" u="none" strike="noStrike" kern="1200" cap="none" spc="0" normalizeH="0" baseline="0" noProof="0" dirty="0">
                        <a:ln>
                          <a:noFill/>
                        </a:ln>
                        <a:solidFill>
                          <a:srgbClr val="FF0000"/>
                        </a:solidFill>
                        <a:effectLst/>
                        <a:uLnTx/>
                        <a:uFillTx/>
                        <a:latin typeface="Poppins" panose="00000500000000000000" pitchFamily="2" charset="0"/>
                        <a:ea typeface="+mn-ea"/>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marR="210185">
                        <a:lnSpc>
                          <a:spcPct val="100000"/>
                        </a:lnSpc>
                        <a:spcBef>
                          <a:spcPts val="930"/>
                        </a:spcBef>
                      </a:pPr>
                      <a:endParaRPr sz="900" dirty="0">
                        <a:solidFill>
                          <a:srgbClr val="FF0000"/>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endParaRPr dirty="0"/>
                    </a:p>
                  </a:txBody>
                  <a:tcPr marL="0" marR="0" marT="71755" marB="0" anchor="ctr">
                    <a:lnL w="3175" cap="flat" cmpd="sng" algn="ctr">
                      <a:solidFill>
                        <a:srgbClr val="000000"/>
                      </a:solidFill>
                      <a:prstDash val="solid"/>
                      <a:round/>
                      <a:headEnd type="none" w="med" len="med"/>
                      <a:tailEnd type="none" w="med" len="med"/>
                    </a:lnL>
                    <a:lnR w="31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83746">
                <a:tc>
                  <a:txBody>
                    <a:bodyPr/>
                    <a:lstStyle/>
                    <a:p>
                      <a:pPr marL="4572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kern="1200" baseline="0" dirty="0">
                          <a:solidFill>
                            <a:schemeClr val="tx1"/>
                          </a:solidFill>
                          <a:latin typeface="Poppins" panose="00000500000000000000" pitchFamily="2" charset="0"/>
                          <a:ea typeface="+mn-ea"/>
                          <a:cs typeface="Poppins" panose="00000500000000000000" pitchFamily="2" charset="0"/>
                        </a:rPr>
                        <a:t>PRD</a:t>
                      </a:r>
                    </a:p>
                  </a:txBody>
                  <a:tcPr marL="0" marR="0" marT="0" marB="0" anchor="ctr">
                    <a:lnL w="3175">
                      <a:solidFill>
                        <a:srgbClr val="000000"/>
                      </a:solidFill>
                      <a:prstDash val="soli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720" marR="210185" lvl="0" indent="0" algn="l" defTabSz="914400" rtl="0" eaLnBrk="1" fontAlgn="auto" latinLnBrk="0" hangingPunct="1">
                        <a:lnSpc>
                          <a:spcPct val="100000"/>
                        </a:lnSpc>
                        <a:spcBef>
                          <a:spcPts val="930"/>
                        </a:spcBef>
                        <a:spcAft>
                          <a:spcPts val="0"/>
                        </a:spcAft>
                        <a:buClrTx/>
                        <a:buSzTx/>
                        <a:buFontTx/>
                        <a:buNone/>
                        <a:tabLst/>
                        <a:defRPr/>
                      </a:pPr>
                      <a:r>
                        <a:rPr lang="en-US" sz="900" dirty="0">
                          <a:solidFill>
                            <a:schemeClr val="tx1"/>
                          </a:solidFill>
                          <a:latin typeface="Poppins" panose="00000500000000000000" pitchFamily="2" charset="0"/>
                          <a:cs typeface="Poppins" panose="00000500000000000000" pitchFamily="2" charset="0"/>
                        </a:rPr>
                        <a:t>AWS Cognito + Google Authentication</a:t>
                      </a: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marR="210185" lvl="0" indent="0" algn="l" defTabSz="914400" rtl="0" eaLnBrk="1" fontAlgn="auto" latinLnBrk="0" hangingPunct="1">
                        <a:lnSpc>
                          <a:spcPct val="100000"/>
                        </a:lnSpc>
                        <a:spcBef>
                          <a:spcPts val="930"/>
                        </a:spcBef>
                        <a:spcAft>
                          <a:spcPts val="0"/>
                        </a:spcAft>
                        <a:buClrTx/>
                        <a:buSzTx/>
                        <a:buFontTx/>
                        <a:buNone/>
                        <a:tabLst/>
                        <a:defRPr/>
                      </a:pPr>
                      <a:r>
                        <a:rPr kumimoji="0" lang="en-US" sz="900" b="0" i="0" u="none" strike="noStrike" kern="1200" cap="none" spc="0" normalizeH="0" baseline="0" noProof="0">
                          <a:ln>
                            <a:noFill/>
                          </a:ln>
                          <a:solidFill>
                            <a:srgbClr val="FF0000"/>
                          </a:solidFill>
                          <a:effectLst/>
                          <a:uLnTx/>
                          <a:uFillTx/>
                          <a:latin typeface="Poppins" panose="00000500000000000000" pitchFamily="2" charset="0"/>
                          <a:ea typeface="+mn-ea"/>
                          <a:cs typeface="Poppins" panose="00000500000000000000" pitchFamily="2" charset="0"/>
                        </a:rPr>
                        <a:t>TBC</a:t>
                      </a:r>
                      <a:endParaRPr kumimoji="0" lang="en-US" sz="900" b="0" i="0" u="none" strike="noStrike" kern="1200" cap="none" spc="0" normalizeH="0" baseline="0" noProof="0" dirty="0">
                        <a:ln>
                          <a:noFill/>
                        </a:ln>
                        <a:solidFill>
                          <a:srgbClr val="FF0000"/>
                        </a:solidFill>
                        <a:effectLst/>
                        <a:uLnTx/>
                        <a:uFillTx/>
                        <a:latin typeface="Poppins" panose="00000500000000000000" pitchFamily="2" charset="0"/>
                        <a:ea typeface="+mn-ea"/>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marR="210185">
                        <a:lnSpc>
                          <a:spcPct val="100000"/>
                        </a:lnSpc>
                        <a:spcBef>
                          <a:spcPts val="930"/>
                        </a:spcBef>
                      </a:pPr>
                      <a:endParaRPr sz="900" dirty="0">
                        <a:solidFill>
                          <a:srgbClr val="FF0000"/>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endParaRPr lang="en-US" sz="900" dirty="0">
                        <a:latin typeface="Poppins" panose="00000500000000000000" pitchFamily="2" charset="0"/>
                        <a:cs typeface="Poppins" panose="00000500000000000000" pitchFamily="2" charset="0"/>
                      </a:endParaRPr>
                    </a:p>
                  </a:txBody>
                  <a:tcPr marL="0" marR="0" marT="71755" marB="0" anchor="ctr">
                    <a:lnL w="3175" cap="flat" cmpd="sng" algn="ctr">
                      <a:solidFill>
                        <a:srgbClr val="000000"/>
                      </a:solidFill>
                      <a:prstDash val="solid"/>
                      <a:round/>
                      <a:headEnd type="none" w="med" len="med"/>
                      <a:tailEnd type="none" w="med" len="med"/>
                    </a:lnL>
                    <a:lnR w="31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1663551"/>
                  </a:ext>
                </a:extLst>
              </a:tr>
              <a:tr h="18374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4572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kern="1200" baseline="0" dirty="0">
                          <a:solidFill>
                            <a:schemeClr val="tx1"/>
                          </a:solidFill>
                          <a:latin typeface="Poppins" panose="00000500000000000000" pitchFamily="2" charset="0"/>
                          <a:ea typeface="+mn-ea"/>
                          <a:cs typeface="Poppins" panose="00000500000000000000" pitchFamily="2" charset="0"/>
                        </a:rPr>
                        <a:t>QA </a:t>
                      </a:r>
                    </a:p>
                  </a:txBody>
                  <a:tcPr marL="0" marR="0" marT="0" marB="0" anchor="ctr">
                    <a:lnL w="3175">
                      <a:solidFill>
                        <a:srgbClr val="000000"/>
                      </a:solidFill>
                      <a:prstDash val="soli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720" marR="210185" lvl="0" indent="0" algn="l" defTabSz="914400" rtl="0" eaLnBrk="1" fontAlgn="auto" latinLnBrk="0" hangingPunct="1">
                        <a:lnSpc>
                          <a:spcPct val="100000"/>
                        </a:lnSpc>
                        <a:spcBef>
                          <a:spcPts val="930"/>
                        </a:spcBef>
                        <a:spcAft>
                          <a:spcPts val="0"/>
                        </a:spcAft>
                        <a:buClrTx/>
                        <a:buSzTx/>
                        <a:buFontTx/>
                        <a:buNone/>
                        <a:tabLst/>
                        <a:defRPr/>
                      </a:pPr>
                      <a:r>
                        <a:rPr lang="en-US" sz="900" dirty="0">
                          <a:solidFill>
                            <a:schemeClr val="tx1"/>
                          </a:solidFill>
                          <a:latin typeface="Poppins" panose="00000500000000000000" pitchFamily="2" charset="0"/>
                          <a:cs typeface="Poppins" panose="00000500000000000000" pitchFamily="2" charset="0"/>
                        </a:rPr>
                        <a:t>AWS Cognito + Google Authentication</a:t>
                      </a: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marR="210185" lvl="0" indent="0" algn="l" defTabSz="914400" rtl="0" eaLnBrk="1" fontAlgn="auto" latinLnBrk="0" hangingPunct="1">
                        <a:lnSpc>
                          <a:spcPct val="100000"/>
                        </a:lnSpc>
                        <a:spcBef>
                          <a:spcPts val="930"/>
                        </a:spcBef>
                        <a:spcAft>
                          <a:spcPts val="0"/>
                        </a:spcAft>
                        <a:buClrTx/>
                        <a:buSzTx/>
                        <a:buFontTx/>
                        <a:buNone/>
                        <a:tabLst/>
                        <a:defRPr/>
                      </a:pPr>
                      <a:r>
                        <a:rPr kumimoji="0" lang="en-US" sz="900" b="0" i="0" u="none" strike="noStrike" kern="1200" cap="none" spc="0" normalizeH="0" baseline="0" noProof="0">
                          <a:ln>
                            <a:noFill/>
                          </a:ln>
                          <a:solidFill>
                            <a:srgbClr val="FF0000"/>
                          </a:solidFill>
                          <a:effectLst/>
                          <a:uLnTx/>
                          <a:uFillTx/>
                          <a:latin typeface="Poppins" panose="00000500000000000000" pitchFamily="2" charset="0"/>
                          <a:ea typeface="+mn-ea"/>
                          <a:cs typeface="Poppins" panose="00000500000000000000" pitchFamily="2" charset="0"/>
                        </a:rPr>
                        <a:t>TBC</a:t>
                      </a:r>
                      <a:endParaRPr kumimoji="0" lang="en-US" sz="900" b="0" i="0" u="none" strike="noStrike" kern="1200" cap="none" spc="0" normalizeH="0" baseline="0" noProof="0" dirty="0">
                        <a:ln>
                          <a:noFill/>
                        </a:ln>
                        <a:solidFill>
                          <a:srgbClr val="FF0000"/>
                        </a:solidFill>
                        <a:effectLst/>
                        <a:uLnTx/>
                        <a:uFillTx/>
                        <a:latin typeface="Poppins" panose="00000500000000000000" pitchFamily="2" charset="0"/>
                        <a:ea typeface="+mn-ea"/>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marR="210185">
                        <a:lnSpc>
                          <a:spcPct val="100000"/>
                        </a:lnSpc>
                        <a:spcBef>
                          <a:spcPts val="930"/>
                        </a:spcBef>
                      </a:pPr>
                      <a:endParaRPr sz="900" dirty="0">
                        <a:solidFill>
                          <a:srgbClr val="FF0000"/>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endParaRPr lang="en-US" sz="900" dirty="0">
                        <a:latin typeface="Poppins" panose="00000500000000000000" pitchFamily="2" charset="0"/>
                        <a:cs typeface="Poppins" panose="00000500000000000000" pitchFamily="2" charset="0"/>
                      </a:endParaRPr>
                    </a:p>
                  </a:txBody>
                  <a:tcPr marL="0" marR="0" marT="71755" marB="0" anchor="ctr">
                    <a:lnL w="3175" cap="flat" cmpd="sng" algn="ctr">
                      <a:solidFill>
                        <a:srgbClr val="000000"/>
                      </a:solidFill>
                      <a:prstDash val="solid"/>
                      <a:round/>
                      <a:headEnd type="none" w="med" len="med"/>
                      <a:tailEnd type="none" w="med" len="med"/>
                    </a:lnL>
                    <a:lnR w="31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2661923"/>
                  </a:ext>
                </a:extLst>
              </a:tr>
              <a:tr h="183746">
                <a:tc>
                  <a:txBody>
                    <a:bodyPr/>
                    <a:lstStyle/>
                    <a:p>
                      <a:pPr marL="4572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kern="1200" baseline="0" dirty="0">
                          <a:solidFill>
                            <a:schemeClr val="tx1"/>
                          </a:solidFill>
                          <a:latin typeface="Poppins" panose="00000500000000000000" pitchFamily="2" charset="0"/>
                          <a:ea typeface="+mn-ea"/>
                          <a:cs typeface="Poppins" panose="00000500000000000000" pitchFamily="2" charset="0"/>
                        </a:rPr>
                        <a:t>PRD &amp; QA</a:t>
                      </a:r>
                    </a:p>
                  </a:txBody>
                  <a:tcPr marL="0" marR="0" marT="0" marB="0" anchor="ctr">
                    <a:lnL w="3175">
                      <a:solidFill>
                        <a:srgbClr val="000000"/>
                      </a:solidFill>
                      <a:prstDash val="soli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5720" marR="210185" lvl="0" indent="0" algn="l" defTabSz="914400" rtl="0" eaLnBrk="1" fontAlgn="auto" latinLnBrk="0" hangingPunct="1">
                        <a:lnSpc>
                          <a:spcPct val="100000"/>
                        </a:lnSpc>
                        <a:spcBef>
                          <a:spcPts val="930"/>
                        </a:spcBef>
                        <a:spcAft>
                          <a:spcPts val="0"/>
                        </a:spcAft>
                        <a:buClrTx/>
                        <a:buSzTx/>
                        <a:buFontTx/>
                        <a:buNone/>
                        <a:tabLst/>
                        <a:defRPr/>
                      </a:pPr>
                      <a:r>
                        <a:rPr lang="en-US" sz="900" dirty="0">
                          <a:solidFill>
                            <a:schemeClr val="tx1"/>
                          </a:solidFill>
                          <a:latin typeface="Poppins" panose="00000500000000000000" pitchFamily="2" charset="0"/>
                          <a:cs typeface="Poppins" panose="00000500000000000000" pitchFamily="2" charset="0"/>
                        </a:rPr>
                        <a:t>Connections to AWS API Gateway</a:t>
                      </a: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marR="210185" lvl="0" indent="0" algn="l" defTabSz="914400" rtl="0" eaLnBrk="1" fontAlgn="auto" latinLnBrk="0" hangingPunct="1">
                        <a:lnSpc>
                          <a:spcPct val="100000"/>
                        </a:lnSpc>
                        <a:spcBef>
                          <a:spcPts val="930"/>
                        </a:spcBef>
                        <a:spcAft>
                          <a:spcPts val="0"/>
                        </a:spcAft>
                        <a:buClrTx/>
                        <a:buSzTx/>
                        <a:buFontTx/>
                        <a:buNone/>
                        <a:tabLst/>
                        <a:defRPr/>
                      </a:pPr>
                      <a:r>
                        <a:rPr kumimoji="0" lang="en-US" sz="900" b="0" i="0" u="none" strike="noStrike" kern="1200" cap="none" spc="0" normalizeH="0" baseline="0" noProof="0">
                          <a:ln>
                            <a:noFill/>
                          </a:ln>
                          <a:solidFill>
                            <a:srgbClr val="FF0000"/>
                          </a:solidFill>
                          <a:effectLst/>
                          <a:uLnTx/>
                          <a:uFillTx/>
                          <a:latin typeface="Poppins" panose="00000500000000000000" pitchFamily="2" charset="0"/>
                          <a:ea typeface="+mn-ea"/>
                          <a:cs typeface="Poppins" panose="00000500000000000000" pitchFamily="2" charset="0"/>
                        </a:rPr>
                        <a:t>TBC</a:t>
                      </a:r>
                      <a:endParaRPr kumimoji="0" lang="en-US" sz="900" b="0" i="0" u="none" strike="noStrike" kern="1200" cap="none" spc="0" normalizeH="0" baseline="0" noProof="0" dirty="0">
                        <a:ln>
                          <a:noFill/>
                        </a:ln>
                        <a:solidFill>
                          <a:srgbClr val="FF0000"/>
                        </a:solidFill>
                        <a:effectLst/>
                        <a:uLnTx/>
                        <a:uFillTx/>
                        <a:latin typeface="Poppins" panose="00000500000000000000" pitchFamily="2" charset="0"/>
                        <a:ea typeface="+mn-ea"/>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45720" marR="210185">
                        <a:lnSpc>
                          <a:spcPct val="100000"/>
                        </a:lnSpc>
                        <a:spcBef>
                          <a:spcPts val="930"/>
                        </a:spcBef>
                      </a:pPr>
                      <a:endParaRPr sz="900" dirty="0">
                        <a:solidFill>
                          <a:schemeClr val="tx1"/>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endParaRPr lang="en-US" sz="900" dirty="0">
                        <a:latin typeface="Poppins" panose="00000500000000000000" pitchFamily="2" charset="0"/>
                        <a:cs typeface="Poppins" panose="00000500000000000000" pitchFamily="2" charset="0"/>
                      </a:endParaRPr>
                    </a:p>
                  </a:txBody>
                  <a:tcPr marL="0" marR="0" marT="71755" marB="0" anchor="ctr">
                    <a:lnL w="3175" cap="flat" cmpd="sng" algn="ctr">
                      <a:solidFill>
                        <a:srgbClr val="000000"/>
                      </a:solidFill>
                      <a:prstDash val="solid"/>
                      <a:round/>
                      <a:headEnd type="none" w="med" len="med"/>
                      <a:tailEnd type="none" w="med" len="med"/>
                    </a:lnL>
                    <a:lnR w="31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2574496"/>
                  </a:ext>
                </a:extLst>
              </a:tr>
              <a:tr h="183746">
                <a:tc>
                  <a:txBody>
                    <a:bodyPr/>
                    <a:lstStyle/>
                    <a:p>
                      <a:pPr marL="4572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kern="1200" baseline="0" dirty="0">
                          <a:solidFill>
                            <a:schemeClr val="tx1"/>
                          </a:solidFill>
                          <a:latin typeface="Poppins" panose="00000500000000000000" pitchFamily="2" charset="0"/>
                          <a:ea typeface="+mn-ea"/>
                          <a:cs typeface="Poppins" panose="00000500000000000000" pitchFamily="2" charset="0"/>
                        </a:rPr>
                        <a:t>PRD &amp; QA</a:t>
                      </a:r>
                    </a:p>
                  </a:txBody>
                  <a:tcPr marL="0" marR="0" marT="0" marB="0" anchor="ctr">
                    <a:lnL w="3175">
                      <a:solidFill>
                        <a:srgbClr val="000000"/>
                      </a:solidFill>
                      <a:prstDash val="soli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noFill/>
                  </a:tcPr>
                </a:tc>
                <a:tc>
                  <a:txBody>
                    <a:bodyPr/>
                    <a:lstStyle/>
                    <a:p>
                      <a:pPr marL="45720" marR="210185" lvl="0" indent="0" algn="l" defTabSz="914400" rtl="0" eaLnBrk="1" fontAlgn="auto" latinLnBrk="0" hangingPunct="1">
                        <a:lnSpc>
                          <a:spcPct val="100000"/>
                        </a:lnSpc>
                        <a:spcBef>
                          <a:spcPts val="930"/>
                        </a:spcBef>
                        <a:spcAft>
                          <a:spcPts val="0"/>
                        </a:spcAft>
                        <a:buClrTx/>
                        <a:buSzTx/>
                        <a:buFontTx/>
                        <a:buNone/>
                        <a:tabLst/>
                        <a:defRPr/>
                      </a:pPr>
                      <a:r>
                        <a:rPr lang="en-US" sz="900" dirty="0">
                          <a:solidFill>
                            <a:schemeClr val="tx1"/>
                          </a:solidFill>
                          <a:latin typeface="Poppins" panose="00000500000000000000" pitchFamily="2" charset="0"/>
                          <a:cs typeface="Poppins" panose="00000500000000000000" pitchFamily="2" charset="0"/>
                        </a:rPr>
                        <a:t>AWS Backup Services</a:t>
                      </a: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solidFill>
                      <a:schemeClr val="bg1"/>
                    </a:solidFill>
                  </a:tcPr>
                </a:tc>
                <a:tc>
                  <a:txBody>
                    <a:bodyPr/>
                    <a:lstStyle/>
                    <a:p>
                      <a:pPr marL="45720" marR="210185" lvl="0" indent="0" algn="l" defTabSz="914400" rtl="0" eaLnBrk="1" fontAlgn="auto" latinLnBrk="0" hangingPunct="1">
                        <a:lnSpc>
                          <a:spcPct val="100000"/>
                        </a:lnSpc>
                        <a:spcBef>
                          <a:spcPts val="930"/>
                        </a:spcBef>
                        <a:spcAft>
                          <a:spcPts val="0"/>
                        </a:spcAft>
                        <a:buClrTx/>
                        <a:buSzTx/>
                        <a:buFontTx/>
                        <a:buNone/>
                        <a:tabLst/>
                        <a:defRPr/>
                      </a:pPr>
                      <a:r>
                        <a:rPr kumimoji="0" lang="en-US" sz="900" b="0" i="0" u="none" strike="noStrike" kern="1200" cap="none" spc="0" normalizeH="0" baseline="0" noProof="0" dirty="0">
                          <a:ln>
                            <a:noFill/>
                          </a:ln>
                          <a:solidFill>
                            <a:srgbClr val="FF0000"/>
                          </a:solidFill>
                          <a:effectLst/>
                          <a:uLnTx/>
                          <a:uFillTx/>
                          <a:latin typeface="Poppins" panose="00000500000000000000" pitchFamily="2" charset="0"/>
                          <a:ea typeface="+mn-ea"/>
                          <a:cs typeface="Poppins" panose="00000500000000000000" pitchFamily="2" charset="0"/>
                        </a:rPr>
                        <a:t>TBC</a:t>
                      </a: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solidFill>
                      <a:schemeClr val="bg1"/>
                    </a:solidFill>
                  </a:tcPr>
                </a:tc>
                <a:tc>
                  <a:txBody>
                    <a:bodyPr/>
                    <a:lstStyle/>
                    <a:p>
                      <a:pPr marL="45720" marR="210185">
                        <a:lnSpc>
                          <a:spcPct val="100000"/>
                        </a:lnSpc>
                        <a:spcBef>
                          <a:spcPts val="930"/>
                        </a:spcBef>
                      </a:pPr>
                      <a:endParaRPr sz="900" dirty="0">
                        <a:solidFill>
                          <a:schemeClr val="tx1"/>
                        </a:solidFill>
                        <a:latin typeface="Poppins" panose="00000500000000000000" pitchFamily="2" charset="0"/>
                        <a:cs typeface="Poppins" panose="00000500000000000000" pitchFamily="2" charset="0"/>
                      </a:endParaRPr>
                    </a:p>
                  </a:txBody>
                  <a:tcPr marL="0" marR="0" marT="0" marB="0"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solidFill>
                      <a:schemeClr val="accent5">
                        <a:lumMod val="20000"/>
                        <a:lumOff val="80000"/>
                      </a:schemeClr>
                    </a:solidFill>
                  </a:tcPr>
                </a:tc>
                <a:tc>
                  <a:txBody>
                    <a:bodyPr/>
                    <a:lstStyle/>
                    <a:p>
                      <a:endParaRPr lang="en-US" sz="900" dirty="0">
                        <a:latin typeface="Poppins" panose="00000500000000000000" pitchFamily="2" charset="0"/>
                        <a:cs typeface="Poppins" panose="00000500000000000000" pitchFamily="2" charset="0"/>
                      </a:endParaRPr>
                    </a:p>
                  </a:txBody>
                  <a:tcPr marL="0" marR="0" marT="71755" marB="0" anchor="ctr">
                    <a:lnL w="3175" cap="flat" cmpd="sng" algn="ctr">
                      <a:solidFill>
                        <a:srgbClr val="000000"/>
                      </a:solidFill>
                      <a:prstDash val="solid"/>
                      <a:round/>
                      <a:headEnd type="none" w="med" len="med"/>
                      <a:tailEnd type="none" w="med" len="med"/>
                    </a:lnL>
                    <a:lnR w="3175">
                      <a:solidFill>
                        <a:srgbClr val="000000"/>
                      </a:solidFill>
                      <a:prstDash val="solid"/>
                    </a:lnR>
                    <a:lnT w="3175" cap="flat" cmpd="sng" algn="ctr">
                      <a:solidFill>
                        <a:srgbClr val="000000"/>
                      </a:solidFill>
                      <a:prstDash val="solid"/>
                      <a:round/>
                      <a:headEnd type="none" w="med" len="med"/>
                      <a:tailEnd type="none" w="med" len="med"/>
                    </a:lnT>
                    <a:lnB w="3175">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44060458"/>
                  </a:ext>
                </a:extLst>
              </a:tr>
            </a:tbl>
          </a:graphicData>
        </a:graphic>
      </p:graphicFrame>
      <p:sp>
        <p:nvSpPr>
          <p:cNvPr id="18" name="TextBox 17">
            <a:extLst>
              <a:ext uri="{FF2B5EF4-FFF2-40B4-BE49-F238E27FC236}">
                <a16:creationId xmlns:a16="http://schemas.microsoft.com/office/drawing/2014/main" id="{927C2249-F8C1-58C9-BC23-07363DFF7FC5}"/>
              </a:ext>
            </a:extLst>
          </p:cNvPr>
          <p:cNvSpPr txBox="1"/>
          <p:nvPr/>
        </p:nvSpPr>
        <p:spPr>
          <a:xfrm>
            <a:off x="719939" y="3838381"/>
            <a:ext cx="3731191" cy="261610"/>
          </a:xfrm>
          <a:prstGeom prst="rect">
            <a:avLst/>
          </a:prstGeom>
          <a:noFill/>
        </p:spPr>
        <p:txBody>
          <a:bodyPr wrap="square">
            <a:spAutoFit/>
          </a:bodyPr>
          <a:lstStyle/>
          <a:p>
            <a:pPr marL="304815" indent="-304815">
              <a:buFont typeface="Wingdings" panose="05000000000000000000" pitchFamily="2" charset="2"/>
              <a:buChar char="q"/>
            </a:pPr>
            <a:r>
              <a:rPr lang="en-US" sz="1100" spc="-5" dirty="0">
                <a:solidFill>
                  <a:prstClr val="black"/>
                </a:solidFill>
                <a:latin typeface="Poppins" panose="00000500000000000000" pitchFamily="2" charset="0"/>
                <a:cs typeface="Poppins" panose="00000500000000000000" pitchFamily="2" charset="0"/>
              </a:rPr>
              <a:t> AWS Services</a:t>
            </a:r>
            <a:endParaRPr lang="en-US" sz="1100" dirty="0">
              <a:latin typeface="Poppins" panose="00000500000000000000" pitchFamily="2" charset="0"/>
              <a:cs typeface="Poppins" panose="00000500000000000000" pitchFamily="2" charset="0"/>
            </a:endParaRPr>
          </a:p>
        </p:txBody>
      </p:sp>
      <p:sp>
        <p:nvSpPr>
          <p:cNvPr id="19" name="Rectangle 18">
            <a:extLst>
              <a:ext uri="{FF2B5EF4-FFF2-40B4-BE49-F238E27FC236}">
                <a16:creationId xmlns:a16="http://schemas.microsoft.com/office/drawing/2014/main" id="{1CC111D9-51BB-4195-5EB1-B2BA35C0A461}"/>
              </a:ext>
            </a:extLst>
          </p:cNvPr>
          <p:cNvSpPr/>
          <p:nvPr/>
        </p:nvSpPr>
        <p:spPr>
          <a:xfrm>
            <a:off x="-1" y="825910"/>
            <a:ext cx="12192001" cy="71304"/>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DAE816B3-7857-7BB1-1BD5-BE0C7799973A}"/>
              </a:ext>
            </a:extLst>
          </p:cNvPr>
          <p:cNvSpPr txBox="1"/>
          <p:nvPr/>
        </p:nvSpPr>
        <p:spPr>
          <a:xfrm>
            <a:off x="362600" y="336435"/>
            <a:ext cx="9657198" cy="427553"/>
          </a:xfrm>
          <a:prstGeom prst="rect">
            <a:avLst/>
          </a:prstGeom>
        </p:spPr>
        <p:txBody>
          <a:bodyPr wrap="square" lIns="0" tIns="0" rIns="0" bIns="0" rtlCol="0" anchor="t">
            <a:spAutoFit/>
          </a:bodyPr>
          <a:lstStyle/>
          <a:p>
            <a:pPr defTabSz="609630">
              <a:lnSpc>
                <a:spcPts val="3360"/>
              </a:lnSpc>
              <a:spcBef>
                <a:spcPct val="0"/>
              </a:spcBef>
            </a:pPr>
            <a:r>
              <a:rPr lang="en-US" sz="2800" b="1" dirty="0">
                <a:solidFill>
                  <a:prstClr val="black"/>
                </a:solidFill>
                <a:latin typeface="Poppins" panose="00000500000000000000" pitchFamily="2" charset="0"/>
                <a:ea typeface="Poppins 2 Bold"/>
                <a:cs typeface="Poppins" panose="00000500000000000000" pitchFamily="2" charset="0"/>
                <a:sym typeface="Poppins 2 Bold"/>
              </a:rPr>
              <a:t>5. Implementation Stage</a:t>
            </a:r>
            <a:endParaRPr lang="en-US" sz="2800" b="1" dirty="0">
              <a:solidFill>
                <a:schemeClr val="accent2"/>
              </a:solidFill>
              <a:latin typeface="Poppins" panose="00000500000000000000" pitchFamily="2" charset="0"/>
              <a:ea typeface="Poppins 2 Bold"/>
              <a:cs typeface="Poppins" panose="00000500000000000000" pitchFamily="2" charset="0"/>
              <a:sym typeface="Poppins 2 Bold"/>
            </a:endParaRPr>
          </a:p>
        </p:txBody>
      </p:sp>
      <p:sp>
        <p:nvSpPr>
          <p:cNvPr id="22" name="age">
            <a:extLst>
              <a:ext uri="{FF2B5EF4-FFF2-40B4-BE49-F238E27FC236}">
                <a16:creationId xmlns:a16="http://schemas.microsoft.com/office/drawing/2014/main" id="{4CAAC88D-2D56-4533-0BF4-C5B61D7908BA}"/>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grpSp>
        <p:nvGrpSpPr>
          <p:cNvPr id="23" name="Group 22">
            <a:extLst>
              <a:ext uri="{FF2B5EF4-FFF2-40B4-BE49-F238E27FC236}">
                <a16:creationId xmlns:a16="http://schemas.microsoft.com/office/drawing/2014/main" id="{EEF75D18-2C23-0519-AAE8-128043AC7235}"/>
              </a:ext>
            </a:extLst>
          </p:cNvPr>
          <p:cNvGrpSpPr/>
          <p:nvPr/>
        </p:nvGrpSpPr>
        <p:grpSpPr>
          <a:xfrm>
            <a:off x="10566400" y="-25400"/>
            <a:ext cx="1625600" cy="545786"/>
            <a:chOff x="10566400" y="-25400"/>
            <a:chExt cx="1625600" cy="545786"/>
          </a:xfrm>
        </p:grpSpPr>
        <p:grpSp>
          <p:nvGrpSpPr>
            <p:cNvPr id="36" name="Group 35">
              <a:extLst>
                <a:ext uri="{FF2B5EF4-FFF2-40B4-BE49-F238E27FC236}">
                  <a16:creationId xmlns:a16="http://schemas.microsoft.com/office/drawing/2014/main" id="{C67DA3E2-18B6-C790-D37A-1109CAC4702A}"/>
                </a:ext>
              </a:extLst>
            </p:cNvPr>
            <p:cNvGrpSpPr/>
            <p:nvPr/>
          </p:nvGrpSpPr>
          <p:grpSpPr>
            <a:xfrm>
              <a:off x="10566400" y="-25400"/>
              <a:ext cx="1625600" cy="545786"/>
              <a:chOff x="15849600" y="0"/>
              <a:chExt cx="2438400" cy="818679"/>
            </a:xfrm>
          </p:grpSpPr>
          <p:sp>
            <p:nvSpPr>
              <p:cNvPr id="38" name="Rectangle: Top Corners Rounded 37">
                <a:extLst>
                  <a:ext uri="{FF2B5EF4-FFF2-40B4-BE49-F238E27FC236}">
                    <a16:creationId xmlns:a16="http://schemas.microsoft.com/office/drawing/2014/main" id="{1D6DB88A-F931-B925-8F60-62278B4C65D6}"/>
                  </a:ext>
                </a:extLst>
              </p:cNvPr>
              <p:cNvSpPr/>
              <p:nvPr/>
            </p:nvSpPr>
            <p:spPr>
              <a:xfrm rot="10800000">
                <a:off x="15849600" y="38100"/>
                <a:ext cx="2411660" cy="780579"/>
              </a:xfrm>
              <a:prstGeom prst="round2Same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39" name="Rectangle: Top Corners Rounded 38">
                <a:extLst>
                  <a:ext uri="{FF2B5EF4-FFF2-40B4-BE49-F238E27FC236}">
                    <a16:creationId xmlns:a16="http://schemas.microsoft.com/office/drawing/2014/main" id="{9DEC713F-1A32-975A-6805-6A1724C6CA69}"/>
                  </a:ext>
                </a:extLst>
              </p:cNvPr>
              <p:cNvSpPr/>
              <p:nvPr/>
            </p:nvSpPr>
            <p:spPr>
              <a:xfrm rot="10800000">
                <a:off x="15876343" y="0"/>
                <a:ext cx="2411657" cy="770069"/>
              </a:xfrm>
              <a:prstGeom prst="round2Same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40" name="Freeform 10">
                <a:extLst>
                  <a:ext uri="{FF2B5EF4-FFF2-40B4-BE49-F238E27FC236}">
                    <a16:creationId xmlns:a16="http://schemas.microsoft.com/office/drawing/2014/main" id="{F979F214-0D3F-098E-5C8C-4B3A9EBFFC6D}"/>
                  </a:ext>
                </a:extLst>
              </p:cNvPr>
              <p:cNvSpPr/>
              <p:nvPr/>
            </p:nvSpPr>
            <p:spPr>
              <a:xfrm>
                <a:off x="17049533" y="81363"/>
                <a:ext cx="1165535" cy="594422"/>
              </a:xfrm>
              <a:custGeom>
                <a:avLst/>
                <a:gdLst/>
                <a:ahLst/>
                <a:cxnLst/>
                <a:rect l="l" t="t" r="r" b="b"/>
                <a:pathLst>
                  <a:path w="1165534" h="594422">
                    <a:moveTo>
                      <a:pt x="0" y="0"/>
                    </a:moveTo>
                    <a:lnTo>
                      <a:pt x="1165534" y="0"/>
                    </a:lnTo>
                    <a:lnTo>
                      <a:pt x="1165534" y="594423"/>
                    </a:lnTo>
                    <a:lnTo>
                      <a:pt x="0" y="594423"/>
                    </a:lnTo>
                    <a:lnTo>
                      <a:pt x="0" y="0"/>
                    </a:lnTo>
                    <a:close/>
                  </a:path>
                </a:pathLst>
              </a:custGeom>
              <a:blipFill>
                <a:blip r:embed="rId3"/>
                <a:stretch>
                  <a:fillRect/>
                </a:stretch>
              </a:blipFill>
              <a:ln>
                <a:noFill/>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37" name="Picture 36" descr="Home - บริษัท เอเชีย กรีน เอนเนอจี จำกัด (มหาชน)">
              <a:extLst>
                <a:ext uri="{FF2B5EF4-FFF2-40B4-BE49-F238E27FC236}">
                  <a16:creationId xmlns:a16="http://schemas.microsoft.com/office/drawing/2014/main" id="{98AD21F8-EA5B-21D5-80B6-967294A052B6}"/>
                </a:ext>
              </a:extLst>
            </p:cNvPr>
            <p:cNvPicPr>
              <a:picLocks noChangeAspect="1"/>
            </p:cNvPicPr>
            <p:nvPr/>
          </p:nvPicPr>
          <p:blipFill>
            <a:blip r:embed="rId4"/>
            <a:stretch>
              <a:fillRect/>
            </a:stretch>
          </p:blipFill>
          <p:spPr>
            <a:xfrm>
              <a:off x="10705450" y="88996"/>
              <a:ext cx="534700" cy="326053"/>
            </a:xfrm>
            <a:prstGeom prst="rect">
              <a:avLst/>
            </a:prstGeom>
          </p:spPr>
        </p:pic>
      </p:grpSp>
    </p:spTree>
    <p:extLst>
      <p:ext uri="{BB962C8B-B14F-4D97-AF65-F5344CB8AC3E}">
        <p14:creationId xmlns:p14="http://schemas.microsoft.com/office/powerpoint/2010/main" val="3372109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テキスト ボックス 31">
            <a:extLst>
              <a:ext uri="{FF2B5EF4-FFF2-40B4-BE49-F238E27FC236}">
                <a16:creationId xmlns:a16="http://schemas.microsoft.com/office/drawing/2014/main" id="{72E8F068-0D86-E105-F158-E483C3374D93}"/>
              </a:ext>
            </a:extLst>
          </p:cNvPr>
          <p:cNvSpPr txBox="1"/>
          <p:nvPr/>
        </p:nvSpPr>
        <p:spPr>
          <a:xfrm>
            <a:off x="706496" y="1714765"/>
            <a:ext cx="10765565" cy="4872371"/>
          </a:xfrm>
          <a:prstGeom prst="rect">
            <a:avLst/>
          </a:prstGeom>
          <a:noFill/>
          <a:ln>
            <a:solidFill>
              <a:srgbClr val="006666"/>
            </a:solidFill>
          </a:ln>
        </p:spPr>
        <p:txBody>
          <a:bodyPr wrap="none" rtlCol="0" anchor="ctr" anchorCtr="0">
            <a:noAutofit/>
          </a:bodyPr>
          <a:lstStyle>
            <a:defPPr>
              <a:defRPr lang="ja-JP"/>
            </a:defPPr>
            <a:lvl1pPr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1pPr>
            <a:lvl2pPr marL="4572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2pPr>
            <a:lvl3pPr marL="9144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3pPr>
            <a:lvl4pPr marL="13716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4pPr>
            <a:lvl5pPr marL="18288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5pPr>
            <a:lvl6pPr marL="22860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6pPr>
            <a:lvl7pPr marL="27432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7pPr>
            <a:lvl8pPr marL="32004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8pPr>
            <a:lvl9pPr marL="36576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9pPr>
          </a:lstStyle>
          <a:p>
            <a:pPr marL="0" marR="0" lvl="0" indent="0" algn="l" defTabSz="914446" rtl="0" eaLnBrk="1" fontAlgn="base" latinLnBrk="0" hangingPunct="1">
              <a:lnSpc>
                <a:spcPct val="100000"/>
              </a:lnSpc>
              <a:spcBef>
                <a:spcPct val="0"/>
              </a:spcBef>
              <a:spcAft>
                <a:spcPct val="0"/>
              </a:spcAft>
              <a:buClrTx/>
              <a:buSzTx/>
              <a:buFontTx/>
              <a:buNone/>
              <a:tabLst/>
              <a:defRPr/>
            </a:pPr>
            <a:endParaRPr kumimoji="1" lang="ja-JP" altLang="en-US" sz="1100" b="0" i="0" u="none" strike="noStrike" kern="1200" cap="none" spc="0" normalizeH="0" baseline="0" noProof="0" dirty="0">
              <a:ln>
                <a:noFill/>
              </a:ln>
              <a:solidFill>
                <a:srgbClr val="000008"/>
              </a:solidFill>
              <a:effectLst/>
              <a:uLnTx/>
              <a:uFillTx/>
              <a:latin typeface="Poppins" panose="00000500000000000000" pitchFamily="2" charset="0"/>
              <a:ea typeface="HGP創英角ｺﾞｼｯｸUB" pitchFamily="50" charset="-128"/>
              <a:cs typeface="Poppins" panose="00000500000000000000" pitchFamily="2" charset="0"/>
            </a:endParaRPr>
          </a:p>
        </p:txBody>
      </p:sp>
      <p:sp>
        <p:nvSpPr>
          <p:cNvPr id="13" name="Rectangle 12">
            <a:extLst>
              <a:ext uri="{FF2B5EF4-FFF2-40B4-BE49-F238E27FC236}">
                <a16:creationId xmlns:a16="http://schemas.microsoft.com/office/drawing/2014/main" id="{4338886F-D931-9DC4-BB7F-DD43C6932447}"/>
              </a:ext>
            </a:extLst>
          </p:cNvPr>
          <p:cNvSpPr/>
          <p:nvPr/>
        </p:nvSpPr>
        <p:spPr>
          <a:xfrm>
            <a:off x="706496" y="1187992"/>
            <a:ext cx="10668000" cy="297454"/>
          </a:xfrm>
          <a:prstGeom prst="rect">
            <a:avLst/>
          </a:prstGeom>
          <a:noFill/>
        </p:spPr>
        <p:txBody>
          <a:bodyPr wrap="square">
            <a:spAutoFit/>
          </a:bodyPr>
          <a:lstStyle/>
          <a:p>
            <a:pPr marL="0" marR="0" lvl="0" indent="0" algn="l" defTabSz="609630" rtl="0" eaLnBrk="1" fontAlgn="base"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Participant :</a:t>
            </a:r>
            <a:r>
              <a:rPr kumimoji="0" lang="th-TH" sz="1333" b="1" i="0" u="none" strike="noStrike" kern="1200" cap="none" spc="0" normalizeH="0" baseline="0" noProof="0" dirty="0">
                <a:ln>
                  <a:noFill/>
                </a:ln>
                <a:solidFill>
                  <a:prstClr val="black"/>
                </a:solidFill>
                <a:effectLst/>
                <a:uLnTx/>
                <a:uFillTx/>
                <a:latin typeface="Poppins" panose="00000500000000000000" pitchFamily="2" charset="0"/>
                <a:ea typeface="+mn-ea"/>
                <a:cs typeface="Cordia New" panose="020B0304020202020204" pitchFamily="34" charset="-34"/>
              </a:rPr>
              <a:t> </a:t>
            </a:r>
            <a:r>
              <a:rPr kumimoji="0" lang="en-GB"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NMT Business User Team, IT, NCT </a:t>
            </a:r>
            <a:r>
              <a:rPr kumimoji="0" lang="en-US"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Project Manager, Business Analyst, NCT – Programmer</a:t>
            </a:r>
          </a:p>
        </p:txBody>
      </p:sp>
      <p:sp>
        <p:nvSpPr>
          <p:cNvPr id="14" name="Rectangle 13">
            <a:extLst>
              <a:ext uri="{FF2B5EF4-FFF2-40B4-BE49-F238E27FC236}">
                <a16:creationId xmlns:a16="http://schemas.microsoft.com/office/drawing/2014/main" id="{ACB7BEC9-9DC3-F9FF-541D-A3DEF4E557B7}"/>
              </a:ext>
            </a:extLst>
          </p:cNvPr>
          <p:cNvSpPr/>
          <p:nvPr/>
        </p:nvSpPr>
        <p:spPr>
          <a:xfrm>
            <a:off x="686374" y="919074"/>
            <a:ext cx="11342612" cy="297454"/>
          </a:xfrm>
          <a:prstGeom prst="rect">
            <a:avLst/>
          </a:prstGeom>
          <a:noFill/>
        </p:spPr>
        <p:txBody>
          <a:bodyPr wrap="square">
            <a:spAutoFit/>
          </a:bodyPr>
          <a:lstStyle/>
          <a:p>
            <a:pPr marL="0" marR="0" lvl="0" indent="0" algn="l" defTabSz="609630" rtl="0" eaLnBrk="1" fontAlgn="base"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Key Activity :</a:t>
            </a:r>
            <a:r>
              <a:rPr kumimoji="0" lang="th-TH" sz="1333" b="1" i="0" u="none" strike="noStrike" kern="1200" cap="none" spc="0" normalizeH="0" baseline="0" noProof="0" dirty="0">
                <a:ln>
                  <a:noFill/>
                </a:ln>
                <a:solidFill>
                  <a:prstClr val="black"/>
                </a:solidFill>
                <a:effectLst/>
                <a:uLnTx/>
                <a:uFillTx/>
                <a:latin typeface="Poppins" panose="00000500000000000000" pitchFamily="2" charset="0"/>
                <a:ea typeface="+mn-ea"/>
                <a:cs typeface="Cordia New" panose="020B0304020202020204" pitchFamily="34" charset="-34"/>
              </a:rPr>
              <a:t> </a:t>
            </a:r>
            <a:r>
              <a:rPr kumimoji="0" lang="en-GB"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Generate the requirement specification</a:t>
            </a:r>
            <a:r>
              <a:rPr kumimoji="0" lang="en-US"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Verified and get approval of the Software Requirement Specification (SRS)</a:t>
            </a:r>
          </a:p>
        </p:txBody>
      </p:sp>
      <p:sp>
        <p:nvSpPr>
          <p:cNvPr id="94" name="object 6">
            <a:extLst>
              <a:ext uri="{FF2B5EF4-FFF2-40B4-BE49-F238E27FC236}">
                <a16:creationId xmlns:a16="http://schemas.microsoft.com/office/drawing/2014/main" id="{4B36929A-E1F7-1255-7399-44050E32868C}"/>
              </a:ext>
            </a:extLst>
          </p:cNvPr>
          <p:cNvSpPr txBox="1"/>
          <p:nvPr/>
        </p:nvSpPr>
        <p:spPr>
          <a:xfrm>
            <a:off x="1559541" y="1981001"/>
            <a:ext cx="3876059" cy="217945"/>
          </a:xfrm>
          <a:prstGeom prst="rect">
            <a:avLst/>
          </a:prstGeom>
        </p:spPr>
        <p:txBody>
          <a:bodyPr vert="horz" wrap="square" lIns="0" tIns="12700" rIns="0" bIns="0" rtlCol="0">
            <a:spAutoFit/>
          </a:bodyPr>
          <a:lstStyle/>
          <a:p>
            <a:pPr marL="12701" marR="0" lvl="0" indent="0" algn="ctr" defTabSz="609630" rtl="0" eaLnBrk="1" fontAlgn="auto" latinLnBrk="0" hangingPunct="1">
              <a:lnSpc>
                <a:spcPct val="100000"/>
              </a:lnSpc>
              <a:spcBef>
                <a:spcPts val="100"/>
              </a:spcBef>
              <a:spcAft>
                <a:spcPts val="0"/>
              </a:spcAft>
              <a:buClrTx/>
              <a:buSzTx/>
              <a:buFontTx/>
              <a:buNone/>
              <a:tabLst/>
              <a:defRPr/>
            </a:pPr>
            <a:r>
              <a:rPr kumimoji="0" lang="en-GB" sz="1333" b="1" i="0" u="none" strike="noStrike" kern="1200" cap="none" spc="-3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Business Team / </a:t>
            </a:r>
            <a:r>
              <a:rPr kumimoji="0" lang="en-GB" sz="1333" b="1" i="0" u="none" strike="noStrike" kern="1200" cap="none" spc="-5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Process Owner</a:t>
            </a:r>
            <a:endParaRPr kumimoji="0"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95" name="object 7">
            <a:extLst>
              <a:ext uri="{FF2B5EF4-FFF2-40B4-BE49-F238E27FC236}">
                <a16:creationId xmlns:a16="http://schemas.microsoft.com/office/drawing/2014/main" id="{15DE8C0E-6867-320B-36D1-71800381AA5D}"/>
              </a:ext>
            </a:extLst>
          </p:cNvPr>
          <p:cNvSpPr txBox="1"/>
          <p:nvPr/>
        </p:nvSpPr>
        <p:spPr>
          <a:xfrm>
            <a:off x="6609817" y="1982534"/>
            <a:ext cx="3977639" cy="217945"/>
          </a:xfrm>
          <a:prstGeom prst="rect">
            <a:avLst/>
          </a:prstGeom>
        </p:spPr>
        <p:txBody>
          <a:bodyPr vert="horz" wrap="square" lIns="0" tIns="12700" rIns="0" bIns="0" rtlCol="0">
            <a:spAutoFit/>
          </a:bodyPr>
          <a:lstStyle/>
          <a:p>
            <a:pPr marL="12701" marR="0" lvl="0" indent="0" algn="ctr" defTabSz="609630" rtl="0" eaLnBrk="1" fontAlgn="auto" latinLnBrk="0" hangingPunct="1">
              <a:lnSpc>
                <a:spcPct val="100000"/>
              </a:lnSpc>
              <a:spcBef>
                <a:spcPts val="100"/>
              </a:spcBef>
              <a:spcAft>
                <a:spcPts val="0"/>
              </a:spcAft>
              <a:buClrTx/>
              <a:buSzTx/>
              <a:buFontTx/>
              <a:buNone/>
              <a:tabLst/>
              <a:defRPr/>
            </a:pPr>
            <a:r>
              <a:rPr kumimoji="0" lang="en-US" sz="1333" b="1" i="0" u="none" strike="noStrike" kern="1200" cap="none" spc="-1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Implementation Team / Vender</a:t>
            </a:r>
            <a:endParaRPr kumimoji="0"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96" name="object 8">
            <a:extLst>
              <a:ext uri="{FF2B5EF4-FFF2-40B4-BE49-F238E27FC236}">
                <a16:creationId xmlns:a16="http://schemas.microsoft.com/office/drawing/2014/main" id="{9411F630-DB5F-EF29-A62A-918964BA2E4E}"/>
              </a:ext>
            </a:extLst>
          </p:cNvPr>
          <p:cNvSpPr txBox="1"/>
          <p:nvPr/>
        </p:nvSpPr>
        <p:spPr>
          <a:xfrm>
            <a:off x="1410437" y="2311780"/>
            <a:ext cx="4384423" cy="419474"/>
          </a:xfrm>
          <a:prstGeom prst="rect">
            <a:avLst/>
          </a:prstGeom>
        </p:spPr>
        <p:txBody>
          <a:bodyPr vert="horz" wrap="square" lIns="0" tIns="16510" rIns="0" bIns="0" rtlCol="0">
            <a:spAutoFit/>
          </a:bodyPr>
          <a:lstStyle/>
          <a:p>
            <a:pPr marL="871899" marR="0" lvl="0" indent="0" algn="l" defTabSz="609630" rtl="0" eaLnBrk="1" fontAlgn="auto" latinLnBrk="0" hangingPunct="1">
              <a:lnSpc>
                <a:spcPct val="100000"/>
              </a:lnSpc>
              <a:spcBef>
                <a:spcPts val="130"/>
              </a:spcBef>
              <a:spcAft>
                <a:spcPts val="0"/>
              </a:spcAft>
              <a:buClrTx/>
              <a:buSzTx/>
              <a:buFontTx/>
              <a:buNone/>
              <a:tabLst/>
              <a:defRPr/>
            </a:pPr>
            <a:r>
              <a:rPr kumimoji="0" sz="1267" b="0" i="0" u="none" strike="noStrike" kern="1200" cap="none" spc="7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Understands </a:t>
            </a:r>
            <a:r>
              <a:rPr kumimoji="0" sz="1267" b="0" i="0" u="none" strike="noStrike" kern="1200" cap="none" spc="9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the</a:t>
            </a:r>
            <a:r>
              <a:rPr kumimoji="0" sz="1267" b="0" i="0" u="none" strike="noStrike" kern="1200" cap="none" spc="-3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a:t>
            </a:r>
            <a:r>
              <a:rPr kumimoji="0" sz="1267" b="0" i="0" u="none" strike="noStrike" kern="1200" cap="none" spc="7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business</a:t>
            </a:r>
            <a:endParaRPr kumimoji="0" sz="1267"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a:p>
            <a:pPr marL="871899" marR="0" lvl="0" indent="0" algn="l" defTabSz="609630" rtl="0" eaLnBrk="1" fontAlgn="auto" latinLnBrk="0" hangingPunct="1">
              <a:lnSpc>
                <a:spcPct val="100000"/>
              </a:lnSpc>
              <a:spcBef>
                <a:spcPts val="65"/>
              </a:spcBef>
              <a:spcAft>
                <a:spcPts val="0"/>
              </a:spcAft>
              <a:buClrTx/>
              <a:buSzTx/>
              <a:buFontTx/>
              <a:buNone/>
              <a:tabLst/>
              <a:defRPr/>
            </a:pPr>
            <a:r>
              <a:rPr kumimoji="0" sz="1267" b="0" i="0" u="none" strike="noStrike" kern="1200" cap="none" spc="9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requirements </a:t>
            </a:r>
            <a:r>
              <a:rPr kumimoji="0" sz="1267" b="0" i="0" u="none" strike="noStrike" kern="1200" cap="none" spc="2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&amp;</a:t>
            </a:r>
            <a:r>
              <a:rPr kumimoji="0" sz="1267" b="0" i="0" u="none" strike="noStrike" kern="1200" cap="none" spc="-20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a:t>
            </a:r>
            <a:r>
              <a:rPr kumimoji="0" lang="en-US" sz="1267" b="0" i="0" u="none" strike="noStrike" kern="1200" cap="none" spc="-20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a:t>
            </a:r>
            <a:r>
              <a:rPr kumimoji="0" sz="1267" b="0" i="0" u="none" strike="noStrike" kern="1200" cap="none" spc="12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problem</a:t>
            </a:r>
            <a:endParaRPr kumimoji="0" sz="1267"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97" name="object 9">
            <a:extLst>
              <a:ext uri="{FF2B5EF4-FFF2-40B4-BE49-F238E27FC236}">
                <a16:creationId xmlns:a16="http://schemas.microsoft.com/office/drawing/2014/main" id="{23E61D81-FC2C-8CAF-A3DF-3346717FFEAC}"/>
              </a:ext>
            </a:extLst>
          </p:cNvPr>
          <p:cNvSpPr txBox="1"/>
          <p:nvPr/>
        </p:nvSpPr>
        <p:spPr>
          <a:xfrm>
            <a:off x="1401951" y="3177423"/>
            <a:ext cx="4119899" cy="409471"/>
          </a:xfrm>
          <a:prstGeom prst="rect">
            <a:avLst/>
          </a:prstGeom>
        </p:spPr>
        <p:txBody>
          <a:bodyPr vert="horz" wrap="square" lIns="0" tIns="8890" rIns="0" bIns="0" rtlCol="0">
            <a:spAutoFit/>
          </a:bodyPr>
          <a:lstStyle/>
          <a:p>
            <a:pPr marL="871899" marR="297830" lvl="0" indent="0" algn="l" defTabSz="609630" rtl="0" eaLnBrk="1" fontAlgn="auto" latinLnBrk="0" hangingPunct="1">
              <a:lnSpc>
                <a:spcPct val="103800"/>
              </a:lnSpc>
              <a:spcBef>
                <a:spcPts val="70"/>
              </a:spcBef>
              <a:spcAft>
                <a:spcPts val="0"/>
              </a:spcAft>
              <a:buClrTx/>
              <a:buSzTx/>
              <a:buFontTx/>
              <a:buNone/>
              <a:tabLst/>
              <a:defRPr/>
            </a:pPr>
            <a:r>
              <a:rPr kumimoji="0" sz="1267" b="0" i="0" u="none" strike="noStrike" kern="1200" cap="none" spc="9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Validates </a:t>
            </a:r>
            <a:r>
              <a:rPr kumimoji="0" sz="1267" b="0" i="0" u="none" strike="noStrike" kern="1200" cap="none" spc="11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that </a:t>
            </a:r>
            <a:r>
              <a:rPr kumimoji="0" sz="1267" b="0" i="0" u="none" strike="noStrike" kern="1200" cap="none" spc="9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the solution  </a:t>
            </a:r>
            <a:r>
              <a:rPr kumimoji="0" sz="1267" b="0" i="0" u="none" strike="noStrike" kern="1200" cap="none" spc="10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does </a:t>
            </a:r>
            <a:r>
              <a:rPr kumimoji="0" sz="1267" b="0" i="0" u="none" strike="noStrike" kern="1200" cap="none" spc="12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what </a:t>
            </a:r>
            <a:r>
              <a:rPr kumimoji="0" sz="1267" b="0" i="0" u="none" strike="noStrike" kern="1200" cap="none" spc="114"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was </a:t>
            </a:r>
            <a:r>
              <a:rPr kumimoji="0" sz="1267" b="0" i="0" u="none" strike="noStrike" kern="1200" cap="none" spc="10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intended </a:t>
            </a:r>
            <a:r>
              <a:rPr kumimoji="0" sz="1267" b="0" i="0" u="none" strike="noStrike" kern="1200" cap="none" spc="11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to</a:t>
            </a:r>
            <a:r>
              <a:rPr kumimoji="0" sz="1267" b="0" i="0" u="none" strike="noStrike" kern="1200" cap="none" spc="7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a:t>
            </a:r>
            <a:r>
              <a:rPr kumimoji="0" sz="1267" b="0" i="0" u="none" strike="noStrike" kern="1200" cap="none" spc="13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do</a:t>
            </a:r>
            <a:endParaRPr kumimoji="0" sz="1267"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98" name="object 10">
            <a:extLst>
              <a:ext uri="{FF2B5EF4-FFF2-40B4-BE49-F238E27FC236}">
                <a16:creationId xmlns:a16="http://schemas.microsoft.com/office/drawing/2014/main" id="{3F2669E2-AEE6-3BF9-2DB5-2EED8EE7C2C2}"/>
              </a:ext>
            </a:extLst>
          </p:cNvPr>
          <p:cNvSpPr txBox="1"/>
          <p:nvPr/>
        </p:nvSpPr>
        <p:spPr>
          <a:xfrm>
            <a:off x="6512921" y="2317592"/>
            <a:ext cx="4272314" cy="408830"/>
          </a:xfrm>
          <a:prstGeom prst="rect">
            <a:avLst/>
          </a:prstGeom>
        </p:spPr>
        <p:txBody>
          <a:bodyPr vert="horz" wrap="square" lIns="0" tIns="8255" rIns="0" bIns="0" rtlCol="0">
            <a:spAutoFit/>
          </a:bodyPr>
          <a:lstStyle/>
          <a:p>
            <a:pPr marL="801410" marR="285130" lvl="0" indent="0" algn="l" defTabSz="609630" rtl="0" eaLnBrk="1" fontAlgn="auto" latinLnBrk="0" hangingPunct="1">
              <a:lnSpc>
                <a:spcPct val="103800"/>
              </a:lnSpc>
              <a:spcBef>
                <a:spcPts val="65"/>
              </a:spcBef>
              <a:spcAft>
                <a:spcPts val="0"/>
              </a:spcAft>
              <a:buClrTx/>
              <a:buSzTx/>
              <a:buFontTx/>
              <a:buNone/>
              <a:tabLst/>
              <a:defRPr/>
            </a:pPr>
            <a:r>
              <a:rPr kumimoji="0" sz="1267" b="0" i="0" u="none" strike="noStrike" kern="1200" cap="none" spc="7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Translates </a:t>
            </a:r>
            <a:r>
              <a:rPr kumimoji="0" sz="1267" b="0" i="0" u="none" strike="noStrike" kern="1200" cap="none" spc="9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the </a:t>
            </a:r>
            <a:r>
              <a:rPr kumimoji="0" sz="1267" b="0" i="0" u="none" strike="noStrike" kern="1200" cap="none" spc="7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business </a:t>
            </a:r>
            <a:r>
              <a:rPr kumimoji="0" lang="en-US" sz="1267" b="0" i="0" u="none" strike="noStrike" kern="1200" cap="none" spc="12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req. </a:t>
            </a:r>
            <a:r>
              <a:rPr kumimoji="0" sz="1267" b="0" i="0" u="none" strike="noStrike" kern="1200" cap="none" spc="12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a:t>
            </a:r>
            <a:r>
              <a:rPr kumimoji="0" sz="1267" b="0" i="0" u="none" strike="noStrike" kern="1200" cap="none" spc="9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provides </a:t>
            </a:r>
            <a:r>
              <a:rPr kumimoji="0" sz="1267" b="0" i="0" u="none" strike="noStrike" kern="1200" cap="none" spc="13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an </a:t>
            </a:r>
            <a:r>
              <a:rPr kumimoji="0" sz="1267" b="0" i="0" u="none" strike="noStrike" kern="1200" cap="none" spc="10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high </a:t>
            </a:r>
            <a:r>
              <a:rPr kumimoji="0" sz="1267" b="0" i="0" u="none" strike="noStrike" kern="1200" cap="none" spc="7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level</a:t>
            </a:r>
            <a:r>
              <a:rPr kumimoji="0" sz="1267" b="0" i="0" u="none" strike="noStrike" kern="1200" cap="none" spc="3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a:t>
            </a:r>
            <a:r>
              <a:rPr kumimoji="0" sz="1267" b="0" i="0" u="none" strike="noStrike" kern="1200" cap="none" spc="9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solution</a:t>
            </a:r>
            <a:endParaRPr kumimoji="0" sz="1267"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99" name="object 13">
            <a:extLst>
              <a:ext uri="{FF2B5EF4-FFF2-40B4-BE49-F238E27FC236}">
                <a16:creationId xmlns:a16="http://schemas.microsoft.com/office/drawing/2014/main" id="{6BB2409C-9BDD-EB89-F31C-5546BD402AC1}"/>
              </a:ext>
            </a:extLst>
          </p:cNvPr>
          <p:cNvSpPr/>
          <p:nvPr/>
        </p:nvSpPr>
        <p:spPr>
          <a:xfrm>
            <a:off x="1793240" y="2325791"/>
            <a:ext cx="396240" cy="396240"/>
          </a:xfrm>
          <a:custGeom>
            <a:avLst/>
            <a:gdLst/>
            <a:ahLst/>
            <a:cxnLst/>
            <a:rect l="l" t="t" r="r" b="b"/>
            <a:pathLst>
              <a:path w="396239" h="396239">
                <a:moveTo>
                  <a:pt x="198119" y="0"/>
                </a:moveTo>
                <a:lnTo>
                  <a:pt x="152675" y="5229"/>
                </a:lnTo>
                <a:lnTo>
                  <a:pt x="110967" y="20127"/>
                </a:lnTo>
                <a:lnTo>
                  <a:pt x="74182" y="43507"/>
                </a:lnTo>
                <a:lnTo>
                  <a:pt x="43507" y="74182"/>
                </a:lnTo>
                <a:lnTo>
                  <a:pt x="20127" y="110967"/>
                </a:lnTo>
                <a:lnTo>
                  <a:pt x="5229" y="152675"/>
                </a:lnTo>
                <a:lnTo>
                  <a:pt x="0" y="198120"/>
                </a:lnTo>
                <a:lnTo>
                  <a:pt x="5229" y="243564"/>
                </a:lnTo>
                <a:lnTo>
                  <a:pt x="20127" y="285272"/>
                </a:lnTo>
                <a:lnTo>
                  <a:pt x="43507" y="322057"/>
                </a:lnTo>
                <a:lnTo>
                  <a:pt x="74182" y="352732"/>
                </a:lnTo>
                <a:lnTo>
                  <a:pt x="110967" y="376112"/>
                </a:lnTo>
                <a:lnTo>
                  <a:pt x="152675" y="391010"/>
                </a:lnTo>
                <a:lnTo>
                  <a:pt x="198119" y="396239"/>
                </a:lnTo>
                <a:lnTo>
                  <a:pt x="243564" y="391010"/>
                </a:lnTo>
                <a:lnTo>
                  <a:pt x="285272" y="376112"/>
                </a:lnTo>
                <a:lnTo>
                  <a:pt x="322057" y="352732"/>
                </a:lnTo>
                <a:lnTo>
                  <a:pt x="352732" y="322057"/>
                </a:lnTo>
                <a:lnTo>
                  <a:pt x="376112" y="285272"/>
                </a:lnTo>
                <a:lnTo>
                  <a:pt x="391010" y="243564"/>
                </a:lnTo>
                <a:lnTo>
                  <a:pt x="396239" y="198120"/>
                </a:lnTo>
                <a:lnTo>
                  <a:pt x="391010" y="152675"/>
                </a:lnTo>
                <a:lnTo>
                  <a:pt x="376112" y="110967"/>
                </a:lnTo>
                <a:lnTo>
                  <a:pt x="352732" y="74182"/>
                </a:lnTo>
                <a:lnTo>
                  <a:pt x="322057" y="43507"/>
                </a:lnTo>
                <a:lnTo>
                  <a:pt x="285272" y="20127"/>
                </a:lnTo>
                <a:lnTo>
                  <a:pt x="243564" y="5229"/>
                </a:lnTo>
                <a:lnTo>
                  <a:pt x="198119" y="0"/>
                </a:lnTo>
                <a:close/>
              </a:path>
            </a:pathLst>
          </a:custGeom>
          <a:solidFill>
            <a:srgbClr val="121D40"/>
          </a:solidFill>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100" name="object 15">
            <a:extLst>
              <a:ext uri="{FF2B5EF4-FFF2-40B4-BE49-F238E27FC236}">
                <a16:creationId xmlns:a16="http://schemas.microsoft.com/office/drawing/2014/main" id="{FEC9E548-EF4E-CB5F-44F1-2203418273B9}"/>
              </a:ext>
            </a:extLst>
          </p:cNvPr>
          <p:cNvSpPr/>
          <p:nvPr/>
        </p:nvSpPr>
        <p:spPr>
          <a:xfrm>
            <a:off x="1564640" y="3132337"/>
            <a:ext cx="3870960" cy="510540"/>
          </a:xfrm>
          <a:custGeom>
            <a:avLst/>
            <a:gdLst/>
            <a:ahLst/>
            <a:cxnLst/>
            <a:rect l="l" t="t" r="r" b="b"/>
            <a:pathLst>
              <a:path w="3870960" h="762000">
                <a:moveTo>
                  <a:pt x="0" y="762000"/>
                </a:moveTo>
                <a:lnTo>
                  <a:pt x="3870960" y="762000"/>
                </a:lnTo>
                <a:lnTo>
                  <a:pt x="3870960" y="0"/>
                </a:lnTo>
                <a:lnTo>
                  <a:pt x="0" y="0"/>
                </a:lnTo>
                <a:lnTo>
                  <a:pt x="0" y="762000"/>
                </a:lnTo>
                <a:close/>
              </a:path>
            </a:pathLst>
          </a:custGeom>
          <a:ln w="15240">
            <a:solidFill>
              <a:srgbClr val="E74B2C"/>
            </a:solidFill>
          </a:ln>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101" name="object 16">
            <a:extLst>
              <a:ext uri="{FF2B5EF4-FFF2-40B4-BE49-F238E27FC236}">
                <a16:creationId xmlns:a16="http://schemas.microsoft.com/office/drawing/2014/main" id="{35F2279A-5026-4DC6-10FC-1DB677AAD776}"/>
              </a:ext>
            </a:extLst>
          </p:cNvPr>
          <p:cNvSpPr/>
          <p:nvPr/>
        </p:nvSpPr>
        <p:spPr>
          <a:xfrm>
            <a:off x="3302111" y="3124200"/>
            <a:ext cx="360680" cy="0"/>
          </a:xfrm>
          <a:custGeom>
            <a:avLst/>
            <a:gdLst/>
            <a:ahLst/>
            <a:cxnLst/>
            <a:rect l="l" t="t" r="r" b="b"/>
            <a:pathLst>
              <a:path w="360679">
                <a:moveTo>
                  <a:pt x="0" y="0"/>
                </a:moveTo>
                <a:lnTo>
                  <a:pt x="360553" y="0"/>
                </a:lnTo>
              </a:path>
            </a:pathLst>
          </a:custGeom>
          <a:ln w="38100">
            <a:solidFill>
              <a:srgbClr val="E74B2C"/>
            </a:solidFill>
          </a:ln>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102" name="object 17">
            <a:extLst>
              <a:ext uri="{FF2B5EF4-FFF2-40B4-BE49-F238E27FC236}">
                <a16:creationId xmlns:a16="http://schemas.microsoft.com/office/drawing/2014/main" id="{13F9D966-0B23-2452-7FC9-41B4D580657B}"/>
              </a:ext>
            </a:extLst>
          </p:cNvPr>
          <p:cNvSpPr/>
          <p:nvPr/>
        </p:nvSpPr>
        <p:spPr>
          <a:xfrm>
            <a:off x="1793240" y="3170437"/>
            <a:ext cx="396240" cy="396240"/>
          </a:xfrm>
          <a:custGeom>
            <a:avLst/>
            <a:gdLst/>
            <a:ahLst/>
            <a:cxnLst/>
            <a:rect l="l" t="t" r="r" b="b"/>
            <a:pathLst>
              <a:path w="396239" h="396239">
                <a:moveTo>
                  <a:pt x="198119" y="0"/>
                </a:moveTo>
                <a:lnTo>
                  <a:pt x="152675" y="5229"/>
                </a:lnTo>
                <a:lnTo>
                  <a:pt x="110967" y="20127"/>
                </a:lnTo>
                <a:lnTo>
                  <a:pt x="74182" y="43507"/>
                </a:lnTo>
                <a:lnTo>
                  <a:pt x="43507" y="74182"/>
                </a:lnTo>
                <a:lnTo>
                  <a:pt x="20127" y="110967"/>
                </a:lnTo>
                <a:lnTo>
                  <a:pt x="5229" y="152675"/>
                </a:lnTo>
                <a:lnTo>
                  <a:pt x="0" y="198120"/>
                </a:lnTo>
                <a:lnTo>
                  <a:pt x="5229" y="243564"/>
                </a:lnTo>
                <a:lnTo>
                  <a:pt x="20127" y="285272"/>
                </a:lnTo>
                <a:lnTo>
                  <a:pt x="43507" y="322057"/>
                </a:lnTo>
                <a:lnTo>
                  <a:pt x="74182" y="352732"/>
                </a:lnTo>
                <a:lnTo>
                  <a:pt x="110967" y="376112"/>
                </a:lnTo>
                <a:lnTo>
                  <a:pt x="152675" y="391010"/>
                </a:lnTo>
                <a:lnTo>
                  <a:pt x="198119" y="396240"/>
                </a:lnTo>
                <a:lnTo>
                  <a:pt x="243564" y="391010"/>
                </a:lnTo>
                <a:lnTo>
                  <a:pt x="285272" y="376112"/>
                </a:lnTo>
                <a:lnTo>
                  <a:pt x="322057" y="352732"/>
                </a:lnTo>
                <a:lnTo>
                  <a:pt x="352732" y="322057"/>
                </a:lnTo>
                <a:lnTo>
                  <a:pt x="376112" y="285272"/>
                </a:lnTo>
                <a:lnTo>
                  <a:pt x="391010" y="243564"/>
                </a:lnTo>
                <a:lnTo>
                  <a:pt x="396239" y="198120"/>
                </a:lnTo>
                <a:lnTo>
                  <a:pt x="391010" y="152675"/>
                </a:lnTo>
                <a:lnTo>
                  <a:pt x="376112" y="110967"/>
                </a:lnTo>
                <a:lnTo>
                  <a:pt x="352732" y="74182"/>
                </a:lnTo>
                <a:lnTo>
                  <a:pt x="322057" y="43507"/>
                </a:lnTo>
                <a:lnTo>
                  <a:pt x="285272" y="20127"/>
                </a:lnTo>
                <a:lnTo>
                  <a:pt x="243564" y="5229"/>
                </a:lnTo>
                <a:lnTo>
                  <a:pt x="198119" y="0"/>
                </a:lnTo>
                <a:close/>
              </a:path>
            </a:pathLst>
          </a:custGeom>
          <a:solidFill>
            <a:srgbClr val="E74B2C"/>
          </a:solidFill>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103" name="object 18">
            <a:extLst>
              <a:ext uri="{FF2B5EF4-FFF2-40B4-BE49-F238E27FC236}">
                <a16:creationId xmlns:a16="http://schemas.microsoft.com/office/drawing/2014/main" id="{0B600061-0EFB-29FF-80BF-35547DB19684}"/>
              </a:ext>
            </a:extLst>
          </p:cNvPr>
          <p:cNvSpPr/>
          <p:nvPr/>
        </p:nvSpPr>
        <p:spPr>
          <a:xfrm>
            <a:off x="3302111" y="2278415"/>
            <a:ext cx="360680" cy="0"/>
          </a:xfrm>
          <a:custGeom>
            <a:avLst/>
            <a:gdLst/>
            <a:ahLst/>
            <a:cxnLst/>
            <a:rect l="l" t="t" r="r" b="b"/>
            <a:pathLst>
              <a:path w="360679">
                <a:moveTo>
                  <a:pt x="0" y="0"/>
                </a:moveTo>
                <a:lnTo>
                  <a:pt x="360552" y="0"/>
                </a:lnTo>
              </a:path>
            </a:pathLst>
          </a:custGeom>
          <a:ln w="38100">
            <a:solidFill>
              <a:srgbClr val="121D40"/>
            </a:solidFill>
          </a:ln>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104" name="object 19">
            <a:extLst>
              <a:ext uri="{FF2B5EF4-FFF2-40B4-BE49-F238E27FC236}">
                <a16:creationId xmlns:a16="http://schemas.microsoft.com/office/drawing/2014/main" id="{AE1DA74A-5AF0-A08A-C4F5-085E68CA1329}"/>
              </a:ext>
            </a:extLst>
          </p:cNvPr>
          <p:cNvSpPr/>
          <p:nvPr/>
        </p:nvSpPr>
        <p:spPr>
          <a:xfrm>
            <a:off x="6690438" y="2321839"/>
            <a:ext cx="396240" cy="396240"/>
          </a:xfrm>
          <a:custGeom>
            <a:avLst/>
            <a:gdLst/>
            <a:ahLst/>
            <a:cxnLst/>
            <a:rect l="l" t="t" r="r" b="b"/>
            <a:pathLst>
              <a:path w="396240" h="396239">
                <a:moveTo>
                  <a:pt x="198120" y="0"/>
                </a:moveTo>
                <a:lnTo>
                  <a:pt x="152675" y="5229"/>
                </a:lnTo>
                <a:lnTo>
                  <a:pt x="110967" y="20127"/>
                </a:lnTo>
                <a:lnTo>
                  <a:pt x="74182" y="43507"/>
                </a:lnTo>
                <a:lnTo>
                  <a:pt x="43507" y="74182"/>
                </a:lnTo>
                <a:lnTo>
                  <a:pt x="20127" y="110967"/>
                </a:lnTo>
                <a:lnTo>
                  <a:pt x="5229" y="152675"/>
                </a:lnTo>
                <a:lnTo>
                  <a:pt x="0" y="198119"/>
                </a:lnTo>
                <a:lnTo>
                  <a:pt x="5229" y="243564"/>
                </a:lnTo>
                <a:lnTo>
                  <a:pt x="20127" y="285272"/>
                </a:lnTo>
                <a:lnTo>
                  <a:pt x="43507" y="322057"/>
                </a:lnTo>
                <a:lnTo>
                  <a:pt x="74182" y="352732"/>
                </a:lnTo>
                <a:lnTo>
                  <a:pt x="110967" y="376112"/>
                </a:lnTo>
                <a:lnTo>
                  <a:pt x="152675" y="391010"/>
                </a:lnTo>
                <a:lnTo>
                  <a:pt x="198120" y="396239"/>
                </a:lnTo>
                <a:lnTo>
                  <a:pt x="243564" y="391010"/>
                </a:lnTo>
                <a:lnTo>
                  <a:pt x="285272" y="376112"/>
                </a:lnTo>
                <a:lnTo>
                  <a:pt x="322057" y="352732"/>
                </a:lnTo>
                <a:lnTo>
                  <a:pt x="352732" y="322057"/>
                </a:lnTo>
                <a:lnTo>
                  <a:pt x="376112" y="285272"/>
                </a:lnTo>
                <a:lnTo>
                  <a:pt x="391010" y="243564"/>
                </a:lnTo>
                <a:lnTo>
                  <a:pt x="396240" y="198119"/>
                </a:lnTo>
                <a:lnTo>
                  <a:pt x="391010" y="152675"/>
                </a:lnTo>
                <a:lnTo>
                  <a:pt x="376112" y="110967"/>
                </a:lnTo>
                <a:lnTo>
                  <a:pt x="352732" y="74182"/>
                </a:lnTo>
                <a:lnTo>
                  <a:pt x="322057" y="43507"/>
                </a:lnTo>
                <a:lnTo>
                  <a:pt x="285272" y="20127"/>
                </a:lnTo>
                <a:lnTo>
                  <a:pt x="243564" y="5229"/>
                </a:lnTo>
                <a:lnTo>
                  <a:pt x="198120" y="0"/>
                </a:lnTo>
                <a:close/>
              </a:path>
            </a:pathLst>
          </a:custGeom>
          <a:solidFill>
            <a:srgbClr val="5EC1EA"/>
          </a:solidFill>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105" name="object 21">
            <a:extLst>
              <a:ext uri="{FF2B5EF4-FFF2-40B4-BE49-F238E27FC236}">
                <a16:creationId xmlns:a16="http://schemas.microsoft.com/office/drawing/2014/main" id="{8238A5BA-CF8F-0783-5F3D-6EF4FEDB08B0}"/>
              </a:ext>
            </a:extLst>
          </p:cNvPr>
          <p:cNvSpPr/>
          <p:nvPr/>
        </p:nvSpPr>
        <p:spPr>
          <a:xfrm>
            <a:off x="6512921" y="2264281"/>
            <a:ext cx="3977640" cy="521849"/>
          </a:xfrm>
          <a:custGeom>
            <a:avLst/>
            <a:gdLst/>
            <a:ahLst/>
            <a:cxnLst/>
            <a:rect l="l" t="t" r="r" b="b"/>
            <a:pathLst>
              <a:path w="3977640" h="746760">
                <a:moveTo>
                  <a:pt x="0" y="746760"/>
                </a:moveTo>
                <a:lnTo>
                  <a:pt x="3977639" y="746760"/>
                </a:lnTo>
                <a:lnTo>
                  <a:pt x="3977639" y="0"/>
                </a:lnTo>
                <a:lnTo>
                  <a:pt x="0" y="0"/>
                </a:lnTo>
                <a:lnTo>
                  <a:pt x="0" y="746760"/>
                </a:lnTo>
                <a:close/>
              </a:path>
            </a:pathLst>
          </a:custGeom>
          <a:ln w="15240">
            <a:solidFill>
              <a:srgbClr val="5EC1EA"/>
            </a:solidFill>
          </a:ln>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106" name="object 22">
            <a:extLst>
              <a:ext uri="{FF2B5EF4-FFF2-40B4-BE49-F238E27FC236}">
                <a16:creationId xmlns:a16="http://schemas.microsoft.com/office/drawing/2014/main" id="{C92BB413-86FE-032F-6BF1-FC8DDA038BDA}"/>
              </a:ext>
            </a:extLst>
          </p:cNvPr>
          <p:cNvSpPr/>
          <p:nvPr/>
        </p:nvSpPr>
        <p:spPr>
          <a:xfrm>
            <a:off x="8589010" y="2260600"/>
            <a:ext cx="402590" cy="0"/>
          </a:xfrm>
          <a:custGeom>
            <a:avLst/>
            <a:gdLst/>
            <a:ahLst/>
            <a:cxnLst/>
            <a:rect l="l" t="t" r="r" b="b"/>
            <a:pathLst>
              <a:path w="402590">
                <a:moveTo>
                  <a:pt x="0" y="0"/>
                </a:moveTo>
                <a:lnTo>
                  <a:pt x="402589" y="0"/>
                </a:lnTo>
              </a:path>
            </a:pathLst>
          </a:custGeom>
          <a:ln w="38100">
            <a:solidFill>
              <a:srgbClr val="5EC1EA"/>
            </a:solidFill>
          </a:ln>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107" name="object 24">
            <a:extLst>
              <a:ext uri="{FF2B5EF4-FFF2-40B4-BE49-F238E27FC236}">
                <a16:creationId xmlns:a16="http://schemas.microsoft.com/office/drawing/2014/main" id="{78993EF2-7C02-9E11-DE72-1EC1D2BE05A6}"/>
              </a:ext>
            </a:extLst>
          </p:cNvPr>
          <p:cNvSpPr/>
          <p:nvPr/>
        </p:nvSpPr>
        <p:spPr>
          <a:xfrm>
            <a:off x="8585200" y="3118485"/>
            <a:ext cx="410209" cy="5715"/>
          </a:xfrm>
          <a:custGeom>
            <a:avLst/>
            <a:gdLst/>
            <a:ahLst/>
            <a:cxnLst/>
            <a:rect l="l" t="t" r="r" b="b"/>
            <a:pathLst>
              <a:path w="410209" h="5714">
                <a:moveTo>
                  <a:pt x="0" y="0"/>
                </a:moveTo>
                <a:lnTo>
                  <a:pt x="409701" y="5334"/>
                </a:lnTo>
              </a:path>
            </a:pathLst>
          </a:custGeom>
          <a:ln w="38099">
            <a:solidFill>
              <a:srgbClr val="5F5F5F"/>
            </a:solidFill>
          </a:ln>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108" name="object 25">
            <a:extLst>
              <a:ext uri="{FF2B5EF4-FFF2-40B4-BE49-F238E27FC236}">
                <a16:creationId xmlns:a16="http://schemas.microsoft.com/office/drawing/2014/main" id="{03946E4B-683B-2943-5DA3-027D9E4E0696}"/>
              </a:ext>
            </a:extLst>
          </p:cNvPr>
          <p:cNvSpPr/>
          <p:nvPr/>
        </p:nvSpPr>
        <p:spPr>
          <a:xfrm>
            <a:off x="6724498" y="3170437"/>
            <a:ext cx="396240" cy="396240"/>
          </a:xfrm>
          <a:custGeom>
            <a:avLst/>
            <a:gdLst/>
            <a:ahLst/>
            <a:cxnLst/>
            <a:rect l="l" t="t" r="r" b="b"/>
            <a:pathLst>
              <a:path w="396240" h="396239">
                <a:moveTo>
                  <a:pt x="198120" y="0"/>
                </a:moveTo>
                <a:lnTo>
                  <a:pt x="152675" y="5229"/>
                </a:lnTo>
                <a:lnTo>
                  <a:pt x="110967" y="20127"/>
                </a:lnTo>
                <a:lnTo>
                  <a:pt x="74182" y="43507"/>
                </a:lnTo>
                <a:lnTo>
                  <a:pt x="43507" y="74182"/>
                </a:lnTo>
                <a:lnTo>
                  <a:pt x="20127" y="110967"/>
                </a:lnTo>
                <a:lnTo>
                  <a:pt x="5229" y="152675"/>
                </a:lnTo>
                <a:lnTo>
                  <a:pt x="0" y="198119"/>
                </a:lnTo>
                <a:lnTo>
                  <a:pt x="5229" y="243564"/>
                </a:lnTo>
                <a:lnTo>
                  <a:pt x="20127" y="285272"/>
                </a:lnTo>
                <a:lnTo>
                  <a:pt x="43507" y="322057"/>
                </a:lnTo>
                <a:lnTo>
                  <a:pt x="74182" y="352732"/>
                </a:lnTo>
                <a:lnTo>
                  <a:pt x="110967" y="376112"/>
                </a:lnTo>
                <a:lnTo>
                  <a:pt x="152675" y="391010"/>
                </a:lnTo>
                <a:lnTo>
                  <a:pt x="198120" y="396239"/>
                </a:lnTo>
                <a:lnTo>
                  <a:pt x="243564" y="391010"/>
                </a:lnTo>
                <a:lnTo>
                  <a:pt x="285272" y="376112"/>
                </a:lnTo>
                <a:lnTo>
                  <a:pt x="322057" y="352732"/>
                </a:lnTo>
                <a:lnTo>
                  <a:pt x="352732" y="322057"/>
                </a:lnTo>
                <a:lnTo>
                  <a:pt x="376112" y="285272"/>
                </a:lnTo>
                <a:lnTo>
                  <a:pt x="391010" y="243564"/>
                </a:lnTo>
                <a:lnTo>
                  <a:pt x="396240" y="198119"/>
                </a:lnTo>
                <a:lnTo>
                  <a:pt x="391010" y="152675"/>
                </a:lnTo>
                <a:lnTo>
                  <a:pt x="376112" y="110967"/>
                </a:lnTo>
                <a:lnTo>
                  <a:pt x="352732" y="74182"/>
                </a:lnTo>
                <a:lnTo>
                  <a:pt x="322057" y="43507"/>
                </a:lnTo>
                <a:lnTo>
                  <a:pt x="285272" y="20127"/>
                </a:lnTo>
                <a:lnTo>
                  <a:pt x="243564" y="5229"/>
                </a:lnTo>
                <a:lnTo>
                  <a:pt x="198120" y="0"/>
                </a:lnTo>
                <a:close/>
              </a:path>
            </a:pathLst>
          </a:custGeom>
          <a:solidFill>
            <a:srgbClr val="5F5F5F"/>
          </a:solidFill>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109" name="object 26">
            <a:extLst>
              <a:ext uri="{FF2B5EF4-FFF2-40B4-BE49-F238E27FC236}">
                <a16:creationId xmlns:a16="http://schemas.microsoft.com/office/drawing/2014/main" id="{57244D6A-0FA4-996A-C94B-C0970E89EE27}"/>
              </a:ext>
            </a:extLst>
          </p:cNvPr>
          <p:cNvSpPr/>
          <p:nvPr/>
        </p:nvSpPr>
        <p:spPr>
          <a:xfrm>
            <a:off x="5811463" y="2305636"/>
            <a:ext cx="449830" cy="510539"/>
          </a:xfrm>
          <a:prstGeom prst="rect">
            <a:avLst/>
          </a:prstGeom>
          <a:blipFill>
            <a:blip r:embed="rId3" cstate="print"/>
            <a:stretch>
              <a:fillRect/>
            </a:stretch>
          </a:blipFill>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110" name="object 27">
            <a:extLst>
              <a:ext uri="{FF2B5EF4-FFF2-40B4-BE49-F238E27FC236}">
                <a16:creationId xmlns:a16="http://schemas.microsoft.com/office/drawing/2014/main" id="{7909D103-5D98-7922-E3CF-139525BFC1DD}"/>
              </a:ext>
            </a:extLst>
          </p:cNvPr>
          <p:cNvSpPr/>
          <p:nvPr/>
        </p:nvSpPr>
        <p:spPr>
          <a:xfrm>
            <a:off x="5708874" y="3147577"/>
            <a:ext cx="463078" cy="495300"/>
          </a:xfrm>
          <a:prstGeom prst="rect">
            <a:avLst/>
          </a:prstGeom>
          <a:blipFill>
            <a:blip r:embed="rId4" cstate="print"/>
            <a:stretch>
              <a:fillRect/>
            </a:stretch>
          </a:blipFill>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prstClr val="black"/>
              </a:solidFill>
              <a:effectLst/>
              <a:uLnTx/>
              <a:uFillTx/>
              <a:latin typeface="Calibri"/>
              <a:ea typeface="+mn-ea"/>
              <a:cs typeface="+mn-cs"/>
            </a:endParaRPr>
          </a:p>
        </p:txBody>
      </p:sp>
      <p:sp>
        <p:nvSpPr>
          <p:cNvPr id="111" name="object 33">
            <a:extLst>
              <a:ext uri="{FF2B5EF4-FFF2-40B4-BE49-F238E27FC236}">
                <a16:creationId xmlns:a16="http://schemas.microsoft.com/office/drawing/2014/main" id="{EA3B6B10-D926-CBA3-6F66-3BF4F77D4CCB}"/>
              </a:ext>
            </a:extLst>
          </p:cNvPr>
          <p:cNvSpPr/>
          <p:nvPr/>
        </p:nvSpPr>
        <p:spPr>
          <a:xfrm>
            <a:off x="1564640" y="2278415"/>
            <a:ext cx="3870960" cy="510540"/>
          </a:xfrm>
          <a:custGeom>
            <a:avLst/>
            <a:gdLst/>
            <a:ahLst/>
            <a:cxnLst/>
            <a:rect l="l" t="t" r="r" b="b"/>
            <a:pathLst>
              <a:path w="3870960" h="746760">
                <a:moveTo>
                  <a:pt x="0" y="746760"/>
                </a:moveTo>
                <a:lnTo>
                  <a:pt x="3870960" y="746760"/>
                </a:lnTo>
                <a:lnTo>
                  <a:pt x="3870960" y="0"/>
                </a:lnTo>
                <a:lnTo>
                  <a:pt x="0" y="0"/>
                </a:lnTo>
                <a:lnTo>
                  <a:pt x="0" y="746760"/>
                </a:lnTo>
                <a:close/>
              </a:path>
            </a:pathLst>
          </a:custGeom>
          <a:ln w="15240">
            <a:solidFill>
              <a:srgbClr val="121D40"/>
            </a:solidFill>
          </a:ln>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112" name="object 15">
            <a:extLst>
              <a:ext uri="{FF2B5EF4-FFF2-40B4-BE49-F238E27FC236}">
                <a16:creationId xmlns:a16="http://schemas.microsoft.com/office/drawing/2014/main" id="{6F16BF03-4EB3-53B6-E292-B9F25DFB88A7}"/>
              </a:ext>
            </a:extLst>
          </p:cNvPr>
          <p:cNvSpPr/>
          <p:nvPr/>
        </p:nvSpPr>
        <p:spPr>
          <a:xfrm>
            <a:off x="6537475" y="3109141"/>
            <a:ext cx="3977640" cy="533736"/>
          </a:xfrm>
          <a:custGeom>
            <a:avLst/>
            <a:gdLst/>
            <a:ahLst/>
            <a:cxnLst/>
            <a:rect l="l" t="t" r="r" b="b"/>
            <a:pathLst>
              <a:path w="3870960" h="762000">
                <a:moveTo>
                  <a:pt x="0" y="762000"/>
                </a:moveTo>
                <a:lnTo>
                  <a:pt x="3870960" y="762000"/>
                </a:lnTo>
                <a:lnTo>
                  <a:pt x="3870960" y="0"/>
                </a:lnTo>
                <a:lnTo>
                  <a:pt x="0" y="0"/>
                </a:lnTo>
                <a:lnTo>
                  <a:pt x="0" y="762000"/>
                </a:lnTo>
                <a:close/>
              </a:path>
            </a:pathLst>
          </a:custGeom>
          <a:ln w="15240">
            <a:solidFill>
              <a:schemeClr val="bg1">
                <a:lumMod val="50000"/>
              </a:schemeClr>
            </a:solidFill>
          </a:ln>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113" name="TextBox 112">
            <a:extLst>
              <a:ext uri="{FF2B5EF4-FFF2-40B4-BE49-F238E27FC236}">
                <a16:creationId xmlns:a16="http://schemas.microsoft.com/office/drawing/2014/main" id="{216D8113-75D6-F2E1-2C07-28F894471D6E}"/>
              </a:ext>
            </a:extLst>
          </p:cNvPr>
          <p:cNvSpPr txBox="1"/>
          <p:nvPr/>
        </p:nvSpPr>
        <p:spPr>
          <a:xfrm>
            <a:off x="7150674" y="3155572"/>
            <a:ext cx="3290977" cy="482312"/>
          </a:xfrm>
          <a:prstGeom prst="rect">
            <a:avLst/>
          </a:prstGeom>
          <a:noFill/>
        </p:spPr>
        <p:txBody>
          <a:bodyPr wrap="square">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267" b="0" i="0" u="none" strike="noStrike" kern="1200" cap="none" spc="9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Assists in solution design and Confirms the screen and solution</a:t>
            </a:r>
          </a:p>
        </p:txBody>
      </p:sp>
      <p:sp>
        <p:nvSpPr>
          <p:cNvPr id="114" name="Rectangle 113">
            <a:extLst>
              <a:ext uri="{FF2B5EF4-FFF2-40B4-BE49-F238E27FC236}">
                <a16:creationId xmlns:a16="http://schemas.microsoft.com/office/drawing/2014/main" id="{9955AAD7-7FBC-E799-7050-11DBEA2C77A8}"/>
              </a:ext>
            </a:extLst>
          </p:cNvPr>
          <p:cNvSpPr/>
          <p:nvPr/>
        </p:nvSpPr>
        <p:spPr>
          <a:xfrm>
            <a:off x="3662791" y="4280287"/>
            <a:ext cx="1576072" cy="287323"/>
          </a:xfrm>
          <a:prstGeom prst="rect">
            <a:avLst/>
          </a:prstGeom>
        </p:spPr>
        <p:txBody>
          <a:bodyPr wrap="none">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Poppins" panose="00000500000000000000" pitchFamily="2" charset="0"/>
                <a:ea typeface="+mn-ea"/>
                <a:cs typeface="Poppins" panose="00000500000000000000" pitchFamily="2" charset="0"/>
              </a:rPr>
              <a:t>On-site Meeting </a:t>
            </a:r>
          </a:p>
        </p:txBody>
      </p:sp>
      <p:sp>
        <p:nvSpPr>
          <p:cNvPr id="115" name="Rectangle 114">
            <a:extLst>
              <a:ext uri="{FF2B5EF4-FFF2-40B4-BE49-F238E27FC236}">
                <a16:creationId xmlns:a16="http://schemas.microsoft.com/office/drawing/2014/main" id="{02B54CBF-7853-8EE8-0178-46E357C14FC2}"/>
              </a:ext>
            </a:extLst>
          </p:cNvPr>
          <p:cNvSpPr/>
          <p:nvPr/>
        </p:nvSpPr>
        <p:spPr>
          <a:xfrm>
            <a:off x="1236694" y="3880433"/>
            <a:ext cx="1444626" cy="287323"/>
          </a:xfrm>
          <a:prstGeom prst="rect">
            <a:avLst/>
          </a:prstGeom>
        </p:spPr>
        <p:txBody>
          <a:bodyPr wrap="none">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prstClr val="black"/>
                </a:solidFill>
                <a:effectLst>
                  <a:outerShdw blurRad="38100" dist="19050" dir="2700000" algn="tl" rotWithShape="0">
                    <a:prstClr val="black">
                      <a:alpha val="40000"/>
                    </a:prstClr>
                  </a:outerShdw>
                </a:effectLst>
                <a:uLnTx/>
                <a:uFillTx/>
                <a:latin typeface="Poppins" panose="00000500000000000000" pitchFamily="2" charset="0"/>
                <a:ea typeface="+mn-ea"/>
                <a:cs typeface="Poppins" panose="00000500000000000000" pitchFamily="2" charset="0"/>
              </a:rPr>
              <a:t>Online Meeting</a:t>
            </a:r>
          </a:p>
        </p:txBody>
      </p:sp>
      <p:sp>
        <p:nvSpPr>
          <p:cNvPr id="119" name="TextBox 118">
            <a:extLst>
              <a:ext uri="{FF2B5EF4-FFF2-40B4-BE49-F238E27FC236}">
                <a16:creationId xmlns:a16="http://schemas.microsoft.com/office/drawing/2014/main" id="{F1B48CC7-D6AD-43D7-1CAB-7483ED90BEFC}"/>
              </a:ext>
            </a:extLst>
          </p:cNvPr>
          <p:cNvSpPr txBox="1"/>
          <p:nvPr/>
        </p:nvSpPr>
        <p:spPr>
          <a:xfrm>
            <a:off x="5492731" y="3800571"/>
            <a:ext cx="3284769" cy="256545"/>
          </a:xfrm>
          <a:prstGeom prst="rect">
            <a:avLst/>
          </a:prstGeom>
          <a:noFill/>
        </p:spPr>
        <p:txBody>
          <a:bodyPr wrap="square">
            <a:spAutoFit/>
          </a:bodyPr>
          <a:lstStyle/>
          <a:p>
            <a:pPr marL="190510" marR="0" lvl="0" indent="-190510" algn="ctr"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Software Requirement Specification (SRS)</a:t>
            </a:r>
          </a:p>
        </p:txBody>
      </p:sp>
      <p:sp>
        <p:nvSpPr>
          <p:cNvPr id="121" name="TextBox 120">
            <a:extLst>
              <a:ext uri="{FF2B5EF4-FFF2-40B4-BE49-F238E27FC236}">
                <a16:creationId xmlns:a16="http://schemas.microsoft.com/office/drawing/2014/main" id="{FAD7ED00-93E6-DD85-15B0-5BCAE7176E8C}"/>
              </a:ext>
            </a:extLst>
          </p:cNvPr>
          <p:cNvSpPr txBox="1"/>
          <p:nvPr/>
        </p:nvSpPr>
        <p:spPr>
          <a:xfrm>
            <a:off x="5609129" y="5419831"/>
            <a:ext cx="2802664" cy="256545"/>
          </a:xfrm>
          <a:prstGeom prst="rect">
            <a:avLst/>
          </a:prstGeom>
          <a:solidFill>
            <a:schemeClr val="bg1"/>
          </a:solidFill>
        </p:spPr>
        <p:txBody>
          <a:bodyPr wrap="square">
            <a:spAutoFit/>
          </a:bodyPr>
          <a:lstStyle/>
          <a:p>
            <a:pPr marL="190510" marR="0" lvl="0" indent="-19051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n-NO" sz="1067"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System Overall, Screen Design</a:t>
            </a:r>
            <a:endParaRPr kumimoji="0" lang="en-US" sz="1067"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pic>
        <p:nvPicPr>
          <p:cNvPr id="122" name="Picture 121">
            <a:extLst>
              <a:ext uri="{FF2B5EF4-FFF2-40B4-BE49-F238E27FC236}">
                <a16:creationId xmlns:a16="http://schemas.microsoft.com/office/drawing/2014/main" id="{2FDA897B-FC1F-3191-BED3-2E8F12FEF9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56331" y="2431237"/>
            <a:ext cx="911706" cy="1270789"/>
          </a:xfrm>
          <a:prstGeom prst="rect">
            <a:avLst/>
          </a:prstGeom>
          <a:noFill/>
          <a:extLst>
            <a:ext uri="{909E8E84-426E-40DD-AFC4-6F175D3DCCD1}">
              <a14:hiddenFill xmlns:a14="http://schemas.microsoft.com/office/drawing/2010/main">
                <a:solidFill>
                  <a:srgbClr val="FFFFFF"/>
                </a:solidFill>
              </a14:hiddenFill>
            </a:ext>
          </a:extLst>
        </p:spPr>
      </p:pic>
      <p:pic>
        <p:nvPicPr>
          <p:cNvPr id="123" name="Picture 122" descr="Clear">
            <a:extLst>
              <a:ext uri="{FF2B5EF4-FFF2-40B4-BE49-F238E27FC236}">
                <a16:creationId xmlns:a16="http://schemas.microsoft.com/office/drawing/2014/main" id="{90F375D7-CD63-3D0D-5FD8-83C82C82D0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4557" y="2862176"/>
            <a:ext cx="322783" cy="262024"/>
          </a:xfrm>
          <a:prstGeom prst="rect">
            <a:avLst/>
          </a:prstGeom>
          <a:noFill/>
          <a:extLst>
            <a:ext uri="{909E8E84-426E-40DD-AFC4-6F175D3DCCD1}">
              <a14:hiddenFill xmlns:a14="http://schemas.microsoft.com/office/drawing/2010/main">
                <a:solidFill>
                  <a:srgbClr val="FFFFFF"/>
                </a:solidFill>
              </a14:hiddenFill>
            </a:ext>
          </a:extLst>
        </p:spPr>
      </p:pic>
      <p:sp>
        <p:nvSpPr>
          <p:cNvPr id="124" name="object 11">
            <a:extLst>
              <a:ext uri="{FF2B5EF4-FFF2-40B4-BE49-F238E27FC236}">
                <a16:creationId xmlns:a16="http://schemas.microsoft.com/office/drawing/2014/main" id="{B209B467-A5DE-AB88-575B-FF76CFB5B686}"/>
              </a:ext>
            </a:extLst>
          </p:cNvPr>
          <p:cNvSpPr/>
          <p:nvPr/>
        </p:nvSpPr>
        <p:spPr>
          <a:xfrm>
            <a:off x="817885" y="4121512"/>
            <a:ext cx="2484226" cy="2227189"/>
          </a:xfrm>
          <a:prstGeom prst="rect">
            <a:avLst/>
          </a:prstGeom>
          <a:blipFill>
            <a:blip r:embed="rId7" cstate="print"/>
            <a:stretch>
              <a:fillRect/>
            </a:stretch>
          </a:blipFill>
        </p:spPr>
        <p:txBody>
          <a:bodyPr wrap="square" lIns="0" tIns="0" rIns="0" bIns="0" rtlCol="0"/>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131" name="Picture 22" descr="weather_snow">
            <a:extLst>
              <a:ext uri="{FF2B5EF4-FFF2-40B4-BE49-F238E27FC236}">
                <a16:creationId xmlns:a16="http://schemas.microsoft.com/office/drawing/2014/main" id="{FBEB802B-ADEB-4FB2-D4A0-F1AFD00232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4727" y="1995706"/>
            <a:ext cx="211880" cy="209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 name="Picture 3">
            <a:extLst>
              <a:ext uri="{FF2B5EF4-FFF2-40B4-BE49-F238E27FC236}">
                <a16:creationId xmlns:a16="http://schemas.microsoft.com/office/drawing/2014/main" id="{ABB22388-8B0C-E48C-10BD-14A80DE65387}"/>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1014629" y="2202920"/>
            <a:ext cx="407771" cy="596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 name="Picture 23" descr="hyojo07_cl4">
            <a:extLst>
              <a:ext uri="{FF2B5EF4-FFF2-40B4-BE49-F238E27FC236}">
                <a16:creationId xmlns:a16="http://schemas.microsoft.com/office/drawing/2014/main" id="{EF248F13-5852-AB4C-7563-16FEBF2C963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5200" y="3083783"/>
            <a:ext cx="443961" cy="677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 name="Picture 133" descr="Icon&#10;&#10;Description automatically generated">
            <a:extLst>
              <a:ext uri="{FF2B5EF4-FFF2-40B4-BE49-F238E27FC236}">
                <a16:creationId xmlns:a16="http://schemas.microsoft.com/office/drawing/2014/main" id="{677959E6-16E4-EB7A-8E85-0CDD452D9ABD}"/>
              </a:ext>
            </a:extLst>
          </p:cNvPr>
          <p:cNvPicPr>
            <a:picLocks noChangeAspect="1"/>
          </p:cNvPicPr>
          <p:nvPr/>
        </p:nvPicPr>
        <p:blipFill>
          <a:blip r:embed="rId11"/>
          <a:stretch>
            <a:fillRect/>
          </a:stretch>
        </p:blipFill>
        <p:spPr>
          <a:xfrm>
            <a:off x="10758810" y="1904351"/>
            <a:ext cx="484334" cy="484334"/>
          </a:xfrm>
          <a:prstGeom prst="rect">
            <a:avLst/>
          </a:prstGeom>
        </p:spPr>
      </p:pic>
      <p:sp>
        <p:nvSpPr>
          <p:cNvPr id="136" name="object 26">
            <a:extLst>
              <a:ext uri="{FF2B5EF4-FFF2-40B4-BE49-F238E27FC236}">
                <a16:creationId xmlns:a16="http://schemas.microsoft.com/office/drawing/2014/main" id="{B71F6C1B-28D1-F81A-D34D-636CBDE4374C}"/>
              </a:ext>
            </a:extLst>
          </p:cNvPr>
          <p:cNvSpPr/>
          <p:nvPr/>
        </p:nvSpPr>
        <p:spPr>
          <a:xfrm>
            <a:off x="5096436" y="4942751"/>
            <a:ext cx="299831" cy="510539"/>
          </a:xfrm>
          <a:prstGeom prst="rect">
            <a:avLst/>
          </a:prstGeom>
          <a:blipFill>
            <a:blip r:embed="rId3" cstate="print"/>
            <a:stretch>
              <a:fillRect/>
            </a:stretch>
          </a:blipFill>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8" name="Freeform 9">
            <a:extLst>
              <a:ext uri="{FF2B5EF4-FFF2-40B4-BE49-F238E27FC236}">
                <a16:creationId xmlns:a16="http://schemas.microsoft.com/office/drawing/2014/main" id="{DA48A96A-79AA-706B-4AA4-23D2E1739ACF}"/>
              </a:ext>
            </a:extLst>
          </p:cNvPr>
          <p:cNvSpPr/>
          <p:nvPr/>
        </p:nvSpPr>
        <p:spPr>
          <a:xfrm>
            <a:off x="739711" y="1552430"/>
            <a:ext cx="2822848" cy="400111"/>
          </a:xfrm>
          <a:custGeom>
            <a:avLst/>
            <a:gdLst/>
            <a:ahLst/>
            <a:cxnLst/>
            <a:rect l="l" t="t" r="r" b="b"/>
            <a:pathLst>
              <a:path w="1628740" h="355874">
                <a:moveTo>
                  <a:pt x="117778" y="0"/>
                </a:moveTo>
                <a:lnTo>
                  <a:pt x="1510961" y="0"/>
                </a:lnTo>
                <a:cubicBezTo>
                  <a:pt x="1542198" y="0"/>
                  <a:pt x="1572155" y="12409"/>
                  <a:pt x="1594243" y="34496"/>
                </a:cubicBezTo>
                <a:cubicBezTo>
                  <a:pt x="1616331" y="56584"/>
                  <a:pt x="1628740" y="86541"/>
                  <a:pt x="1628740" y="117778"/>
                </a:cubicBezTo>
                <a:lnTo>
                  <a:pt x="1628740" y="238096"/>
                </a:lnTo>
                <a:cubicBezTo>
                  <a:pt x="1628740" y="269332"/>
                  <a:pt x="1616331" y="299290"/>
                  <a:pt x="1594243" y="321378"/>
                </a:cubicBezTo>
                <a:cubicBezTo>
                  <a:pt x="1572155" y="343465"/>
                  <a:pt x="1542198" y="355874"/>
                  <a:pt x="1510961" y="355874"/>
                </a:cubicBezTo>
                <a:lnTo>
                  <a:pt x="117778" y="355874"/>
                </a:lnTo>
                <a:cubicBezTo>
                  <a:pt x="86541" y="355874"/>
                  <a:pt x="56584" y="343465"/>
                  <a:pt x="34496" y="321378"/>
                </a:cubicBezTo>
                <a:cubicBezTo>
                  <a:pt x="12409" y="299290"/>
                  <a:pt x="0" y="269332"/>
                  <a:pt x="0" y="238096"/>
                </a:cubicBezTo>
                <a:lnTo>
                  <a:pt x="0" y="117778"/>
                </a:lnTo>
                <a:cubicBezTo>
                  <a:pt x="0" y="86541"/>
                  <a:pt x="12409" y="56584"/>
                  <a:pt x="34496" y="34496"/>
                </a:cubicBezTo>
                <a:cubicBezTo>
                  <a:pt x="56584" y="12409"/>
                  <a:pt x="86541" y="0"/>
                  <a:pt x="117778" y="0"/>
                </a:cubicBezTo>
                <a:close/>
              </a:path>
            </a:pathLst>
          </a:custGeom>
          <a:solidFill>
            <a:srgbClr val="00666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1" name="Freeform 12">
            <a:extLst>
              <a:ext uri="{FF2B5EF4-FFF2-40B4-BE49-F238E27FC236}">
                <a16:creationId xmlns:a16="http://schemas.microsoft.com/office/drawing/2014/main" id="{AE60D97B-6295-1EBC-3D53-17641540C571}"/>
              </a:ext>
            </a:extLst>
          </p:cNvPr>
          <p:cNvSpPr/>
          <p:nvPr/>
        </p:nvSpPr>
        <p:spPr>
          <a:xfrm>
            <a:off x="552780" y="1513675"/>
            <a:ext cx="465863" cy="45025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66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22" name="テキスト ボックス 29">
            <a:extLst>
              <a:ext uri="{FF2B5EF4-FFF2-40B4-BE49-F238E27FC236}">
                <a16:creationId xmlns:a16="http://schemas.microsoft.com/office/drawing/2014/main" id="{FDFF23F8-5C4E-47C0-E970-2B531629D0C5}"/>
              </a:ext>
            </a:extLst>
          </p:cNvPr>
          <p:cNvSpPr txBox="1"/>
          <p:nvPr/>
        </p:nvSpPr>
        <p:spPr>
          <a:xfrm>
            <a:off x="543153" y="1580107"/>
            <a:ext cx="592795" cy="338554"/>
          </a:xfrm>
          <a:prstGeom prst="rect">
            <a:avLst/>
          </a:prstGeom>
          <a:noFill/>
        </p:spPr>
        <p:txBody>
          <a:bodyPr wrap="square" rtlCol="0">
            <a:spAutoFit/>
          </a:bodyPr>
          <a:lstStyle>
            <a:defPPr>
              <a:defRPr lang="ja-JP"/>
            </a:defPPr>
            <a:lvl1pPr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1pPr>
            <a:lvl2pPr marL="4572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2pPr>
            <a:lvl3pPr marL="9144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3pPr>
            <a:lvl4pPr marL="13716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4pPr>
            <a:lvl5pPr marL="18288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5pPr>
            <a:lvl6pPr marL="22860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6pPr>
            <a:lvl7pPr marL="27432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7pPr>
            <a:lvl8pPr marL="32004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8pPr>
            <a:lvl9pPr marL="36576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9pPr>
          </a:lstStyle>
          <a:p>
            <a:pPr marL="0" marR="0" lvl="0" indent="0" algn="l" defTabSz="1371600"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rPr>
              <a:t>02</a:t>
            </a:r>
            <a:endParaRPr kumimoji="1" lang="ja-JP" altLang="en-US" sz="16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endParaRPr>
          </a:p>
        </p:txBody>
      </p:sp>
      <p:sp>
        <p:nvSpPr>
          <p:cNvPr id="23" name="テキスト ボックス 29">
            <a:extLst>
              <a:ext uri="{FF2B5EF4-FFF2-40B4-BE49-F238E27FC236}">
                <a16:creationId xmlns:a16="http://schemas.microsoft.com/office/drawing/2014/main" id="{390559C5-DAF7-159E-54BF-8707AB8193B7}"/>
              </a:ext>
            </a:extLst>
          </p:cNvPr>
          <p:cNvSpPr txBox="1"/>
          <p:nvPr/>
        </p:nvSpPr>
        <p:spPr>
          <a:xfrm>
            <a:off x="894298" y="1581441"/>
            <a:ext cx="3028730" cy="307777"/>
          </a:xfrm>
          <a:prstGeom prst="rect">
            <a:avLst/>
          </a:prstGeom>
          <a:noFill/>
        </p:spPr>
        <p:txBody>
          <a:bodyPr wrap="square" rtlCol="0">
            <a:spAutoFit/>
          </a:bodyPr>
          <a:lstStyle>
            <a:defPPr>
              <a:defRPr lang="ja-JP"/>
            </a:defPPr>
            <a:lvl1pPr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1pPr>
            <a:lvl2pPr marL="4572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2pPr>
            <a:lvl3pPr marL="9144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3pPr>
            <a:lvl4pPr marL="13716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4pPr>
            <a:lvl5pPr marL="18288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5pPr>
            <a:lvl6pPr marL="22860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6pPr>
            <a:lvl7pPr marL="27432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7pPr>
            <a:lvl8pPr marL="32004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8pPr>
            <a:lvl9pPr marL="36576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9pPr>
          </a:lstStyle>
          <a:p>
            <a:pPr marL="0" marR="0" lvl="0" indent="0" algn="l" defTabSz="13716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rPr>
              <a:t>Business Analysis Phase</a:t>
            </a:r>
          </a:p>
        </p:txBody>
      </p:sp>
      <p:sp>
        <p:nvSpPr>
          <p:cNvPr id="130" name="TextBox 129">
            <a:extLst>
              <a:ext uri="{FF2B5EF4-FFF2-40B4-BE49-F238E27FC236}">
                <a16:creationId xmlns:a16="http://schemas.microsoft.com/office/drawing/2014/main" id="{58B07949-83B4-B419-67F5-97E34A25DDE8}"/>
              </a:ext>
            </a:extLst>
          </p:cNvPr>
          <p:cNvSpPr txBox="1"/>
          <p:nvPr/>
        </p:nvSpPr>
        <p:spPr>
          <a:xfrm>
            <a:off x="8718180" y="3798648"/>
            <a:ext cx="2029393" cy="420756"/>
          </a:xfrm>
          <a:prstGeom prst="rect">
            <a:avLst/>
          </a:prstGeom>
          <a:noFill/>
        </p:spPr>
        <p:txBody>
          <a:bodyPr wrap="square">
            <a:spAutoFit/>
          </a:bodyPr>
          <a:lstStyle/>
          <a:p>
            <a:pPr marL="190510" marR="0" lvl="0" indent="-190510" algn="ctr"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Acceptance Letter</a:t>
            </a:r>
            <a:r>
              <a:rPr kumimoji="0" lang="en-GB" sz="1067"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(AL) for SRS</a:t>
            </a:r>
            <a:endParaRPr kumimoji="0" lang="en-US" sz="1067"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8" name="object 11">
            <a:extLst>
              <a:ext uri="{FF2B5EF4-FFF2-40B4-BE49-F238E27FC236}">
                <a16:creationId xmlns:a16="http://schemas.microsoft.com/office/drawing/2014/main" id="{A2FE0FEF-7792-F1C6-D5CD-938F0B344C98}"/>
              </a:ext>
            </a:extLst>
          </p:cNvPr>
          <p:cNvSpPr/>
          <p:nvPr/>
        </p:nvSpPr>
        <p:spPr>
          <a:xfrm>
            <a:off x="3187104" y="4527339"/>
            <a:ext cx="2386312" cy="2093161"/>
          </a:xfrm>
          <a:prstGeom prst="rect">
            <a:avLst/>
          </a:prstGeom>
          <a:blipFill>
            <a:blip r:embed="rId7" cstate="print"/>
            <a:stretch>
              <a:fillRect/>
            </a:stretch>
          </a:blipFill>
        </p:spPr>
        <p:txBody>
          <a:bodyPr wrap="square" lIns="0" tIns="0" rIns="0" bIns="0" rtlCol="0"/>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Rectangle 23">
            <a:extLst>
              <a:ext uri="{FF2B5EF4-FFF2-40B4-BE49-F238E27FC236}">
                <a16:creationId xmlns:a16="http://schemas.microsoft.com/office/drawing/2014/main" id="{EC7577A9-D8A5-61AA-CA9F-1EB3570A602E}"/>
              </a:ext>
            </a:extLst>
          </p:cNvPr>
          <p:cNvSpPr/>
          <p:nvPr/>
        </p:nvSpPr>
        <p:spPr>
          <a:xfrm>
            <a:off x="-1" y="825910"/>
            <a:ext cx="12192001" cy="71304"/>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5A8F984D-3F5B-9C77-0442-9083FEEB28E8}"/>
              </a:ext>
            </a:extLst>
          </p:cNvPr>
          <p:cNvSpPr txBox="1"/>
          <p:nvPr/>
        </p:nvSpPr>
        <p:spPr>
          <a:xfrm>
            <a:off x="362600" y="336435"/>
            <a:ext cx="9657198" cy="427553"/>
          </a:xfrm>
          <a:prstGeom prst="rect">
            <a:avLst/>
          </a:prstGeom>
        </p:spPr>
        <p:txBody>
          <a:bodyPr wrap="square" lIns="0" tIns="0" rIns="0" bIns="0" rtlCol="0" anchor="t">
            <a:spAutoFit/>
          </a:bodyPr>
          <a:lstStyle/>
          <a:p>
            <a:pPr defTabSz="609630">
              <a:lnSpc>
                <a:spcPts val="3360"/>
              </a:lnSpc>
              <a:spcBef>
                <a:spcPct val="0"/>
              </a:spcBef>
            </a:pPr>
            <a:r>
              <a:rPr lang="en-US" sz="2800" b="1" dirty="0">
                <a:solidFill>
                  <a:prstClr val="black"/>
                </a:solidFill>
                <a:latin typeface="Poppins" panose="00000500000000000000" pitchFamily="2" charset="0"/>
                <a:ea typeface="Poppins 2 Bold"/>
                <a:cs typeface="Poppins" panose="00000500000000000000" pitchFamily="2" charset="0"/>
                <a:sym typeface="Poppins 2 Bold"/>
              </a:rPr>
              <a:t>5. Implementation Stage</a:t>
            </a:r>
            <a:endParaRPr lang="en-US" sz="2800" b="1" dirty="0">
              <a:solidFill>
                <a:schemeClr val="accent2"/>
              </a:solidFill>
              <a:latin typeface="Poppins" panose="00000500000000000000" pitchFamily="2" charset="0"/>
              <a:ea typeface="Poppins 2 Bold"/>
              <a:cs typeface="Poppins" panose="00000500000000000000" pitchFamily="2" charset="0"/>
              <a:sym typeface="Poppins 2 Bold"/>
            </a:endParaRPr>
          </a:p>
        </p:txBody>
      </p:sp>
      <p:sp>
        <p:nvSpPr>
          <p:cNvPr id="25" name="age">
            <a:extLst>
              <a:ext uri="{FF2B5EF4-FFF2-40B4-BE49-F238E27FC236}">
                <a16:creationId xmlns:a16="http://schemas.microsoft.com/office/drawing/2014/main" id="{D8DFCD73-6561-CC02-A470-2C8E131790D8}"/>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grpSp>
        <p:nvGrpSpPr>
          <p:cNvPr id="28" name="Group 27">
            <a:extLst>
              <a:ext uri="{FF2B5EF4-FFF2-40B4-BE49-F238E27FC236}">
                <a16:creationId xmlns:a16="http://schemas.microsoft.com/office/drawing/2014/main" id="{71D819C5-27D3-FF7B-724D-250AE27C85CC}"/>
              </a:ext>
            </a:extLst>
          </p:cNvPr>
          <p:cNvGrpSpPr/>
          <p:nvPr/>
        </p:nvGrpSpPr>
        <p:grpSpPr>
          <a:xfrm>
            <a:off x="10566400" y="-25400"/>
            <a:ext cx="1625600" cy="545786"/>
            <a:chOff x="10566400" y="-25400"/>
            <a:chExt cx="1625600" cy="545786"/>
          </a:xfrm>
        </p:grpSpPr>
        <p:grpSp>
          <p:nvGrpSpPr>
            <p:cNvPr id="34" name="Group 33">
              <a:extLst>
                <a:ext uri="{FF2B5EF4-FFF2-40B4-BE49-F238E27FC236}">
                  <a16:creationId xmlns:a16="http://schemas.microsoft.com/office/drawing/2014/main" id="{9258AC3E-2389-4C40-4F12-ED1E8555F252}"/>
                </a:ext>
              </a:extLst>
            </p:cNvPr>
            <p:cNvGrpSpPr/>
            <p:nvPr/>
          </p:nvGrpSpPr>
          <p:grpSpPr>
            <a:xfrm>
              <a:off x="10566400" y="-25400"/>
              <a:ext cx="1625600" cy="545786"/>
              <a:chOff x="15849600" y="0"/>
              <a:chExt cx="2438400" cy="818679"/>
            </a:xfrm>
          </p:grpSpPr>
          <p:sp>
            <p:nvSpPr>
              <p:cNvPr id="36" name="Rectangle: Top Corners Rounded 35">
                <a:extLst>
                  <a:ext uri="{FF2B5EF4-FFF2-40B4-BE49-F238E27FC236}">
                    <a16:creationId xmlns:a16="http://schemas.microsoft.com/office/drawing/2014/main" id="{31F30C99-7AB2-9DDB-DF8D-BF4CE7C6EF06}"/>
                  </a:ext>
                </a:extLst>
              </p:cNvPr>
              <p:cNvSpPr/>
              <p:nvPr/>
            </p:nvSpPr>
            <p:spPr>
              <a:xfrm rot="10800000">
                <a:off x="15849600" y="38100"/>
                <a:ext cx="2411660" cy="780579"/>
              </a:xfrm>
              <a:prstGeom prst="round2Same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37" name="Rectangle: Top Corners Rounded 36">
                <a:extLst>
                  <a:ext uri="{FF2B5EF4-FFF2-40B4-BE49-F238E27FC236}">
                    <a16:creationId xmlns:a16="http://schemas.microsoft.com/office/drawing/2014/main" id="{459108A6-2D52-E0F5-90CC-375D7E9E9B22}"/>
                  </a:ext>
                </a:extLst>
              </p:cNvPr>
              <p:cNvSpPr/>
              <p:nvPr/>
            </p:nvSpPr>
            <p:spPr>
              <a:xfrm rot="10800000">
                <a:off x="15876343" y="0"/>
                <a:ext cx="2411657" cy="770069"/>
              </a:xfrm>
              <a:prstGeom prst="round2Same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38" name="Freeform 10">
                <a:extLst>
                  <a:ext uri="{FF2B5EF4-FFF2-40B4-BE49-F238E27FC236}">
                    <a16:creationId xmlns:a16="http://schemas.microsoft.com/office/drawing/2014/main" id="{612AEBA3-6FB0-7FB9-CD92-77C191F4BCEE}"/>
                  </a:ext>
                </a:extLst>
              </p:cNvPr>
              <p:cNvSpPr/>
              <p:nvPr/>
            </p:nvSpPr>
            <p:spPr>
              <a:xfrm>
                <a:off x="17049533" y="81363"/>
                <a:ext cx="1165535" cy="594422"/>
              </a:xfrm>
              <a:custGeom>
                <a:avLst/>
                <a:gdLst/>
                <a:ahLst/>
                <a:cxnLst/>
                <a:rect l="l" t="t" r="r" b="b"/>
                <a:pathLst>
                  <a:path w="1165534" h="594422">
                    <a:moveTo>
                      <a:pt x="0" y="0"/>
                    </a:moveTo>
                    <a:lnTo>
                      <a:pt x="1165534" y="0"/>
                    </a:lnTo>
                    <a:lnTo>
                      <a:pt x="1165534" y="594423"/>
                    </a:lnTo>
                    <a:lnTo>
                      <a:pt x="0" y="594423"/>
                    </a:lnTo>
                    <a:lnTo>
                      <a:pt x="0" y="0"/>
                    </a:lnTo>
                    <a:close/>
                  </a:path>
                </a:pathLst>
              </a:custGeom>
              <a:blipFill>
                <a:blip r:embed="rId12"/>
                <a:stretch>
                  <a:fillRect/>
                </a:stretch>
              </a:blipFill>
              <a:ln>
                <a:noFill/>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35" name="Picture 34" descr="Home - บริษัท เอเชีย กรีน เอนเนอจี จำกัด (มหาชน)">
              <a:extLst>
                <a:ext uri="{FF2B5EF4-FFF2-40B4-BE49-F238E27FC236}">
                  <a16:creationId xmlns:a16="http://schemas.microsoft.com/office/drawing/2014/main" id="{8296C4E0-A482-961C-5428-BFEF074777AC}"/>
                </a:ext>
              </a:extLst>
            </p:cNvPr>
            <p:cNvPicPr>
              <a:picLocks noChangeAspect="1"/>
            </p:cNvPicPr>
            <p:nvPr/>
          </p:nvPicPr>
          <p:blipFill>
            <a:blip r:embed="rId13"/>
            <a:stretch>
              <a:fillRect/>
            </a:stretch>
          </p:blipFill>
          <p:spPr>
            <a:xfrm>
              <a:off x="10705450" y="88996"/>
              <a:ext cx="534700" cy="326053"/>
            </a:xfrm>
            <a:prstGeom prst="rect">
              <a:avLst/>
            </a:prstGeom>
          </p:spPr>
        </p:pic>
      </p:grpSp>
      <p:sp>
        <p:nvSpPr>
          <p:cNvPr id="2" name="Slide Number Placeholder 1">
            <a:extLst>
              <a:ext uri="{FF2B5EF4-FFF2-40B4-BE49-F238E27FC236}">
                <a16:creationId xmlns:a16="http://schemas.microsoft.com/office/drawing/2014/main" id="{8E517C37-006C-7916-038A-DA05268EE0EF}"/>
              </a:ext>
            </a:extLst>
          </p:cNvPr>
          <p:cNvSpPr>
            <a:spLocks noGrp="1"/>
          </p:cNvSpPr>
          <p:nvPr>
            <p:ph type="sldNum" sz="quarter" idx="12"/>
          </p:nvPr>
        </p:nvSpPr>
        <p:spPr>
          <a:xfrm>
            <a:off x="10728900" y="6600237"/>
            <a:ext cx="1422400" cy="243417"/>
          </a:xfrm>
        </p:spPr>
        <p:txBody>
          <a:bodyPr/>
          <a:lstStyle/>
          <a:p>
            <a:pPr marL="0" marR="0" lvl="0" indent="0" algn="r" defTabSz="914446" rtl="0" eaLnBrk="1" fontAlgn="auto" latinLnBrk="0" hangingPunct="1">
              <a:lnSpc>
                <a:spcPct val="100000"/>
              </a:lnSpc>
              <a:spcBef>
                <a:spcPts val="0"/>
              </a:spcBef>
              <a:spcAft>
                <a:spcPts val="0"/>
              </a:spcAft>
              <a:buClrTx/>
              <a:buSzTx/>
              <a:buFontTx/>
              <a:buNone/>
              <a:tabLst/>
              <a:defRPr/>
            </a:pPr>
            <a:fld id="{5E5634F8-C5C6-4843-9A92-B93B76582613}" type="slidenum">
              <a:rPr kumimoji="0" lang="en-US" sz="1333"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pPr marL="0" marR="0" lvl="0" indent="0" algn="r" defTabSz="914446" rtl="0" eaLnBrk="1" fontAlgn="auto" latinLnBrk="0" hangingPunct="1">
                <a:lnSpc>
                  <a:spcPct val="100000"/>
                </a:lnSpc>
                <a:spcBef>
                  <a:spcPts val="0"/>
                </a:spcBef>
                <a:spcAft>
                  <a:spcPts val="0"/>
                </a:spcAft>
                <a:buClrTx/>
                <a:buSzTx/>
                <a:buFontTx/>
                <a:buNone/>
                <a:tabLst/>
                <a:defRPr/>
              </a:pPr>
              <a:t>19</a:t>
            </a:fld>
            <a:endParaRPr kumimoji="0" lang="en-US"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Tree>
    <p:extLst>
      <p:ext uri="{BB962C8B-B14F-4D97-AF65-F5344CB8AC3E}">
        <p14:creationId xmlns:p14="http://schemas.microsoft.com/office/powerpoint/2010/main" val="34671177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CCFAE-1EA6-A170-7FDF-FD032DBF2F39}"/>
            </a:ext>
          </a:extLst>
        </p:cNvPr>
        <p:cNvGrpSpPr/>
        <p:nvPr/>
      </p:nvGrpSpPr>
      <p:grpSpPr>
        <a:xfrm>
          <a:off x="0" y="0"/>
          <a:ext cx="0" cy="0"/>
          <a:chOff x="0" y="0"/>
          <a:chExt cx="0" cy="0"/>
        </a:xfrm>
      </p:grpSpPr>
      <p:sp>
        <p:nvSpPr>
          <p:cNvPr id="149" name="テキスト ボックス 31">
            <a:extLst>
              <a:ext uri="{FF2B5EF4-FFF2-40B4-BE49-F238E27FC236}">
                <a16:creationId xmlns:a16="http://schemas.microsoft.com/office/drawing/2014/main" id="{13693A4B-0A15-EDF6-48E6-0289C98FA5D8}"/>
              </a:ext>
            </a:extLst>
          </p:cNvPr>
          <p:cNvSpPr txBox="1"/>
          <p:nvPr/>
        </p:nvSpPr>
        <p:spPr>
          <a:xfrm>
            <a:off x="481564" y="1808552"/>
            <a:ext cx="11403156" cy="4995025"/>
          </a:xfrm>
          <a:prstGeom prst="rect">
            <a:avLst/>
          </a:prstGeom>
          <a:noFill/>
          <a:ln>
            <a:solidFill>
              <a:srgbClr val="006666"/>
            </a:solidFill>
          </a:ln>
        </p:spPr>
        <p:txBody>
          <a:bodyPr wrap="none" rtlCol="0" anchor="ctr" anchorCtr="0">
            <a:noAutofit/>
          </a:bodyPr>
          <a:lstStyle>
            <a:defPPr>
              <a:defRPr lang="ja-JP"/>
            </a:defPPr>
            <a:lvl1pPr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1pPr>
            <a:lvl2pPr marL="4572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2pPr>
            <a:lvl3pPr marL="9144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3pPr>
            <a:lvl4pPr marL="13716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4pPr>
            <a:lvl5pPr marL="18288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5pPr>
            <a:lvl6pPr marL="22860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6pPr>
            <a:lvl7pPr marL="27432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7pPr>
            <a:lvl8pPr marL="32004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8pPr>
            <a:lvl9pPr marL="36576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9pPr>
          </a:lstStyle>
          <a:p>
            <a:pPr algn="l" defTabSz="1371600">
              <a:defRPr/>
            </a:pPr>
            <a:endParaRPr lang="ja-JP" altLang="en-US" sz="1650" dirty="0">
              <a:solidFill>
                <a:srgbClr val="000008"/>
              </a:solidFill>
              <a:latin typeface="Poppins" panose="00000500000000000000" pitchFamily="2" charset="0"/>
              <a:cs typeface="Poppins" panose="00000500000000000000" pitchFamily="2" charset="0"/>
            </a:endParaRPr>
          </a:p>
        </p:txBody>
      </p:sp>
      <p:sp>
        <p:nvSpPr>
          <p:cNvPr id="131" name="Freeform 8">
            <a:extLst>
              <a:ext uri="{FF2B5EF4-FFF2-40B4-BE49-F238E27FC236}">
                <a16:creationId xmlns:a16="http://schemas.microsoft.com/office/drawing/2014/main" id="{C17E3BC8-37C3-26FA-9A3D-6255469EEB3B}"/>
              </a:ext>
            </a:extLst>
          </p:cNvPr>
          <p:cNvSpPr/>
          <p:nvPr/>
        </p:nvSpPr>
        <p:spPr>
          <a:xfrm>
            <a:off x="7058982" y="2404512"/>
            <a:ext cx="4772324" cy="4308872"/>
          </a:xfrm>
          <a:custGeom>
            <a:avLst/>
            <a:gdLst/>
            <a:ahLst/>
            <a:cxnLst/>
            <a:rect l="l" t="t" r="r" b="b"/>
            <a:pathLst>
              <a:path w="812800" h="1301897">
                <a:moveTo>
                  <a:pt x="0" y="0"/>
                </a:moveTo>
                <a:lnTo>
                  <a:pt x="812800" y="0"/>
                </a:lnTo>
                <a:lnTo>
                  <a:pt x="812800" y="1301897"/>
                </a:lnTo>
                <a:lnTo>
                  <a:pt x="0" y="1301897"/>
                </a:lnTo>
                <a:close/>
              </a:path>
            </a:pathLst>
          </a:custGeom>
          <a:solidFill>
            <a:srgbClr val="006666"/>
          </a:solidFill>
        </p:spPr>
        <p:txBody>
          <a:bodyPr/>
          <a:lstStyle/>
          <a:p>
            <a:endParaRPr lang="en-US" sz="1200"/>
          </a:p>
        </p:txBody>
      </p:sp>
      <p:sp>
        <p:nvSpPr>
          <p:cNvPr id="132" name="TextBox 9">
            <a:extLst>
              <a:ext uri="{FF2B5EF4-FFF2-40B4-BE49-F238E27FC236}">
                <a16:creationId xmlns:a16="http://schemas.microsoft.com/office/drawing/2014/main" id="{A5B96710-F080-70BA-5667-B9CDD5A3E90C}"/>
              </a:ext>
            </a:extLst>
          </p:cNvPr>
          <p:cNvSpPr txBox="1"/>
          <p:nvPr/>
        </p:nvSpPr>
        <p:spPr>
          <a:xfrm>
            <a:off x="7058982" y="2246888"/>
            <a:ext cx="4772324" cy="4466496"/>
          </a:xfrm>
          <a:prstGeom prst="rect">
            <a:avLst/>
          </a:prstGeom>
        </p:spPr>
        <p:txBody>
          <a:bodyPr lIns="33867" tIns="33867" rIns="33867" bIns="33867" rtlCol="0" anchor="ctr"/>
          <a:lstStyle/>
          <a:p>
            <a:pPr algn="ctr">
              <a:lnSpc>
                <a:spcPts val="1727"/>
              </a:lnSpc>
            </a:pPr>
            <a:endParaRPr sz="1200"/>
          </a:p>
        </p:txBody>
      </p:sp>
      <p:sp>
        <p:nvSpPr>
          <p:cNvPr id="133" name="Freeform 8">
            <a:extLst>
              <a:ext uri="{FF2B5EF4-FFF2-40B4-BE49-F238E27FC236}">
                <a16:creationId xmlns:a16="http://schemas.microsoft.com/office/drawing/2014/main" id="{8DF7D120-3E04-C661-E6FC-9F9E72ACE294}"/>
              </a:ext>
            </a:extLst>
          </p:cNvPr>
          <p:cNvSpPr/>
          <p:nvPr/>
        </p:nvSpPr>
        <p:spPr>
          <a:xfrm>
            <a:off x="7122792" y="2503604"/>
            <a:ext cx="4644703" cy="4168831"/>
          </a:xfrm>
          <a:custGeom>
            <a:avLst/>
            <a:gdLst/>
            <a:ahLst/>
            <a:cxnLst/>
            <a:rect l="l" t="t" r="r" b="b"/>
            <a:pathLst>
              <a:path w="812800" h="1301897">
                <a:moveTo>
                  <a:pt x="0" y="0"/>
                </a:moveTo>
                <a:lnTo>
                  <a:pt x="812800" y="0"/>
                </a:lnTo>
                <a:lnTo>
                  <a:pt x="812800" y="1301897"/>
                </a:lnTo>
                <a:lnTo>
                  <a:pt x="0" y="1301897"/>
                </a:lnTo>
                <a:close/>
              </a:path>
            </a:pathLst>
          </a:custGeom>
          <a:solidFill>
            <a:schemeClr val="bg1"/>
          </a:solidFill>
        </p:spPr>
        <p:txBody>
          <a:bodyPr/>
          <a:lstStyle/>
          <a:p>
            <a:endParaRPr lang="en-US" sz="1200"/>
          </a:p>
        </p:txBody>
      </p:sp>
      <p:cxnSp>
        <p:nvCxnSpPr>
          <p:cNvPr id="41" name="Connector: Elbow 40">
            <a:extLst>
              <a:ext uri="{FF2B5EF4-FFF2-40B4-BE49-F238E27FC236}">
                <a16:creationId xmlns:a16="http://schemas.microsoft.com/office/drawing/2014/main" id="{8EF1BB73-5A1E-7CA8-CFC8-65ED78E417FB}"/>
              </a:ext>
            </a:extLst>
          </p:cNvPr>
          <p:cNvCxnSpPr>
            <a:cxnSpLocks/>
          </p:cNvCxnSpPr>
          <p:nvPr/>
        </p:nvCxnSpPr>
        <p:spPr>
          <a:xfrm rot="5400000">
            <a:off x="9311577" y="3882983"/>
            <a:ext cx="457081" cy="0"/>
          </a:xfrm>
          <a:prstGeom prst="bentConnector3">
            <a:avLst>
              <a:gd name="adj1" fmla="val 50000"/>
            </a:avLst>
          </a:prstGeom>
          <a:noFill/>
          <a:ln w="9525" cap="flat" cmpd="sng" algn="ctr">
            <a:solidFill>
              <a:srgbClr val="FA4616"/>
            </a:solidFill>
            <a:prstDash val="dash"/>
          </a:ln>
          <a:effectLst/>
        </p:spPr>
      </p:cxnSp>
      <p:sp>
        <p:nvSpPr>
          <p:cNvPr id="44" name="object 11">
            <a:extLst>
              <a:ext uri="{FF2B5EF4-FFF2-40B4-BE49-F238E27FC236}">
                <a16:creationId xmlns:a16="http://schemas.microsoft.com/office/drawing/2014/main" id="{C3ABDEBA-FC56-68FF-44B6-43DDB8159AD9}"/>
              </a:ext>
            </a:extLst>
          </p:cNvPr>
          <p:cNvSpPr/>
          <p:nvPr/>
        </p:nvSpPr>
        <p:spPr>
          <a:xfrm>
            <a:off x="7652829" y="3710195"/>
            <a:ext cx="3691494" cy="3287167"/>
          </a:xfrm>
          <a:prstGeom prst="rect">
            <a:avLst/>
          </a:prstGeom>
          <a:blipFill>
            <a:blip r:embed="rId3" cstate="print"/>
            <a:stretch>
              <a:fillRect/>
            </a:stretch>
          </a:blipFill>
        </p:spPr>
        <p:txBody>
          <a:bodyPr wrap="square" lIns="0" tIns="0" rIns="0" bIns="0" rtlCol="0"/>
          <a:lstStyle/>
          <a:p>
            <a:endParaRPr sz="1799">
              <a:solidFill>
                <a:srgbClr val="000000"/>
              </a:solidFill>
              <a:latin typeface="Arial"/>
            </a:endParaRPr>
          </a:p>
        </p:txBody>
      </p:sp>
      <p:sp>
        <p:nvSpPr>
          <p:cNvPr id="50" name="Oval 49">
            <a:extLst>
              <a:ext uri="{FF2B5EF4-FFF2-40B4-BE49-F238E27FC236}">
                <a16:creationId xmlns:a16="http://schemas.microsoft.com/office/drawing/2014/main" id="{976E663D-0A93-506C-6217-75DA14914A0E}"/>
              </a:ext>
            </a:extLst>
          </p:cNvPr>
          <p:cNvSpPr/>
          <p:nvPr/>
        </p:nvSpPr>
        <p:spPr>
          <a:xfrm>
            <a:off x="8343372" y="4832354"/>
            <a:ext cx="191190" cy="191547"/>
          </a:xfrm>
          <a:prstGeom prst="ellipse">
            <a:avLst/>
          </a:prstGeom>
          <a:solidFill>
            <a:srgbClr val="FF0000"/>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a:ea typeface="+mn-ea"/>
              <a:cs typeface="+mn-cs"/>
            </a:endParaRPr>
          </a:p>
        </p:txBody>
      </p:sp>
      <p:sp>
        <p:nvSpPr>
          <p:cNvPr id="51" name="Oval 50">
            <a:extLst>
              <a:ext uri="{FF2B5EF4-FFF2-40B4-BE49-F238E27FC236}">
                <a16:creationId xmlns:a16="http://schemas.microsoft.com/office/drawing/2014/main" id="{DF469C1C-1575-5F04-DBFF-C5D05C68A58C}"/>
              </a:ext>
            </a:extLst>
          </p:cNvPr>
          <p:cNvSpPr/>
          <p:nvPr/>
        </p:nvSpPr>
        <p:spPr>
          <a:xfrm>
            <a:off x="10304836" y="4898164"/>
            <a:ext cx="191190" cy="191547"/>
          </a:xfrm>
          <a:prstGeom prst="ellipse">
            <a:avLst/>
          </a:prstGeom>
          <a:solidFill>
            <a:srgbClr val="00B050"/>
          </a:solidFill>
          <a:ln w="2540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a:ea typeface="+mn-ea"/>
              <a:cs typeface="+mn-cs"/>
            </a:endParaRPr>
          </a:p>
        </p:txBody>
      </p:sp>
      <p:cxnSp>
        <p:nvCxnSpPr>
          <p:cNvPr id="52" name="Connector: Elbow 51">
            <a:extLst>
              <a:ext uri="{FF2B5EF4-FFF2-40B4-BE49-F238E27FC236}">
                <a16:creationId xmlns:a16="http://schemas.microsoft.com/office/drawing/2014/main" id="{9DEC2982-72BA-C4D7-2550-8D3EC2671B63}"/>
              </a:ext>
            </a:extLst>
          </p:cNvPr>
          <p:cNvCxnSpPr>
            <a:cxnSpLocks/>
          </p:cNvCxnSpPr>
          <p:nvPr/>
        </p:nvCxnSpPr>
        <p:spPr>
          <a:xfrm rot="16200000" flipH="1">
            <a:off x="7506519" y="4067334"/>
            <a:ext cx="974952" cy="727367"/>
          </a:xfrm>
          <a:prstGeom prst="bentConnector3">
            <a:avLst>
              <a:gd name="adj1" fmla="val 97562"/>
            </a:avLst>
          </a:prstGeom>
          <a:noFill/>
          <a:ln w="9525" cap="flat" cmpd="sng" algn="ctr">
            <a:solidFill>
              <a:srgbClr val="FA4616"/>
            </a:solidFill>
            <a:prstDash val="dash"/>
          </a:ln>
          <a:effectLst/>
        </p:spPr>
      </p:cxnSp>
      <p:cxnSp>
        <p:nvCxnSpPr>
          <p:cNvPr id="53" name="Connector: Elbow 52">
            <a:extLst>
              <a:ext uri="{FF2B5EF4-FFF2-40B4-BE49-F238E27FC236}">
                <a16:creationId xmlns:a16="http://schemas.microsoft.com/office/drawing/2014/main" id="{424E9399-C3E1-9A54-DFAB-DF2D4D77E379}"/>
              </a:ext>
            </a:extLst>
          </p:cNvPr>
          <p:cNvCxnSpPr>
            <a:cxnSpLocks/>
          </p:cNvCxnSpPr>
          <p:nvPr/>
        </p:nvCxnSpPr>
        <p:spPr>
          <a:xfrm rot="5400000">
            <a:off x="10409659" y="4205802"/>
            <a:ext cx="887751" cy="688519"/>
          </a:xfrm>
          <a:prstGeom prst="bentConnector3">
            <a:avLst>
              <a:gd name="adj1" fmla="val 100741"/>
            </a:avLst>
          </a:prstGeom>
          <a:noFill/>
          <a:ln w="9525" cap="flat" cmpd="sng" algn="ctr">
            <a:solidFill>
              <a:srgbClr val="FA4616"/>
            </a:solidFill>
            <a:prstDash val="dash"/>
          </a:ln>
          <a:effectLst/>
        </p:spPr>
      </p:cxnSp>
      <p:sp>
        <p:nvSpPr>
          <p:cNvPr id="54" name="Oval 53">
            <a:extLst>
              <a:ext uri="{FF2B5EF4-FFF2-40B4-BE49-F238E27FC236}">
                <a16:creationId xmlns:a16="http://schemas.microsoft.com/office/drawing/2014/main" id="{AC3546D4-DD19-0218-4DFA-DE9E69813740}"/>
              </a:ext>
            </a:extLst>
          </p:cNvPr>
          <p:cNvSpPr/>
          <p:nvPr/>
        </p:nvSpPr>
        <p:spPr>
          <a:xfrm>
            <a:off x="9444520" y="4088565"/>
            <a:ext cx="191190" cy="191547"/>
          </a:xfrm>
          <a:prstGeom prst="ellipse">
            <a:avLst/>
          </a:prstGeom>
          <a:solidFill>
            <a:srgbClr val="F4A700"/>
          </a:solidFill>
          <a:ln w="25400" cap="flat" cmpd="sng" algn="ctr">
            <a:solidFill>
              <a:srgbClr val="F4A7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a:ea typeface="+mn-ea"/>
              <a:cs typeface="+mn-cs"/>
            </a:endParaRPr>
          </a:p>
        </p:txBody>
      </p:sp>
      <p:cxnSp>
        <p:nvCxnSpPr>
          <p:cNvPr id="55" name="Connector: Elbow 54">
            <a:extLst>
              <a:ext uri="{FF2B5EF4-FFF2-40B4-BE49-F238E27FC236}">
                <a16:creationId xmlns:a16="http://schemas.microsoft.com/office/drawing/2014/main" id="{AFAEB854-8C15-3BC5-CDB8-47E91214894A}"/>
              </a:ext>
            </a:extLst>
          </p:cNvPr>
          <p:cNvCxnSpPr>
            <a:cxnSpLocks/>
          </p:cNvCxnSpPr>
          <p:nvPr/>
        </p:nvCxnSpPr>
        <p:spPr>
          <a:xfrm rot="5400000">
            <a:off x="9088875" y="5396368"/>
            <a:ext cx="365665" cy="0"/>
          </a:xfrm>
          <a:prstGeom prst="bentConnector3">
            <a:avLst>
              <a:gd name="adj1" fmla="val 50000"/>
            </a:avLst>
          </a:prstGeom>
          <a:noFill/>
          <a:ln w="9525" cap="flat" cmpd="sng" algn="ctr">
            <a:solidFill>
              <a:srgbClr val="FA4616"/>
            </a:solidFill>
            <a:prstDash val="dash"/>
          </a:ln>
          <a:effectLst/>
        </p:spPr>
      </p:cxnSp>
      <p:pic>
        <p:nvPicPr>
          <p:cNvPr id="56" name="Picture 55">
            <a:extLst>
              <a:ext uri="{FF2B5EF4-FFF2-40B4-BE49-F238E27FC236}">
                <a16:creationId xmlns:a16="http://schemas.microsoft.com/office/drawing/2014/main" id="{EFB04EE6-E7E2-C6E4-42AA-937141074E7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35943" y="1479446"/>
            <a:ext cx="813437" cy="1049610"/>
          </a:xfrm>
          <a:prstGeom prst="rect">
            <a:avLst/>
          </a:prstGeom>
        </p:spPr>
      </p:pic>
      <p:sp>
        <p:nvSpPr>
          <p:cNvPr id="14" name="Isosceles Triangle 13">
            <a:extLst>
              <a:ext uri="{FF2B5EF4-FFF2-40B4-BE49-F238E27FC236}">
                <a16:creationId xmlns:a16="http://schemas.microsoft.com/office/drawing/2014/main" id="{0BD73A15-18A0-9145-05DA-B190DE8BC560}"/>
              </a:ext>
            </a:extLst>
          </p:cNvPr>
          <p:cNvSpPr/>
          <p:nvPr/>
        </p:nvSpPr>
        <p:spPr>
          <a:xfrm rot="5400000">
            <a:off x="2949030" y="4151990"/>
            <a:ext cx="1024193" cy="225663"/>
          </a:xfrm>
          <a:prstGeom prst="triangle">
            <a:avLst/>
          </a:prstGeom>
          <a:ln/>
        </p:spPr>
        <p:style>
          <a:lnRef idx="1">
            <a:schemeClr val="dk1"/>
          </a:lnRef>
          <a:fillRef idx="3">
            <a:schemeClr val="dk1"/>
          </a:fillRef>
          <a:effectRef idx="2">
            <a:schemeClr val="dk1"/>
          </a:effectRef>
          <a:fontRef idx="minor">
            <a:schemeClr val="lt1"/>
          </a:fontRef>
        </p:style>
        <p:txBody>
          <a:bodyPr rtlCol="0" anchor="ctr"/>
          <a:lstStyle/>
          <a:p>
            <a:pPr algn="ctr" defTabSz="914446">
              <a:defRPr/>
            </a:pPr>
            <a:endParaRPr lang="en-US">
              <a:solidFill>
                <a:prstClr val="white"/>
              </a:solidFill>
              <a:latin typeface="Calibri" panose="020F0502020204030204"/>
            </a:endParaRPr>
          </a:p>
        </p:txBody>
      </p:sp>
      <p:sp>
        <p:nvSpPr>
          <p:cNvPr id="16" name="Freeform 8">
            <a:extLst>
              <a:ext uri="{FF2B5EF4-FFF2-40B4-BE49-F238E27FC236}">
                <a16:creationId xmlns:a16="http://schemas.microsoft.com/office/drawing/2014/main" id="{DC3C50C1-826C-E02A-C059-C5F9BBBB7216}"/>
              </a:ext>
            </a:extLst>
          </p:cNvPr>
          <p:cNvSpPr/>
          <p:nvPr/>
        </p:nvSpPr>
        <p:spPr>
          <a:xfrm>
            <a:off x="595492" y="2416891"/>
            <a:ext cx="2835761" cy="4303046"/>
          </a:xfrm>
          <a:custGeom>
            <a:avLst/>
            <a:gdLst/>
            <a:ahLst/>
            <a:cxnLst/>
            <a:rect l="l" t="t" r="r" b="b"/>
            <a:pathLst>
              <a:path w="812800" h="1301897">
                <a:moveTo>
                  <a:pt x="0" y="0"/>
                </a:moveTo>
                <a:lnTo>
                  <a:pt x="812800" y="0"/>
                </a:lnTo>
                <a:lnTo>
                  <a:pt x="812800" y="1301897"/>
                </a:lnTo>
                <a:lnTo>
                  <a:pt x="0" y="1301897"/>
                </a:lnTo>
                <a:close/>
              </a:path>
            </a:pathLst>
          </a:custGeom>
          <a:solidFill>
            <a:srgbClr val="006666"/>
          </a:solidFill>
        </p:spPr>
        <p:txBody>
          <a:bodyPr/>
          <a:lstStyle/>
          <a:p>
            <a:endParaRPr lang="en-US" sz="1200"/>
          </a:p>
        </p:txBody>
      </p:sp>
      <p:sp>
        <p:nvSpPr>
          <p:cNvPr id="17" name="TextBox 9">
            <a:extLst>
              <a:ext uri="{FF2B5EF4-FFF2-40B4-BE49-F238E27FC236}">
                <a16:creationId xmlns:a16="http://schemas.microsoft.com/office/drawing/2014/main" id="{95645390-7AD9-5131-6C3D-3E4A007540BD}"/>
              </a:ext>
            </a:extLst>
          </p:cNvPr>
          <p:cNvSpPr txBox="1"/>
          <p:nvPr/>
        </p:nvSpPr>
        <p:spPr>
          <a:xfrm>
            <a:off x="595492" y="2259480"/>
            <a:ext cx="2835761" cy="4460457"/>
          </a:xfrm>
          <a:prstGeom prst="rect">
            <a:avLst/>
          </a:prstGeom>
        </p:spPr>
        <p:txBody>
          <a:bodyPr lIns="33867" tIns="33867" rIns="33867" bIns="33867" rtlCol="0" anchor="ctr"/>
          <a:lstStyle/>
          <a:p>
            <a:pPr algn="ctr">
              <a:lnSpc>
                <a:spcPts val="1727"/>
              </a:lnSpc>
            </a:pPr>
            <a:endParaRPr sz="1200"/>
          </a:p>
        </p:txBody>
      </p:sp>
      <p:sp>
        <p:nvSpPr>
          <p:cNvPr id="18" name="Freeform 8">
            <a:extLst>
              <a:ext uri="{FF2B5EF4-FFF2-40B4-BE49-F238E27FC236}">
                <a16:creationId xmlns:a16="http://schemas.microsoft.com/office/drawing/2014/main" id="{37891424-E70C-8A8C-3A10-C24ED1316A0F}"/>
              </a:ext>
            </a:extLst>
          </p:cNvPr>
          <p:cNvSpPr/>
          <p:nvPr/>
        </p:nvSpPr>
        <p:spPr>
          <a:xfrm>
            <a:off x="688382" y="2492095"/>
            <a:ext cx="2670237" cy="4168831"/>
          </a:xfrm>
          <a:custGeom>
            <a:avLst/>
            <a:gdLst/>
            <a:ahLst/>
            <a:cxnLst/>
            <a:rect l="l" t="t" r="r" b="b"/>
            <a:pathLst>
              <a:path w="812800" h="1301897">
                <a:moveTo>
                  <a:pt x="0" y="0"/>
                </a:moveTo>
                <a:lnTo>
                  <a:pt x="812800" y="0"/>
                </a:lnTo>
                <a:lnTo>
                  <a:pt x="812800" y="1301897"/>
                </a:lnTo>
                <a:lnTo>
                  <a:pt x="0" y="1301897"/>
                </a:lnTo>
                <a:close/>
              </a:path>
            </a:pathLst>
          </a:custGeom>
          <a:solidFill>
            <a:schemeClr val="bg1"/>
          </a:solidFill>
        </p:spPr>
        <p:txBody>
          <a:bodyPr/>
          <a:lstStyle/>
          <a:p>
            <a:endParaRPr lang="en-US" sz="1200"/>
          </a:p>
        </p:txBody>
      </p:sp>
      <p:sp>
        <p:nvSpPr>
          <p:cNvPr id="19" name="TextBox 18">
            <a:extLst>
              <a:ext uri="{FF2B5EF4-FFF2-40B4-BE49-F238E27FC236}">
                <a16:creationId xmlns:a16="http://schemas.microsoft.com/office/drawing/2014/main" id="{4125E997-1360-6E94-BA9B-841BB1A5B548}"/>
              </a:ext>
            </a:extLst>
          </p:cNvPr>
          <p:cNvSpPr txBox="1"/>
          <p:nvPr/>
        </p:nvSpPr>
        <p:spPr>
          <a:xfrm>
            <a:off x="776398" y="2596448"/>
            <a:ext cx="2160271" cy="461665"/>
          </a:xfrm>
          <a:prstGeom prst="rect">
            <a:avLst/>
          </a:prstGeom>
          <a:noFill/>
          <a:ln>
            <a:noFill/>
          </a:ln>
        </p:spPr>
        <p:txBody>
          <a:bodyPr wrap="square" rtlCol="0">
            <a:spAutoFit/>
          </a:bodyPr>
          <a:lstStyle/>
          <a:p>
            <a:r>
              <a:rPr lang="en-US" sz="1200" dirty="0">
                <a:latin typeface="Poppins" panose="00000500000000000000" pitchFamily="2" charset="0"/>
                <a:cs typeface="Poppins" panose="00000500000000000000" pitchFamily="2" charset="0"/>
              </a:rPr>
              <a:t>Training Standard of RPA Implementation to Team</a:t>
            </a:r>
          </a:p>
        </p:txBody>
      </p:sp>
      <p:grpSp>
        <p:nvGrpSpPr>
          <p:cNvPr id="20" name="Group 19">
            <a:extLst>
              <a:ext uri="{FF2B5EF4-FFF2-40B4-BE49-F238E27FC236}">
                <a16:creationId xmlns:a16="http://schemas.microsoft.com/office/drawing/2014/main" id="{AAAEF420-14B1-D843-A492-1693400883BB}"/>
              </a:ext>
            </a:extLst>
          </p:cNvPr>
          <p:cNvGrpSpPr/>
          <p:nvPr/>
        </p:nvGrpSpPr>
        <p:grpSpPr>
          <a:xfrm>
            <a:off x="961486" y="3057653"/>
            <a:ext cx="2338470" cy="1619244"/>
            <a:chOff x="4936978" y="3178342"/>
            <a:chExt cx="3435163" cy="2428866"/>
          </a:xfrm>
        </p:grpSpPr>
        <p:pic>
          <p:nvPicPr>
            <p:cNvPr id="21" name="Picture 20">
              <a:extLst>
                <a:ext uri="{FF2B5EF4-FFF2-40B4-BE49-F238E27FC236}">
                  <a16:creationId xmlns:a16="http://schemas.microsoft.com/office/drawing/2014/main" id="{068D44BC-EA62-ADE0-4F4F-B0FECB34C91B}"/>
                </a:ext>
              </a:extLst>
            </p:cNvPr>
            <p:cNvPicPr>
              <a:picLocks noChangeAspect="1"/>
            </p:cNvPicPr>
            <p:nvPr/>
          </p:nvPicPr>
          <p:blipFill>
            <a:blip r:embed="rId5"/>
            <a:stretch>
              <a:fillRect/>
            </a:stretch>
          </p:blipFill>
          <p:spPr>
            <a:xfrm>
              <a:off x="4936978" y="3178342"/>
              <a:ext cx="3154558" cy="2085217"/>
            </a:xfrm>
            <a:prstGeom prst="rect">
              <a:avLst/>
            </a:prstGeom>
          </p:spPr>
        </p:pic>
        <p:sp>
          <p:nvSpPr>
            <p:cNvPr id="22" name="TextBox 21">
              <a:extLst>
                <a:ext uri="{FF2B5EF4-FFF2-40B4-BE49-F238E27FC236}">
                  <a16:creationId xmlns:a16="http://schemas.microsoft.com/office/drawing/2014/main" id="{8EE1EF43-3FE5-4B19-6889-430FEDC7E85A}"/>
                </a:ext>
              </a:extLst>
            </p:cNvPr>
            <p:cNvSpPr txBox="1"/>
            <p:nvPr/>
          </p:nvSpPr>
          <p:spPr>
            <a:xfrm>
              <a:off x="7066881" y="5253361"/>
              <a:ext cx="1305260" cy="353847"/>
            </a:xfrm>
            <a:prstGeom prst="rect">
              <a:avLst/>
            </a:prstGeom>
            <a:noFill/>
          </p:spPr>
          <p:txBody>
            <a:bodyPr wrap="square" rtlCol="0">
              <a:spAutoFit/>
            </a:bodyPr>
            <a:lstStyle/>
            <a:p>
              <a:pPr algn="ctr"/>
              <a:r>
                <a:rPr lang="en-US" sz="933" dirty="0">
                  <a:latin typeface="Poppins" panose="00000500000000000000" pitchFamily="2" charset="0"/>
                  <a:cs typeface="Poppins" panose="00000500000000000000" pitchFamily="2" charset="0"/>
                </a:rPr>
                <a:t>Developer</a:t>
              </a:r>
            </a:p>
          </p:txBody>
        </p:sp>
      </p:grpSp>
      <p:sp>
        <p:nvSpPr>
          <p:cNvPr id="24" name="TextBox 23">
            <a:extLst>
              <a:ext uri="{FF2B5EF4-FFF2-40B4-BE49-F238E27FC236}">
                <a16:creationId xmlns:a16="http://schemas.microsoft.com/office/drawing/2014/main" id="{4A8F3FF1-F914-13B7-9715-AE44A4946BA1}"/>
              </a:ext>
            </a:extLst>
          </p:cNvPr>
          <p:cNvSpPr txBox="1"/>
          <p:nvPr/>
        </p:nvSpPr>
        <p:spPr>
          <a:xfrm>
            <a:off x="833305" y="2159516"/>
            <a:ext cx="2496419" cy="297454"/>
          </a:xfrm>
          <a:prstGeom prst="rect">
            <a:avLst/>
          </a:prstGeom>
          <a:noFill/>
        </p:spPr>
        <p:txBody>
          <a:bodyPr wrap="square">
            <a:spAutoFit/>
          </a:bodyPr>
          <a:lstStyle/>
          <a:p>
            <a:r>
              <a:rPr lang="en-US" sz="1333" b="1" spc="-35" dirty="0">
                <a:latin typeface="Poppins" panose="00000500000000000000" pitchFamily="2" charset="0"/>
                <a:cs typeface="Poppins" panose="00000500000000000000" pitchFamily="2" charset="0"/>
              </a:rPr>
              <a:t>NCT Development  Team</a:t>
            </a:r>
          </a:p>
        </p:txBody>
      </p:sp>
      <p:sp>
        <p:nvSpPr>
          <p:cNvPr id="25" name="Isosceles Triangle 24">
            <a:extLst>
              <a:ext uri="{FF2B5EF4-FFF2-40B4-BE49-F238E27FC236}">
                <a16:creationId xmlns:a16="http://schemas.microsoft.com/office/drawing/2014/main" id="{48B19BFC-8A2F-4B80-7A90-84D1EB214058}"/>
              </a:ext>
            </a:extLst>
          </p:cNvPr>
          <p:cNvSpPr/>
          <p:nvPr/>
        </p:nvSpPr>
        <p:spPr>
          <a:xfrm rot="5400000">
            <a:off x="6496430" y="4321498"/>
            <a:ext cx="1024193" cy="225663"/>
          </a:xfrm>
          <a:prstGeom prst="triangle">
            <a:avLst/>
          </a:prstGeom>
          <a:ln/>
        </p:spPr>
        <p:style>
          <a:lnRef idx="1">
            <a:schemeClr val="dk1"/>
          </a:lnRef>
          <a:fillRef idx="3">
            <a:schemeClr val="dk1"/>
          </a:fillRef>
          <a:effectRef idx="2">
            <a:schemeClr val="dk1"/>
          </a:effectRef>
          <a:fontRef idx="minor">
            <a:schemeClr val="lt1"/>
          </a:fontRef>
        </p:style>
        <p:txBody>
          <a:bodyPr rtlCol="0" anchor="ctr"/>
          <a:lstStyle/>
          <a:p>
            <a:pPr algn="ctr" defTabSz="914446">
              <a:defRPr/>
            </a:pPr>
            <a:endParaRPr lang="en-US">
              <a:solidFill>
                <a:prstClr val="white"/>
              </a:solidFill>
              <a:latin typeface="Calibri" panose="020F0502020204030204"/>
            </a:endParaRPr>
          </a:p>
        </p:txBody>
      </p:sp>
      <p:sp>
        <p:nvSpPr>
          <p:cNvPr id="32" name="Freeform 8">
            <a:extLst>
              <a:ext uri="{FF2B5EF4-FFF2-40B4-BE49-F238E27FC236}">
                <a16:creationId xmlns:a16="http://schemas.microsoft.com/office/drawing/2014/main" id="{AF237E8C-32F2-FA8E-109E-858B230C7391}"/>
              </a:ext>
            </a:extLst>
          </p:cNvPr>
          <p:cNvSpPr/>
          <p:nvPr/>
        </p:nvSpPr>
        <p:spPr>
          <a:xfrm>
            <a:off x="3581701" y="2418803"/>
            <a:ext cx="3401251" cy="4308872"/>
          </a:xfrm>
          <a:custGeom>
            <a:avLst/>
            <a:gdLst/>
            <a:ahLst/>
            <a:cxnLst/>
            <a:rect l="l" t="t" r="r" b="b"/>
            <a:pathLst>
              <a:path w="812800" h="1301897">
                <a:moveTo>
                  <a:pt x="0" y="0"/>
                </a:moveTo>
                <a:lnTo>
                  <a:pt x="812800" y="0"/>
                </a:lnTo>
                <a:lnTo>
                  <a:pt x="812800" y="1301897"/>
                </a:lnTo>
                <a:lnTo>
                  <a:pt x="0" y="1301897"/>
                </a:lnTo>
                <a:close/>
              </a:path>
            </a:pathLst>
          </a:custGeom>
          <a:solidFill>
            <a:srgbClr val="006666"/>
          </a:solidFill>
        </p:spPr>
        <p:txBody>
          <a:bodyPr/>
          <a:lstStyle/>
          <a:p>
            <a:endParaRPr lang="en-US" sz="1200"/>
          </a:p>
        </p:txBody>
      </p:sp>
      <p:sp>
        <p:nvSpPr>
          <p:cNvPr id="33" name="TextBox 9">
            <a:extLst>
              <a:ext uri="{FF2B5EF4-FFF2-40B4-BE49-F238E27FC236}">
                <a16:creationId xmlns:a16="http://schemas.microsoft.com/office/drawing/2014/main" id="{80D3E288-25F2-23E1-CF28-76802AA734FD}"/>
              </a:ext>
            </a:extLst>
          </p:cNvPr>
          <p:cNvSpPr txBox="1"/>
          <p:nvPr/>
        </p:nvSpPr>
        <p:spPr>
          <a:xfrm>
            <a:off x="3581701" y="2261179"/>
            <a:ext cx="3401251" cy="4466496"/>
          </a:xfrm>
          <a:prstGeom prst="rect">
            <a:avLst/>
          </a:prstGeom>
        </p:spPr>
        <p:txBody>
          <a:bodyPr lIns="33867" tIns="33867" rIns="33867" bIns="33867" rtlCol="0" anchor="ctr"/>
          <a:lstStyle/>
          <a:p>
            <a:pPr algn="ctr">
              <a:lnSpc>
                <a:spcPts val="1727"/>
              </a:lnSpc>
            </a:pPr>
            <a:endParaRPr sz="1200"/>
          </a:p>
        </p:txBody>
      </p:sp>
      <p:sp>
        <p:nvSpPr>
          <p:cNvPr id="34" name="Freeform 8">
            <a:extLst>
              <a:ext uri="{FF2B5EF4-FFF2-40B4-BE49-F238E27FC236}">
                <a16:creationId xmlns:a16="http://schemas.microsoft.com/office/drawing/2014/main" id="{A228FFBE-05E1-3E2F-7339-7DC6AD5708FD}"/>
              </a:ext>
            </a:extLst>
          </p:cNvPr>
          <p:cNvSpPr/>
          <p:nvPr/>
        </p:nvSpPr>
        <p:spPr>
          <a:xfrm>
            <a:off x="3683300" y="2496602"/>
            <a:ext cx="3217557" cy="4168831"/>
          </a:xfrm>
          <a:custGeom>
            <a:avLst/>
            <a:gdLst/>
            <a:ahLst/>
            <a:cxnLst/>
            <a:rect l="l" t="t" r="r" b="b"/>
            <a:pathLst>
              <a:path w="812800" h="1301897">
                <a:moveTo>
                  <a:pt x="0" y="0"/>
                </a:moveTo>
                <a:lnTo>
                  <a:pt x="812800" y="0"/>
                </a:lnTo>
                <a:lnTo>
                  <a:pt x="812800" y="1301897"/>
                </a:lnTo>
                <a:lnTo>
                  <a:pt x="0" y="1301897"/>
                </a:lnTo>
                <a:close/>
              </a:path>
            </a:pathLst>
          </a:custGeom>
          <a:solidFill>
            <a:schemeClr val="bg1"/>
          </a:solidFill>
        </p:spPr>
        <p:txBody>
          <a:bodyPr/>
          <a:lstStyle/>
          <a:p>
            <a:endParaRPr lang="en-US" sz="1200"/>
          </a:p>
        </p:txBody>
      </p:sp>
      <p:sp>
        <p:nvSpPr>
          <p:cNvPr id="35" name="TextBox 34">
            <a:extLst>
              <a:ext uri="{FF2B5EF4-FFF2-40B4-BE49-F238E27FC236}">
                <a16:creationId xmlns:a16="http://schemas.microsoft.com/office/drawing/2014/main" id="{8FAC706B-E7DB-C839-8BD6-C45C615154E6}"/>
              </a:ext>
            </a:extLst>
          </p:cNvPr>
          <p:cNvSpPr txBox="1"/>
          <p:nvPr/>
        </p:nvSpPr>
        <p:spPr>
          <a:xfrm>
            <a:off x="3942561" y="2136906"/>
            <a:ext cx="2622427" cy="297454"/>
          </a:xfrm>
          <a:prstGeom prst="rect">
            <a:avLst/>
          </a:prstGeom>
          <a:noFill/>
        </p:spPr>
        <p:txBody>
          <a:bodyPr wrap="square">
            <a:spAutoFit/>
          </a:bodyPr>
          <a:lstStyle/>
          <a:p>
            <a:r>
              <a:rPr lang="en-US" sz="1333" b="1" spc="-35" dirty="0">
                <a:latin typeface="Poppins" panose="00000500000000000000" pitchFamily="2" charset="0"/>
                <a:cs typeface="Poppins" panose="00000500000000000000" pitchFamily="2" charset="0"/>
              </a:rPr>
              <a:t>BA/ SA and Developer Team</a:t>
            </a:r>
          </a:p>
        </p:txBody>
      </p:sp>
      <p:sp>
        <p:nvSpPr>
          <p:cNvPr id="62" name="TextBox 61">
            <a:extLst>
              <a:ext uri="{FF2B5EF4-FFF2-40B4-BE49-F238E27FC236}">
                <a16:creationId xmlns:a16="http://schemas.microsoft.com/office/drawing/2014/main" id="{E35C9D9C-DDAA-0918-35C6-3F16D3AF03D8}"/>
              </a:ext>
            </a:extLst>
          </p:cNvPr>
          <p:cNvSpPr txBox="1"/>
          <p:nvPr/>
        </p:nvSpPr>
        <p:spPr>
          <a:xfrm>
            <a:off x="3716982" y="2552643"/>
            <a:ext cx="3295646" cy="1138773"/>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lumMod val="65000"/>
                    <a:lumOff val="35000"/>
                  </a:srgbClr>
                </a:solidFill>
                <a:effectLst/>
                <a:uLnTx/>
                <a:uFillTx/>
                <a:latin typeface="Poppins" panose="00000500000000000000" pitchFamily="2" charset="0"/>
                <a:cs typeface="Poppins" panose="00000500000000000000" pitchFamily="2" charset="0"/>
              </a:rPr>
              <a:t>Design RPA Solution in collaboration  with BA &amp; RPA  Developer.  </a:t>
            </a:r>
            <a:endParaRPr kumimoji="0" lang="en-US" sz="1100" b="0" i="0" u="none" strike="noStrike" kern="0" cap="none" spc="0" normalizeH="0" baseline="0" noProof="0" dirty="0">
              <a:ln>
                <a:noFill/>
              </a:ln>
              <a:solidFill>
                <a:srgbClr val="000000">
                  <a:lumMod val="65000"/>
                  <a:lumOff val="35000"/>
                </a:srgbClr>
              </a:solidFill>
              <a:effectLst/>
              <a:uLnTx/>
              <a:uFillTx/>
              <a:latin typeface="Poppins" panose="00000500000000000000" pitchFamily="2" charset="0"/>
              <a:cs typeface="Poppins" panose="00000500000000000000" pitchFamily="2" charset="0"/>
            </a:endParaRPr>
          </a:p>
          <a:p>
            <a:pPr marL="285764" marR="0" lvl="0" indent="-285764" defTabSz="91440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100" b="0" i="0" u="none" strike="noStrike" kern="0" cap="none" spc="0" normalizeH="0" baseline="0" noProof="0" dirty="0">
                <a:ln>
                  <a:noFill/>
                </a:ln>
                <a:solidFill>
                  <a:srgbClr val="000000">
                    <a:lumMod val="65000"/>
                    <a:lumOff val="35000"/>
                  </a:srgbClr>
                </a:solidFill>
                <a:effectLst/>
                <a:uLnTx/>
                <a:uFillTx/>
                <a:latin typeface="Poppins" panose="00000500000000000000" pitchFamily="2" charset="0"/>
                <a:cs typeface="Poppins" panose="00000500000000000000" pitchFamily="2" charset="0"/>
              </a:rPr>
              <a:t>Input and Output data</a:t>
            </a:r>
          </a:p>
          <a:p>
            <a:pPr marL="285764" marR="0" lvl="0" indent="-285764" defTabSz="91440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100" b="0" i="0" u="none" strike="noStrike" kern="0" cap="none" spc="0" normalizeH="0" baseline="0" noProof="0" dirty="0">
                <a:ln>
                  <a:noFill/>
                </a:ln>
                <a:solidFill>
                  <a:srgbClr val="000000">
                    <a:lumMod val="65000"/>
                    <a:lumOff val="35000"/>
                  </a:srgbClr>
                </a:solidFill>
                <a:effectLst/>
                <a:uLnTx/>
                <a:uFillTx/>
                <a:latin typeface="Poppins" panose="00000500000000000000" pitchFamily="2" charset="0"/>
                <a:cs typeface="Poppins" panose="00000500000000000000" pitchFamily="2" charset="0"/>
              </a:rPr>
              <a:t>Sub processes</a:t>
            </a:r>
          </a:p>
          <a:p>
            <a:pPr marL="285764" marR="0" lvl="0" indent="-285764" defTabSz="91440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100" b="0" i="0" u="none" strike="noStrike" kern="0" cap="none" spc="0" normalizeH="0" baseline="0" noProof="0" dirty="0">
                <a:ln>
                  <a:noFill/>
                </a:ln>
                <a:solidFill>
                  <a:srgbClr val="000000">
                    <a:lumMod val="65000"/>
                    <a:lumOff val="35000"/>
                  </a:srgbClr>
                </a:solidFill>
                <a:effectLst/>
                <a:uLnTx/>
                <a:uFillTx/>
                <a:latin typeface="Poppins" panose="00000500000000000000" pitchFamily="2" charset="0"/>
                <a:cs typeface="Poppins" panose="00000500000000000000" pitchFamily="2" charset="0"/>
              </a:rPr>
              <a:t>Number of asset or valuable</a:t>
            </a:r>
          </a:p>
          <a:p>
            <a:pPr marL="285764" marR="0" lvl="0" indent="-285764" defTabSz="91440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100" b="0" i="0" u="none" strike="noStrike" kern="0" cap="none" spc="0" normalizeH="0" baseline="0" noProof="0" dirty="0">
                <a:ln>
                  <a:noFill/>
                </a:ln>
                <a:solidFill>
                  <a:srgbClr val="000000">
                    <a:lumMod val="65000"/>
                    <a:lumOff val="35000"/>
                  </a:srgbClr>
                </a:solidFill>
                <a:effectLst/>
                <a:uLnTx/>
                <a:uFillTx/>
                <a:latin typeface="Poppins" panose="00000500000000000000" pitchFamily="2" charset="0"/>
                <a:cs typeface="Poppins" panose="00000500000000000000" pitchFamily="2" charset="0"/>
              </a:rPr>
              <a:t>Type and data format Queues</a:t>
            </a:r>
          </a:p>
        </p:txBody>
      </p:sp>
      <p:sp>
        <p:nvSpPr>
          <p:cNvPr id="134" name="TextBox 133">
            <a:extLst>
              <a:ext uri="{FF2B5EF4-FFF2-40B4-BE49-F238E27FC236}">
                <a16:creationId xmlns:a16="http://schemas.microsoft.com/office/drawing/2014/main" id="{2363666B-677C-FF67-6EE5-B67D75089A7A}"/>
              </a:ext>
            </a:extLst>
          </p:cNvPr>
          <p:cNvSpPr txBox="1"/>
          <p:nvPr/>
        </p:nvSpPr>
        <p:spPr>
          <a:xfrm>
            <a:off x="7008526" y="2081770"/>
            <a:ext cx="2622427" cy="297454"/>
          </a:xfrm>
          <a:prstGeom prst="rect">
            <a:avLst/>
          </a:prstGeom>
          <a:noFill/>
        </p:spPr>
        <p:txBody>
          <a:bodyPr wrap="square">
            <a:spAutoFit/>
          </a:bodyPr>
          <a:lstStyle/>
          <a:p>
            <a:r>
              <a:rPr lang="en-US" sz="1333" b="1" spc="-35" dirty="0">
                <a:latin typeface="Poppins" panose="00000500000000000000" pitchFamily="2" charset="0"/>
                <a:cs typeface="Poppins" panose="00000500000000000000" pitchFamily="2" charset="0"/>
              </a:rPr>
              <a:t>RPA Developer Team</a:t>
            </a:r>
          </a:p>
        </p:txBody>
      </p:sp>
      <p:sp>
        <p:nvSpPr>
          <p:cNvPr id="136" name="Freeform 9">
            <a:extLst>
              <a:ext uri="{FF2B5EF4-FFF2-40B4-BE49-F238E27FC236}">
                <a16:creationId xmlns:a16="http://schemas.microsoft.com/office/drawing/2014/main" id="{A99C6AE9-33A1-65D8-CDAD-12D91CE1AF53}"/>
              </a:ext>
            </a:extLst>
          </p:cNvPr>
          <p:cNvSpPr/>
          <p:nvPr/>
        </p:nvSpPr>
        <p:spPr>
          <a:xfrm>
            <a:off x="307280" y="1665754"/>
            <a:ext cx="3978766" cy="400003"/>
          </a:xfrm>
          <a:custGeom>
            <a:avLst/>
            <a:gdLst/>
            <a:ahLst/>
            <a:cxnLst/>
            <a:rect l="l" t="t" r="r" b="b"/>
            <a:pathLst>
              <a:path w="1628740" h="355874">
                <a:moveTo>
                  <a:pt x="117778" y="0"/>
                </a:moveTo>
                <a:lnTo>
                  <a:pt x="1510961" y="0"/>
                </a:lnTo>
                <a:cubicBezTo>
                  <a:pt x="1542198" y="0"/>
                  <a:pt x="1572155" y="12409"/>
                  <a:pt x="1594243" y="34496"/>
                </a:cubicBezTo>
                <a:cubicBezTo>
                  <a:pt x="1616331" y="56584"/>
                  <a:pt x="1628740" y="86541"/>
                  <a:pt x="1628740" y="117778"/>
                </a:cubicBezTo>
                <a:lnTo>
                  <a:pt x="1628740" y="238096"/>
                </a:lnTo>
                <a:cubicBezTo>
                  <a:pt x="1628740" y="269332"/>
                  <a:pt x="1616331" y="299290"/>
                  <a:pt x="1594243" y="321378"/>
                </a:cubicBezTo>
                <a:cubicBezTo>
                  <a:pt x="1572155" y="343465"/>
                  <a:pt x="1542198" y="355874"/>
                  <a:pt x="1510961" y="355874"/>
                </a:cubicBezTo>
                <a:lnTo>
                  <a:pt x="117778" y="355874"/>
                </a:lnTo>
                <a:cubicBezTo>
                  <a:pt x="86541" y="355874"/>
                  <a:pt x="56584" y="343465"/>
                  <a:pt x="34496" y="321378"/>
                </a:cubicBezTo>
                <a:cubicBezTo>
                  <a:pt x="12409" y="299290"/>
                  <a:pt x="0" y="269332"/>
                  <a:pt x="0" y="238096"/>
                </a:cubicBezTo>
                <a:lnTo>
                  <a:pt x="0" y="117778"/>
                </a:lnTo>
                <a:cubicBezTo>
                  <a:pt x="0" y="86541"/>
                  <a:pt x="12409" y="56584"/>
                  <a:pt x="34496" y="34496"/>
                </a:cubicBezTo>
                <a:cubicBezTo>
                  <a:pt x="56584" y="12409"/>
                  <a:pt x="86541" y="0"/>
                  <a:pt x="117778" y="0"/>
                </a:cubicBezTo>
                <a:close/>
              </a:path>
            </a:pathLst>
          </a:custGeom>
          <a:solidFill>
            <a:srgbClr val="006666"/>
          </a:solidFill>
        </p:spPr>
        <p:txBody>
          <a:bodyPr/>
          <a:lstStyle/>
          <a:p>
            <a:endParaRPr lang="en-US" sz="1200"/>
          </a:p>
        </p:txBody>
      </p:sp>
      <p:sp>
        <p:nvSpPr>
          <p:cNvPr id="137" name="TextBox 10">
            <a:extLst>
              <a:ext uri="{FF2B5EF4-FFF2-40B4-BE49-F238E27FC236}">
                <a16:creationId xmlns:a16="http://schemas.microsoft.com/office/drawing/2014/main" id="{95905FBD-9A2C-38BD-3880-9A601A8CFD48}"/>
              </a:ext>
            </a:extLst>
          </p:cNvPr>
          <p:cNvSpPr txBox="1"/>
          <p:nvPr/>
        </p:nvSpPr>
        <p:spPr>
          <a:xfrm>
            <a:off x="307280" y="1605164"/>
            <a:ext cx="3296248" cy="437885"/>
          </a:xfrm>
          <a:prstGeom prst="rect">
            <a:avLst/>
          </a:prstGeom>
        </p:spPr>
        <p:txBody>
          <a:bodyPr lIns="33867" tIns="33867" rIns="33867" bIns="33867" rtlCol="0" anchor="ctr"/>
          <a:lstStyle/>
          <a:p>
            <a:pPr algn="ctr">
              <a:lnSpc>
                <a:spcPts val="2175"/>
              </a:lnSpc>
            </a:pPr>
            <a:endParaRPr sz="1200"/>
          </a:p>
        </p:txBody>
      </p:sp>
      <p:sp>
        <p:nvSpPr>
          <p:cNvPr id="138" name="テキスト ボックス 29">
            <a:extLst>
              <a:ext uri="{FF2B5EF4-FFF2-40B4-BE49-F238E27FC236}">
                <a16:creationId xmlns:a16="http://schemas.microsoft.com/office/drawing/2014/main" id="{75F058A5-91C8-5A62-D6BC-76CD1457ACB3}"/>
              </a:ext>
            </a:extLst>
          </p:cNvPr>
          <p:cNvSpPr txBox="1"/>
          <p:nvPr/>
        </p:nvSpPr>
        <p:spPr>
          <a:xfrm>
            <a:off x="929821" y="1710786"/>
            <a:ext cx="3599867" cy="307777"/>
          </a:xfrm>
          <a:prstGeom prst="rect">
            <a:avLst/>
          </a:prstGeom>
          <a:noFill/>
        </p:spPr>
        <p:txBody>
          <a:bodyPr wrap="square" rtlCol="0">
            <a:spAutoFit/>
          </a:bodyPr>
          <a:lstStyle>
            <a:defPPr>
              <a:defRPr lang="ja-JP"/>
            </a:defPPr>
            <a:lvl1pPr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1pPr>
            <a:lvl2pPr marL="4572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2pPr>
            <a:lvl3pPr marL="9144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3pPr>
            <a:lvl4pPr marL="13716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4pPr>
            <a:lvl5pPr marL="18288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5pPr>
            <a:lvl6pPr marL="22860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6pPr>
            <a:lvl7pPr marL="27432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7pPr>
            <a:lvl8pPr marL="32004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8pPr>
            <a:lvl9pPr marL="36576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9pPr>
          </a:lstStyle>
          <a:p>
            <a:pPr algn="l" defTabSz="914446">
              <a:defRPr/>
            </a:pPr>
            <a:r>
              <a:rPr lang="en-US" altLang="ja-JP" sz="1400" b="1" dirty="0">
                <a:latin typeface="Poppins" panose="00000500000000000000" pitchFamily="2" charset="0"/>
                <a:cs typeface="Poppins" panose="00000500000000000000" pitchFamily="2" charset="0"/>
              </a:rPr>
              <a:t>Design &amp; Development Phase</a:t>
            </a:r>
            <a:endParaRPr lang="ja-JP" altLang="en-US" sz="1400" b="1" dirty="0">
              <a:latin typeface="Poppins" panose="00000500000000000000" pitchFamily="2" charset="0"/>
              <a:cs typeface="Poppins" panose="00000500000000000000" pitchFamily="2" charset="0"/>
            </a:endParaRPr>
          </a:p>
        </p:txBody>
      </p:sp>
      <p:sp>
        <p:nvSpPr>
          <p:cNvPr id="139" name="Freeform 12">
            <a:extLst>
              <a:ext uri="{FF2B5EF4-FFF2-40B4-BE49-F238E27FC236}">
                <a16:creationId xmlns:a16="http://schemas.microsoft.com/office/drawing/2014/main" id="{AAC0D2D7-A2B1-849E-F1C5-749EA64A5A4A}"/>
              </a:ext>
            </a:extLst>
          </p:cNvPr>
          <p:cNvSpPr/>
          <p:nvPr/>
        </p:nvSpPr>
        <p:spPr>
          <a:xfrm>
            <a:off x="216086" y="1647455"/>
            <a:ext cx="448257" cy="41830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666"/>
          </a:solidFill>
        </p:spPr>
        <p:txBody>
          <a:bodyPr/>
          <a:lstStyle/>
          <a:p>
            <a:endParaRPr lang="en-US" sz="1200"/>
          </a:p>
        </p:txBody>
      </p:sp>
      <p:sp>
        <p:nvSpPr>
          <p:cNvPr id="140" name="テキスト ボックス 29">
            <a:extLst>
              <a:ext uri="{FF2B5EF4-FFF2-40B4-BE49-F238E27FC236}">
                <a16:creationId xmlns:a16="http://schemas.microsoft.com/office/drawing/2014/main" id="{D8F2D38B-EE74-B8CF-1669-A96E54A063B4}"/>
              </a:ext>
            </a:extLst>
          </p:cNvPr>
          <p:cNvSpPr txBox="1"/>
          <p:nvPr/>
        </p:nvSpPr>
        <p:spPr>
          <a:xfrm>
            <a:off x="192974" y="1710843"/>
            <a:ext cx="1007176" cy="338554"/>
          </a:xfrm>
          <a:prstGeom prst="rect">
            <a:avLst/>
          </a:prstGeom>
          <a:noFill/>
        </p:spPr>
        <p:txBody>
          <a:bodyPr wrap="square" rtlCol="0">
            <a:spAutoFit/>
          </a:bodyPr>
          <a:lstStyle>
            <a:defPPr>
              <a:defRPr lang="ja-JP"/>
            </a:defPPr>
            <a:lvl1pPr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1pPr>
            <a:lvl2pPr marL="4572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2pPr>
            <a:lvl3pPr marL="9144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3pPr>
            <a:lvl4pPr marL="13716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4pPr>
            <a:lvl5pPr marL="18288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5pPr>
            <a:lvl6pPr marL="22860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6pPr>
            <a:lvl7pPr marL="27432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7pPr>
            <a:lvl8pPr marL="32004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8pPr>
            <a:lvl9pPr marL="36576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9pPr>
          </a:lstStyle>
          <a:p>
            <a:pPr algn="l" defTabSz="914446">
              <a:defRPr/>
            </a:pPr>
            <a:r>
              <a:rPr lang="en-US" altLang="ja-JP" b="1" dirty="0">
                <a:latin typeface="Poppins" panose="00000500000000000000" pitchFamily="2" charset="0"/>
                <a:cs typeface="Poppins" panose="00000500000000000000" pitchFamily="2" charset="0"/>
              </a:rPr>
              <a:t>03-04</a:t>
            </a:r>
            <a:endParaRPr lang="ja-JP" altLang="en-US" b="1" dirty="0">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9F2260BF-3D62-210B-3E59-D8089787CE22}"/>
              </a:ext>
            </a:extLst>
          </p:cNvPr>
          <p:cNvSpPr txBox="1"/>
          <p:nvPr/>
        </p:nvSpPr>
        <p:spPr>
          <a:xfrm>
            <a:off x="7449544" y="2564053"/>
            <a:ext cx="4585132" cy="297454"/>
          </a:xfrm>
          <a:prstGeom prst="rect">
            <a:avLst/>
          </a:prstGeom>
          <a:noFill/>
          <a:ln>
            <a:noFill/>
          </a:ln>
        </p:spPr>
        <p:txBody>
          <a:bodyPr wrap="square">
            <a:spAutoFit/>
          </a:bodyPr>
          <a:lstStyle/>
          <a:p>
            <a:r>
              <a:rPr lang="en-US" sz="1333" b="1" spc="-35" dirty="0">
                <a:solidFill>
                  <a:srgbClr val="FF0000"/>
                </a:solidFill>
                <a:latin typeface="Poppins" panose="00000500000000000000" pitchFamily="2" charset="0"/>
                <a:cs typeface="Poppins" panose="00000500000000000000" pitchFamily="2" charset="0"/>
              </a:rPr>
              <a:t>Important: </a:t>
            </a:r>
            <a:r>
              <a:rPr lang="en-US" sz="1200" b="1" spc="-35" dirty="0">
                <a:solidFill>
                  <a:srgbClr val="FF0000"/>
                </a:solidFill>
                <a:latin typeface="Poppins" panose="00000500000000000000" pitchFamily="2" charset="0"/>
                <a:cs typeface="Poppins" panose="00000500000000000000" pitchFamily="2" charset="0"/>
              </a:rPr>
              <a:t>We should develop a testing environment</a:t>
            </a:r>
          </a:p>
        </p:txBody>
      </p:sp>
      <p:pic>
        <p:nvPicPr>
          <p:cNvPr id="6" name="Picture 5" descr="A red circle with a black exclamation mark&#10;&#10;AI-generated content may be incorrect.">
            <a:extLst>
              <a:ext uri="{FF2B5EF4-FFF2-40B4-BE49-F238E27FC236}">
                <a16:creationId xmlns:a16="http://schemas.microsoft.com/office/drawing/2014/main" id="{76CC9BB8-413A-4FA3-6A84-0E909AE77D4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19668" y="2546181"/>
            <a:ext cx="301068" cy="301068"/>
          </a:xfrm>
          <a:prstGeom prst="rect">
            <a:avLst/>
          </a:prstGeom>
        </p:spPr>
      </p:pic>
      <p:sp>
        <p:nvSpPr>
          <p:cNvPr id="3" name="Slide Number Placeholder 1">
            <a:extLst>
              <a:ext uri="{FF2B5EF4-FFF2-40B4-BE49-F238E27FC236}">
                <a16:creationId xmlns:a16="http://schemas.microsoft.com/office/drawing/2014/main" id="{40F8CAA1-6C17-002F-D3BE-C2248C27F898}"/>
              </a:ext>
            </a:extLst>
          </p:cNvPr>
          <p:cNvSpPr>
            <a:spLocks noGrp="1"/>
          </p:cNvSpPr>
          <p:nvPr>
            <p:ph type="sldNum" sz="quarter" idx="12"/>
          </p:nvPr>
        </p:nvSpPr>
        <p:spPr>
          <a:xfrm>
            <a:off x="10728900" y="6600237"/>
            <a:ext cx="1422400" cy="243417"/>
          </a:xfrm>
        </p:spPr>
        <p:txBody>
          <a:bodyPr/>
          <a:lstStyle/>
          <a:p>
            <a:pPr defTabSz="914446">
              <a:defRPr/>
            </a:pPr>
            <a:fld id="{5E5634F8-C5C6-4843-9A92-B93B76582613}" type="slidenum">
              <a:rPr lang="en-US" sz="1333">
                <a:solidFill>
                  <a:schemeClr val="tx1"/>
                </a:solidFill>
                <a:latin typeface="Poppins" panose="00000500000000000000" pitchFamily="2" charset="0"/>
                <a:cs typeface="Poppins" panose="00000500000000000000" pitchFamily="2" charset="0"/>
              </a:rPr>
              <a:pPr defTabSz="914446">
                <a:defRPr/>
              </a:pPr>
              <a:t>20</a:t>
            </a:fld>
            <a:endParaRPr lang="en-US" sz="1333" dirty="0">
              <a:solidFill>
                <a:schemeClr val="tx1"/>
              </a:solidFill>
              <a:latin typeface="Poppins" panose="00000500000000000000" pitchFamily="2" charset="0"/>
              <a:cs typeface="Poppins" panose="00000500000000000000" pitchFamily="2" charset="0"/>
            </a:endParaRPr>
          </a:p>
        </p:txBody>
      </p:sp>
      <p:sp>
        <p:nvSpPr>
          <p:cNvPr id="7" name="Rectangle 1">
            <a:extLst>
              <a:ext uri="{FF2B5EF4-FFF2-40B4-BE49-F238E27FC236}">
                <a16:creationId xmlns:a16="http://schemas.microsoft.com/office/drawing/2014/main" id="{FF73BABF-3D8E-B847-C585-11A539A4D1C8}"/>
              </a:ext>
            </a:extLst>
          </p:cNvPr>
          <p:cNvSpPr>
            <a:spLocks noChangeArrowheads="1"/>
          </p:cNvSpPr>
          <p:nvPr/>
        </p:nvSpPr>
        <p:spPr bwMode="auto">
          <a:xfrm>
            <a:off x="3692791" y="3737634"/>
            <a:ext cx="2018196" cy="343041"/>
          </a:xfrm>
          <a:prstGeom prst="round2SameRect">
            <a:avLst/>
          </a:prstGeom>
          <a:noFill/>
          <a:ln>
            <a:noFill/>
          </a:ln>
        </p:spPr>
        <p:txBody>
          <a:bodyPr lIns="27432" tIns="18288" rIns="0" bIns="18288" anchor="ctr"/>
          <a:lstStyle>
            <a:lvl1pPr eaLnBrk="0" hangingPunct="0">
              <a:defRPr kumimoji="1">
                <a:solidFill>
                  <a:schemeClr val="tx1"/>
                </a:solidFill>
                <a:latin typeface="Calibri" pitchFamily="34" charset="0"/>
                <a:ea typeface="ＭＳ Ｐゴシック" pitchFamily="50" charset="-128"/>
              </a:defRPr>
            </a:lvl1pPr>
            <a:lvl2pPr marL="742950" indent="-285750" eaLnBrk="0" hangingPunct="0">
              <a:defRPr kumimoji="1">
                <a:solidFill>
                  <a:schemeClr val="tx1"/>
                </a:solidFill>
                <a:latin typeface="Calibri" pitchFamily="34" charset="0"/>
                <a:ea typeface="ＭＳ Ｐゴシック" pitchFamily="50" charset="-128"/>
              </a:defRPr>
            </a:lvl2pPr>
            <a:lvl3pPr marL="1143000" indent="-228600" eaLnBrk="0" hangingPunct="0">
              <a:defRPr kumimoji="1">
                <a:solidFill>
                  <a:schemeClr val="tx1"/>
                </a:solidFill>
                <a:latin typeface="Calibri" pitchFamily="34" charset="0"/>
                <a:ea typeface="ＭＳ Ｐゴシック" pitchFamily="50" charset="-128"/>
              </a:defRPr>
            </a:lvl3pPr>
            <a:lvl4pPr marL="1600200" indent="-228600" eaLnBrk="0" hangingPunct="0">
              <a:defRPr kumimoji="1">
                <a:solidFill>
                  <a:schemeClr val="tx1"/>
                </a:solidFill>
                <a:latin typeface="Calibri" pitchFamily="34" charset="0"/>
                <a:ea typeface="ＭＳ Ｐゴシック" pitchFamily="50" charset="-128"/>
              </a:defRPr>
            </a:lvl4pPr>
            <a:lvl5pPr marL="2057400" indent="-228600" eaLnBrk="0" hangingPunct="0">
              <a:defRPr kumimoji="1">
                <a:solidFill>
                  <a:schemeClr val="tx1"/>
                </a:solidFill>
                <a:latin typeface="Calibri"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Calibri"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Calibri"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Calibri"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Calibri" pitchFamily="34" charset="0"/>
                <a:ea typeface="ＭＳ Ｐゴシック" pitchFamily="50" charset="-128"/>
              </a:defRPr>
            </a:lvl9pPr>
          </a:lstStyle>
          <a:p>
            <a:pPr marL="171450" indent="-171450">
              <a:buFont typeface="Wingdings" panose="05000000000000000000" pitchFamily="2" charset="2"/>
              <a:buChar char="q"/>
            </a:pPr>
            <a:r>
              <a:rPr lang="en-US" altLang="ja-JP" sz="1050" dirty="0">
                <a:latin typeface="Poppins" panose="00000500000000000000" pitchFamily="2" charset="0"/>
                <a:cs typeface="Poppins" panose="00000500000000000000" pitchFamily="2" charset="0"/>
              </a:rPr>
              <a:t>Folder Structure</a:t>
            </a:r>
          </a:p>
        </p:txBody>
      </p:sp>
      <p:sp>
        <p:nvSpPr>
          <p:cNvPr id="13" name="TextBox 12">
            <a:extLst>
              <a:ext uri="{FF2B5EF4-FFF2-40B4-BE49-F238E27FC236}">
                <a16:creationId xmlns:a16="http://schemas.microsoft.com/office/drawing/2014/main" id="{0E69FA93-750B-A66F-1CF5-42C8D5D7BC1D}"/>
              </a:ext>
            </a:extLst>
          </p:cNvPr>
          <p:cNvSpPr txBox="1"/>
          <p:nvPr/>
        </p:nvSpPr>
        <p:spPr>
          <a:xfrm>
            <a:off x="5114786" y="3802122"/>
            <a:ext cx="2088009" cy="261610"/>
          </a:xfrm>
          <a:prstGeom prst="rect">
            <a:avLst/>
          </a:prstGeom>
          <a:noFill/>
        </p:spPr>
        <p:txBody>
          <a:bodyPr wrap="square">
            <a:spAutoFit/>
          </a:bodyPr>
          <a:lstStyle/>
          <a:p>
            <a:pPr marL="171450" indent="-171450">
              <a:buFont typeface="Wingdings" panose="05000000000000000000" pitchFamily="2" charset="2"/>
              <a:buChar char="q"/>
            </a:pPr>
            <a:r>
              <a:rPr lang="en-US" sz="1100" dirty="0">
                <a:latin typeface="Poppins" panose="00000500000000000000" pitchFamily="2" charset="0"/>
                <a:cs typeface="Poppins" panose="00000500000000000000" pitchFamily="2" charset="0"/>
              </a:rPr>
              <a:t>Naming Rule </a:t>
            </a:r>
          </a:p>
        </p:txBody>
      </p:sp>
      <p:sp>
        <p:nvSpPr>
          <p:cNvPr id="15" name="TextBox 14">
            <a:extLst>
              <a:ext uri="{FF2B5EF4-FFF2-40B4-BE49-F238E27FC236}">
                <a16:creationId xmlns:a16="http://schemas.microsoft.com/office/drawing/2014/main" id="{870DE437-5F2F-5ADF-F34E-1BFE87F94D87}"/>
              </a:ext>
            </a:extLst>
          </p:cNvPr>
          <p:cNvSpPr txBox="1"/>
          <p:nvPr/>
        </p:nvSpPr>
        <p:spPr>
          <a:xfrm>
            <a:off x="3655598" y="5353960"/>
            <a:ext cx="1428020" cy="261610"/>
          </a:xfrm>
          <a:prstGeom prst="rect">
            <a:avLst/>
          </a:prstGeom>
          <a:noFill/>
        </p:spPr>
        <p:txBody>
          <a:bodyPr wrap="square">
            <a:spAutoFit/>
          </a:bodyPr>
          <a:lstStyle/>
          <a:p>
            <a:pPr marL="171450" indent="-171450">
              <a:buFont typeface="Wingdings" panose="05000000000000000000" pitchFamily="2" charset="2"/>
              <a:buChar char="q"/>
            </a:pPr>
            <a:r>
              <a:rPr lang="en-US" sz="1100" dirty="0">
                <a:latin typeface="Poppins" panose="00000500000000000000" pitchFamily="2" charset="0"/>
                <a:cs typeface="Poppins" panose="00000500000000000000" pitchFamily="2" charset="0"/>
              </a:rPr>
              <a:t>Log Message</a:t>
            </a:r>
          </a:p>
        </p:txBody>
      </p:sp>
      <p:sp>
        <p:nvSpPr>
          <p:cNvPr id="26" name="TextBox 25">
            <a:extLst>
              <a:ext uri="{FF2B5EF4-FFF2-40B4-BE49-F238E27FC236}">
                <a16:creationId xmlns:a16="http://schemas.microsoft.com/office/drawing/2014/main" id="{EF0ADDBF-B78F-E61E-CD40-C3A034253A1C}"/>
              </a:ext>
            </a:extLst>
          </p:cNvPr>
          <p:cNvSpPr txBox="1"/>
          <p:nvPr/>
        </p:nvSpPr>
        <p:spPr>
          <a:xfrm>
            <a:off x="5095849" y="5371113"/>
            <a:ext cx="1428020" cy="261610"/>
          </a:xfrm>
          <a:prstGeom prst="rect">
            <a:avLst/>
          </a:prstGeom>
          <a:noFill/>
        </p:spPr>
        <p:txBody>
          <a:bodyPr wrap="square">
            <a:spAutoFit/>
          </a:bodyPr>
          <a:lstStyle/>
          <a:p>
            <a:pPr marL="171450" indent="-171450">
              <a:buFont typeface="Wingdings" panose="05000000000000000000" pitchFamily="2" charset="2"/>
              <a:buChar char="q"/>
            </a:pPr>
            <a:r>
              <a:rPr lang="en-US" sz="1100" dirty="0">
                <a:latin typeface="Poppins" panose="00000500000000000000" pitchFamily="2" charset="0"/>
                <a:cs typeface="Poppins" panose="00000500000000000000" pitchFamily="2" charset="0"/>
              </a:rPr>
              <a:t>Email Standard </a:t>
            </a:r>
          </a:p>
        </p:txBody>
      </p:sp>
      <p:sp>
        <p:nvSpPr>
          <p:cNvPr id="10" name="Rectangle 9">
            <a:extLst>
              <a:ext uri="{FF2B5EF4-FFF2-40B4-BE49-F238E27FC236}">
                <a16:creationId xmlns:a16="http://schemas.microsoft.com/office/drawing/2014/main" id="{1D28A2DF-31A0-4A9F-CFCB-62135BD9C6D3}"/>
              </a:ext>
            </a:extLst>
          </p:cNvPr>
          <p:cNvSpPr/>
          <p:nvPr/>
        </p:nvSpPr>
        <p:spPr>
          <a:xfrm>
            <a:off x="706496" y="1206496"/>
            <a:ext cx="11218061" cy="297454"/>
          </a:xfrm>
          <a:prstGeom prst="rect">
            <a:avLst/>
          </a:prstGeom>
          <a:noFill/>
        </p:spPr>
        <p:txBody>
          <a:bodyPr wrap="square">
            <a:spAutoFit/>
          </a:bodyPr>
          <a:lstStyle/>
          <a:p>
            <a:pPr marL="0" marR="0" lvl="0" indent="0" algn="l" defTabSz="609630" rtl="0" eaLnBrk="1" fontAlgn="base"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Participant</a:t>
            </a:r>
            <a:r>
              <a:rPr kumimoji="0" lang="th-TH" sz="1333"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a:t>
            </a:r>
            <a:r>
              <a:rPr kumimoji="0" lang="en-US" sz="1333"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a:t>
            </a:r>
            <a:r>
              <a:rPr kumimoji="0" lang="th-TH" sz="1333" b="1" i="0" u="none" strike="noStrike" kern="1200" cap="none" spc="0" normalizeH="0" baseline="0" noProof="0" dirty="0">
                <a:ln>
                  <a:noFill/>
                </a:ln>
                <a:solidFill>
                  <a:prstClr val="black"/>
                </a:solidFill>
                <a:effectLst/>
                <a:uLnTx/>
                <a:uFillTx/>
                <a:latin typeface="Poppins" panose="00000500000000000000" pitchFamily="2" charset="0"/>
                <a:ea typeface="+mn-ea"/>
                <a:cs typeface="Cordia New" panose="020B0304020202020204" pitchFamily="34" charset="-34"/>
              </a:rPr>
              <a:t> </a:t>
            </a:r>
            <a:r>
              <a:rPr kumimoji="0" lang="en-US" sz="1333" b="1" i="0" u="none" strike="noStrike" kern="1200" cap="none" spc="0" normalizeH="0" baseline="0" noProof="0" dirty="0">
                <a:ln>
                  <a:noFill/>
                </a:ln>
                <a:solidFill>
                  <a:prstClr val="black"/>
                </a:solidFill>
                <a:effectLst/>
                <a:uLnTx/>
                <a:uFillTx/>
                <a:latin typeface="Poppins" panose="00000500000000000000" pitchFamily="2" charset="0"/>
                <a:ea typeface="+mn-ea"/>
                <a:cs typeface="Cordia New" panose="020B0304020202020204" pitchFamily="34" charset="-34"/>
              </a:rPr>
              <a:t> </a:t>
            </a:r>
            <a:r>
              <a:rPr kumimoji="0" lang="en-US"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Business Analyst, NCT –Developer/ Programmer</a:t>
            </a:r>
            <a:endParaRPr kumimoji="0" lang="en-US" sz="1267"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2" name="Rectangle 11">
            <a:extLst>
              <a:ext uri="{FF2B5EF4-FFF2-40B4-BE49-F238E27FC236}">
                <a16:creationId xmlns:a16="http://schemas.microsoft.com/office/drawing/2014/main" id="{EFE2588A-CE46-2DD7-5018-AD35D43D9C74}"/>
              </a:ext>
            </a:extLst>
          </p:cNvPr>
          <p:cNvSpPr/>
          <p:nvPr/>
        </p:nvSpPr>
        <p:spPr>
          <a:xfrm>
            <a:off x="706496" y="904179"/>
            <a:ext cx="11342612" cy="297454"/>
          </a:xfrm>
          <a:prstGeom prst="rect">
            <a:avLst/>
          </a:prstGeom>
          <a:noFill/>
        </p:spPr>
        <p:txBody>
          <a:bodyPr wrap="square">
            <a:spAutoFit/>
          </a:bodyPr>
          <a:lstStyle/>
          <a:p>
            <a:pPr marL="0" marR="0" lvl="0" indent="0" algn="l" defTabSz="609630" rtl="0" eaLnBrk="1" fontAlgn="base"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Key Activity :</a:t>
            </a:r>
            <a:r>
              <a:rPr kumimoji="0" lang="th-TH" sz="1333" b="1" i="0" u="none" strike="noStrike" kern="1200" cap="none" spc="0" normalizeH="0" baseline="0" noProof="0" dirty="0">
                <a:ln>
                  <a:noFill/>
                </a:ln>
                <a:solidFill>
                  <a:prstClr val="black"/>
                </a:solidFill>
                <a:effectLst/>
                <a:uLnTx/>
                <a:uFillTx/>
                <a:latin typeface="Poppins" panose="00000500000000000000" pitchFamily="2" charset="0"/>
                <a:ea typeface="+mn-ea"/>
                <a:cs typeface="Cordia New" panose="020B0304020202020204" pitchFamily="34" charset="-34"/>
              </a:rPr>
              <a:t> </a:t>
            </a:r>
            <a:r>
              <a:rPr kumimoji="0" lang="en-GB"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Construct the Web Application and coding follow the Software Requirement Specification (SRS)</a:t>
            </a:r>
          </a:p>
        </p:txBody>
      </p:sp>
      <p:sp>
        <p:nvSpPr>
          <p:cNvPr id="30" name="Rectangle 29">
            <a:extLst>
              <a:ext uri="{FF2B5EF4-FFF2-40B4-BE49-F238E27FC236}">
                <a16:creationId xmlns:a16="http://schemas.microsoft.com/office/drawing/2014/main" id="{ACC32D3C-64C8-E209-972B-EA3D5D2C42A8}"/>
              </a:ext>
            </a:extLst>
          </p:cNvPr>
          <p:cNvSpPr/>
          <p:nvPr/>
        </p:nvSpPr>
        <p:spPr>
          <a:xfrm>
            <a:off x="-1" y="825910"/>
            <a:ext cx="12192001" cy="71304"/>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4F8933C2-1E50-6368-AEC3-495E3CE5DFE0}"/>
              </a:ext>
            </a:extLst>
          </p:cNvPr>
          <p:cNvSpPr txBox="1"/>
          <p:nvPr/>
        </p:nvSpPr>
        <p:spPr>
          <a:xfrm>
            <a:off x="362600" y="336435"/>
            <a:ext cx="9657198" cy="427553"/>
          </a:xfrm>
          <a:prstGeom prst="rect">
            <a:avLst/>
          </a:prstGeom>
        </p:spPr>
        <p:txBody>
          <a:bodyPr wrap="square" lIns="0" tIns="0" rIns="0" bIns="0" rtlCol="0" anchor="t">
            <a:spAutoFit/>
          </a:bodyPr>
          <a:lstStyle/>
          <a:p>
            <a:pPr defTabSz="609630">
              <a:lnSpc>
                <a:spcPts val="3360"/>
              </a:lnSpc>
              <a:spcBef>
                <a:spcPct val="0"/>
              </a:spcBef>
            </a:pPr>
            <a:r>
              <a:rPr lang="en-US" sz="2800" b="1" dirty="0">
                <a:solidFill>
                  <a:prstClr val="black"/>
                </a:solidFill>
                <a:latin typeface="Poppins" panose="00000500000000000000" pitchFamily="2" charset="0"/>
                <a:ea typeface="Poppins 2 Bold"/>
                <a:cs typeface="Poppins" panose="00000500000000000000" pitchFamily="2" charset="0"/>
                <a:sym typeface="Poppins 2 Bold"/>
              </a:rPr>
              <a:t>5. Implementation Stage</a:t>
            </a:r>
            <a:endParaRPr lang="en-US" sz="2800" b="1" dirty="0">
              <a:solidFill>
                <a:schemeClr val="accent2"/>
              </a:solidFill>
              <a:latin typeface="Poppins" panose="00000500000000000000" pitchFamily="2" charset="0"/>
              <a:ea typeface="Poppins 2 Bold"/>
              <a:cs typeface="Poppins" panose="00000500000000000000" pitchFamily="2" charset="0"/>
              <a:sym typeface="Poppins 2 Bold"/>
            </a:endParaRPr>
          </a:p>
        </p:txBody>
      </p:sp>
      <p:sp>
        <p:nvSpPr>
          <p:cNvPr id="135" name="age">
            <a:extLst>
              <a:ext uri="{FF2B5EF4-FFF2-40B4-BE49-F238E27FC236}">
                <a16:creationId xmlns:a16="http://schemas.microsoft.com/office/drawing/2014/main" id="{E2FDC7BE-1B0F-41F4-F930-8DD2C1A2DF17}"/>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grpSp>
        <p:nvGrpSpPr>
          <p:cNvPr id="141" name="Group 140">
            <a:extLst>
              <a:ext uri="{FF2B5EF4-FFF2-40B4-BE49-F238E27FC236}">
                <a16:creationId xmlns:a16="http://schemas.microsoft.com/office/drawing/2014/main" id="{EF7098BE-69CD-FF0B-1EEC-60DFDCDF92B3}"/>
              </a:ext>
            </a:extLst>
          </p:cNvPr>
          <p:cNvGrpSpPr/>
          <p:nvPr/>
        </p:nvGrpSpPr>
        <p:grpSpPr>
          <a:xfrm>
            <a:off x="10566400" y="-25400"/>
            <a:ext cx="1625600" cy="545786"/>
            <a:chOff x="10566400" y="-25400"/>
            <a:chExt cx="1625600" cy="545786"/>
          </a:xfrm>
        </p:grpSpPr>
        <p:grpSp>
          <p:nvGrpSpPr>
            <p:cNvPr id="142" name="Group 141">
              <a:extLst>
                <a:ext uri="{FF2B5EF4-FFF2-40B4-BE49-F238E27FC236}">
                  <a16:creationId xmlns:a16="http://schemas.microsoft.com/office/drawing/2014/main" id="{C273C9AA-AFFD-58AA-CE2C-CC57BC9FE9A4}"/>
                </a:ext>
              </a:extLst>
            </p:cNvPr>
            <p:cNvGrpSpPr/>
            <p:nvPr/>
          </p:nvGrpSpPr>
          <p:grpSpPr>
            <a:xfrm>
              <a:off x="10566400" y="-25400"/>
              <a:ext cx="1625600" cy="545786"/>
              <a:chOff x="15849600" y="0"/>
              <a:chExt cx="2438400" cy="818679"/>
            </a:xfrm>
          </p:grpSpPr>
          <p:sp>
            <p:nvSpPr>
              <p:cNvPr id="144" name="Rectangle: Top Corners Rounded 143">
                <a:extLst>
                  <a:ext uri="{FF2B5EF4-FFF2-40B4-BE49-F238E27FC236}">
                    <a16:creationId xmlns:a16="http://schemas.microsoft.com/office/drawing/2014/main" id="{5D0C6B72-6525-0A74-3840-C2966BE832C5}"/>
                  </a:ext>
                </a:extLst>
              </p:cNvPr>
              <p:cNvSpPr/>
              <p:nvPr/>
            </p:nvSpPr>
            <p:spPr>
              <a:xfrm rot="10800000">
                <a:off x="15849600" y="38100"/>
                <a:ext cx="2411660" cy="780579"/>
              </a:xfrm>
              <a:prstGeom prst="round2Same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45" name="Rectangle: Top Corners Rounded 144">
                <a:extLst>
                  <a:ext uri="{FF2B5EF4-FFF2-40B4-BE49-F238E27FC236}">
                    <a16:creationId xmlns:a16="http://schemas.microsoft.com/office/drawing/2014/main" id="{B0470D86-55B2-8F71-303B-3CB319856B77}"/>
                  </a:ext>
                </a:extLst>
              </p:cNvPr>
              <p:cNvSpPr/>
              <p:nvPr/>
            </p:nvSpPr>
            <p:spPr>
              <a:xfrm rot="10800000">
                <a:off x="15876343" y="0"/>
                <a:ext cx="2411657" cy="770069"/>
              </a:xfrm>
              <a:prstGeom prst="round2Same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46" name="Freeform 10">
                <a:extLst>
                  <a:ext uri="{FF2B5EF4-FFF2-40B4-BE49-F238E27FC236}">
                    <a16:creationId xmlns:a16="http://schemas.microsoft.com/office/drawing/2014/main" id="{EFAD2229-713C-69CC-3C37-1DF0282DCB14}"/>
                  </a:ext>
                </a:extLst>
              </p:cNvPr>
              <p:cNvSpPr/>
              <p:nvPr/>
            </p:nvSpPr>
            <p:spPr>
              <a:xfrm>
                <a:off x="17049533" y="81363"/>
                <a:ext cx="1165535" cy="594422"/>
              </a:xfrm>
              <a:custGeom>
                <a:avLst/>
                <a:gdLst/>
                <a:ahLst/>
                <a:cxnLst/>
                <a:rect l="l" t="t" r="r" b="b"/>
                <a:pathLst>
                  <a:path w="1165534" h="594422">
                    <a:moveTo>
                      <a:pt x="0" y="0"/>
                    </a:moveTo>
                    <a:lnTo>
                      <a:pt x="1165534" y="0"/>
                    </a:lnTo>
                    <a:lnTo>
                      <a:pt x="1165534" y="594423"/>
                    </a:lnTo>
                    <a:lnTo>
                      <a:pt x="0" y="594423"/>
                    </a:lnTo>
                    <a:lnTo>
                      <a:pt x="0" y="0"/>
                    </a:lnTo>
                    <a:close/>
                  </a:path>
                </a:pathLst>
              </a:custGeom>
              <a:blipFill>
                <a:blip r:embed="rId7"/>
                <a:stretch>
                  <a:fillRect/>
                </a:stretch>
              </a:blipFill>
              <a:ln>
                <a:noFill/>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143" name="Picture 142" descr="Home - บริษัท เอเชีย กรีน เอนเนอจี จำกัด (มหาชน)">
              <a:extLst>
                <a:ext uri="{FF2B5EF4-FFF2-40B4-BE49-F238E27FC236}">
                  <a16:creationId xmlns:a16="http://schemas.microsoft.com/office/drawing/2014/main" id="{26C34F39-408C-3DF1-3D87-26928D76A11A}"/>
                </a:ext>
              </a:extLst>
            </p:cNvPr>
            <p:cNvPicPr>
              <a:picLocks noChangeAspect="1"/>
            </p:cNvPicPr>
            <p:nvPr/>
          </p:nvPicPr>
          <p:blipFill>
            <a:blip r:embed="rId8"/>
            <a:stretch>
              <a:fillRect/>
            </a:stretch>
          </p:blipFill>
          <p:spPr>
            <a:xfrm>
              <a:off x="10705450" y="88996"/>
              <a:ext cx="534700" cy="326053"/>
            </a:xfrm>
            <a:prstGeom prst="rect">
              <a:avLst/>
            </a:prstGeom>
          </p:spPr>
        </p:pic>
      </p:grpSp>
    </p:spTree>
    <p:extLst>
      <p:ext uri="{BB962C8B-B14F-4D97-AF65-F5344CB8AC3E}">
        <p14:creationId xmlns:p14="http://schemas.microsoft.com/office/powerpoint/2010/main" val="10446602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AFFE2-0185-B17C-CC4C-92F650B48BAA}"/>
            </a:ext>
          </a:extLst>
        </p:cNvPr>
        <p:cNvGrpSpPr/>
        <p:nvPr/>
      </p:nvGrpSpPr>
      <p:grpSpPr>
        <a:xfrm>
          <a:off x="0" y="0"/>
          <a:ext cx="0" cy="0"/>
          <a:chOff x="0" y="0"/>
          <a:chExt cx="0" cy="0"/>
        </a:xfrm>
      </p:grpSpPr>
      <p:sp>
        <p:nvSpPr>
          <p:cNvPr id="149" name="テキスト ボックス 31">
            <a:extLst>
              <a:ext uri="{FF2B5EF4-FFF2-40B4-BE49-F238E27FC236}">
                <a16:creationId xmlns:a16="http://schemas.microsoft.com/office/drawing/2014/main" id="{A5475D66-B8AC-615A-0169-917196A2444C}"/>
              </a:ext>
            </a:extLst>
          </p:cNvPr>
          <p:cNvSpPr txBox="1"/>
          <p:nvPr/>
        </p:nvSpPr>
        <p:spPr>
          <a:xfrm>
            <a:off x="356660" y="1758294"/>
            <a:ext cx="11451813" cy="4958829"/>
          </a:xfrm>
          <a:prstGeom prst="rect">
            <a:avLst/>
          </a:prstGeom>
          <a:noFill/>
          <a:ln>
            <a:solidFill>
              <a:srgbClr val="006666"/>
            </a:solidFill>
          </a:ln>
        </p:spPr>
        <p:txBody>
          <a:bodyPr wrap="none" rtlCol="0" anchor="ctr" anchorCtr="0">
            <a:noAutofit/>
          </a:bodyPr>
          <a:lstStyle>
            <a:defPPr>
              <a:defRPr lang="en-US"/>
            </a:defPPr>
            <a:lvl1pPr marR="0" lvl="0" indent="0" defTabSz="914446" fontAlgn="base">
              <a:lnSpc>
                <a:spcPct val="100000"/>
              </a:lnSpc>
              <a:spcBef>
                <a:spcPct val="0"/>
              </a:spcBef>
              <a:spcAft>
                <a:spcPct val="0"/>
              </a:spcAft>
              <a:buClrTx/>
              <a:buSzTx/>
              <a:buFontTx/>
              <a:buNone/>
              <a:tabLst/>
              <a:defRPr kumimoji="1" sz="1100" b="0" i="0" u="none" strike="noStrike" cap="none" spc="0" normalizeH="0" baseline="0">
                <a:ln>
                  <a:noFill/>
                </a:ln>
                <a:solidFill>
                  <a:srgbClr val="000008"/>
                </a:solidFill>
                <a:effectLst/>
                <a:uLnTx/>
                <a:uFillTx/>
                <a:latin typeface="Poppins" panose="00000500000000000000" pitchFamily="2" charset="0"/>
                <a:ea typeface="HGP創英角ｺﾞｼｯｸUB" pitchFamily="50" charset="-128"/>
                <a:cs typeface="Poppins" panose="00000500000000000000" pitchFamily="2" charset="0"/>
              </a:defRPr>
            </a:lvl1pPr>
            <a:lvl2pPr algn="ctr" fontAlgn="base">
              <a:spcBef>
                <a:spcPct val="0"/>
              </a:spcBef>
              <a:spcAft>
                <a:spcPct val="0"/>
              </a:spcAft>
              <a:defRPr kumimoji="1" sz="1600">
                <a:solidFill>
                  <a:schemeClr val="bg1"/>
                </a:solidFill>
                <a:latin typeface="NissanAG-Medium" pitchFamily="50" charset="0"/>
                <a:ea typeface="HGP創英角ｺﾞｼｯｸUB" pitchFamily="50" charset="-128"/>
              </a:defRPr>
            </a:lvl2pPr>
            <a:lvl3pPr algn="ctr" fontAlgn="base">
              <a:spcBef>
                <a:spcPct val="0"/>
              </a:spcBef>
              <a:spcAft>
                <a:spcPct val="0"/>
              </a:spcAft>
              <a:defRPr kumimoji="1" sz="1600">
                <a:solidFill>
                  <a:schemeClr val="bg1"/>
                </a:solidFill>
                <a:latin typeface="NissanAG-Medium" pitchFamily="50" charset="0"/>
                <a:ea typeface="HGP創英角ｺﾞｼｯｸUB" pitchFamily="50" charset="-128"/>
              </a:defRPr>
            </a:lvl3pPr>
            <a:lvl4pPr algn="ctr" fontAlgn="base">
              <a:spcBef>
                <a:spcPct val="0"/>
              </a:spcBef>
              <a:spcAft>
                <a:spcPct val="0"/>
              </a:spcAft>
              <a:defRPr kumimoji="1" sz="1600">
                <a:solidFill>
                  <a:schemeClr val="bg1"/>
                </a:solidFill>
                <a:latin typeface="NissanAG-Medium" pitchFamily="50" charset="0"/>
                <a:ea typeface="HGP創英角ｺﾞｼｯｸUB" pitchFamily="50" charset="-128"/>
              </a:defRPr>
            </a:lvl4pPr>
            <a:lvl5pPr algn="ctr" fontAlgn="base">
              <a:spcBef>
                <a:spcPct val="0"/>
              </a:spcBef>
              <a:spcAft>
                <a:spcPct val="0"/>
              </a:spcAft>
              <a:defRPr kumimoji="1" sz="1600">
                <a:solidFill>
                  <a:schemeClr val="bg1"/>
                </a:solidFill>
                <a:latin typeface="NissanAG-Medium" pitchFamily="50" charset="0"/>
                <a:ea typeface="HGP創英角ｺﾞｼｯｸUB" pitchFamily="50" charset="-128"/>
              </a:defRPr>
            </a:lvl5pPr>
            <a:lvl6pPr>
              <a:defRPr kumimoji="1" sz="1600">
                <a:solidFill>
                  <a:schemeClr val="bg1"/>
                </a:solidFill>
                <a:latin typeface="NissanAG-Medium" pitchFamily="50" charset="0"/>
                <a:ea typeface="HGP創英角ｺﾞｼｯｸUB" pitchFamily="50" charset="-128"/>
              </a:defRPr>
            </a:lvl6pPr>
            <a:lvl7pPr>
              <a:defRPr kumimoji="1" sz="1600">
                <a:solidFill>
                  <a:schemeClr val="bg1"/>
                </a:solidFill>
                <a:latin typeface="NissanAG-Medium" pitchFamily="50" charset="0"/>
                <a:ea typeface="HGP創英角ｺﾞｼｯｸUB" pitchFamily="50" charset="-128"/>
              </a:defRPr>
            </a:lvl7pPr>
            <a:lvl8pPr>
              <a:defRPr kumimoji="1" sz="1600">
                <a:solidFill>
                  <a:schemeClr val="bg1"/>
                </a:solidFill>
                <a:latin typeface="NissanAG-Medium" pitchFamily="50" charset="0"/>
                <a:ea typeface="HGP創英角ｺﾞｼｯｸUB" pitchFamily="50" charset="-128"/>
              </a:defRPr>
            </a:lvl8pPr>
            <a:lvl9pPr>
              <a:defRPr kumimoji="1" sz="1600">
                <a:solidFill>
                  <a:schemeClr val="bg1"/>
                </a:solidFill>
                <a:latin typeface="NissanAG-Medium" pitchFamily="50" charset="0"/>
                <a:ea typeface="HGP創英角ｺﾞｼｯｸUB" pitchFamily="50" charset="-128"/>
              </a:defRPr>
            </a:lvl9pPr>
          </a:lstStyle>
          <a:p>
            <a:endParaRPr lang="ja-JP" altLang="en-US" dirty="0"/>
          </a:p>
        </p:txBody>
      </p:sp>
      <p:sp>
        <p:nvSpPr>
          <p:cNvPr id="35" name="Rectangle 34">
            <a:extLst>
              <a:ext uri="{FF2B5EF4-FFF2-40B4-BE49-F238E27FC236}">
                <a16:creationId xmlns:a16="http://schemas.microsoft.com/office/drawing/2014/main" id="{8257C614-7D41-1F27-1034-546D2A266B2E}"/>
              </a:ext>
            </a:extLst>
          </p:cNvPr>
          <p:cNvSpPr/>
          <p:nvPr/>
        </p:nvSpPr>
        <p:spPr>
          <a:xfrm>
            <a:off x="3190807" y="5488243"/>
            <a:ext cx="8302693" cy="108237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Isosceles Triangle 26">
            <a:extLst>
              <a:ext uri="{FF2B5EF4-FFF2-40B4-BE49-F238E27FC236}">
                <a16:creationId xmlns:a16="http://schemas.microsoft.com/office/drawing/2014/main" id="{619E5FF8-F48D-0E55-149B-1D709DC22B93}"/>
              </a:ext>
            </a:extLst>
          </p:cNvPr>
          <p:cNvSpPr/>
          <p:nvPr/>
        </p:nvSpPr>
        <p:spPr>
          <a:xfrm rot="10800000">
            <a:off x="7071574" y="4931801"/>
            <a:ext cx="1045187" cy="446233"/>
          </a:xfrm>
          <a:prstGeom prst="triangle">
            <a:avLst/>
          </a:prstGeom>
        </p:spPr>
        <p:style>
          <a:lnRef idx="1">
            <a:schemeClr val="dk1"/>
          </a:lnRef>
          <a:fillRef idx="3">
            <a:schemeClr val="dk1"/>
          </a:fillRef>
          <a:effectRef idx="2">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descr="A two white rectangular boxes with text&#10;&#10;Description automatically generated with medium confidence">
            <a:extLst>
              <a:ext uri="{FF2B5EF4-FFF2-40B4-BE49-F238E27FC236}">
                <a16:creationId xmlns:a16="http://schemas.microsoft.com/office/drawing/2014/main" id="{A090EA0E-D64D-DC5B-DC1E-F64A923E8C6C}"/>
              </a:ext>
            </a:extLst>
          </p:cNvPr>
          <p:cNvPicPr>
            <a:picLocks noChangeAspect="1"/>
          </p:cNvPicPr>
          <p:nvPr/>
        </p:nvPicPr>
        <p:blipFill>
          <a:blip r:embed="rId3"/>
          <a:stretch>
            <a:fillRect/>
          </a:stretch>
        </p:blipFill>
        <p:spPr>
          <a:xfrm>
            <a:off x="790027" y="2578677"/>
            <a:ext cx="7836770" cy="2553633"/>
          </a:xfrm>
          <a:prstGeom prst="rect">
            <a:avLst/>
          </a:prstGeom>
          <a:ln>
            <a:solidFill>
              <a:schemeClr val="bg1">
                <a:lumMod val="95000"/>
              </a:schemeClr>
            </a:solidFill>
          </a:ln>
        </p:spPr>
      </p:pic>
      <p:sp>
        <p:nvSpPr>
          <p:cNvPr id="143" name="Rectangle 142">
            <a:extLst>
              <a:ext uri="{FF2B5EF4-FFF2-40B4-BE49-F238E27FC236}">
                <a16:creationId xmlns:a16="http://schemas.microsoft.com/office/drawing/2014/main" id="{09D8AC0C-0321-04B4-473A-0ABBFE454D8B}"/>
              </a:ext>
            </a:extLst>
          </p:cNvPr>
          <p:cNvSpPr/>
          <p:nvPr/>
        </p:nvSpPr>
        <p:spPr>
          <a:xfrm>
            <a:off x="338834" y="1199902"/>
            <a:ext cx="11835339" cy="307777"/>
          </a:xfrm>
          <a:prstGeom prst="rect">
            <a:avLst/>
          </a:prstGeom>
          <a:noFill/>
        </p:spPr>
        <p:txBody>
          <a:bodyPr wrap="square">
            <a:spAutoFit/>
          </a:bodyPr>
          <a:lstStyle/>
          <a:p>
            <a:pPr lvl="0" fontAlgn="base">
              <a:defRPr/>
            </a:pPr>
            <a:r>
              <a:rPr kumimoji="0" lang="en-US" sz="133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Participant : </a:t>
            </a:r>
            <a:r>
              <a:rPr lang="en-GB" sz="1330" dirty="0">
                <a:solidFill>
                  <a:prstClr val="black"/>
                </a:solidFill>
                <a:latin typeface="Poppins" panose="00000500000000000000" pitchFamily="2" charset="0"/>
                <a:cs typeface="Poppins" panose="00000500000000000000" pitchFamily="2" charset="0"/>
              </a:rPr>
              <a:t>TYM Business User Team, IT , NCT </a:t>
            </a:r>
            <a:r>
              <a:rPr lang="en-US" sz="1330" dirty="0">
                <a:solidFill>
                  <a:prstClr val="black"/>
                </a:solidFill>
                <a:latin typeface="Poppins" panose="00000500000000000000" pitchFamily="2" charset="0"/>
                <a:cs typeface="Poppins" panose="00000500000000000000" pitchFamily="2" charset="0"/>
              </a:rPr>
              <a:t>Project Manager, Business Analyst, NCT –Developer/ Programmer</a:t>
            </a:r>
          </a:p>
        </p:txBody>
      </p:sp>
      <p:sp>
        <p:nvSpPr>
          <p:cNvPr id="144" name="Rectangle 143">
            <a:extLst>
              <a:ext uri="{FF2B5EF4-FFF2-40B4-BE49-F238E27FC236}">
                <a16:creationId xmlns:a16="http://schemas.microsoft.com/office/drawing/2014/main" id="{0172C205-B3F7-4671-EF74-EDAF826D48A4}"/>
              </a:ext>
            </a:extLst>
          </p:cNvPr>
          <p:cNvSpPr/>
          <p:nvPr/>
        </p:nvSpPr>
        <p:spPr>
          <a:xfrm>
            <a:off x="340003" y="915408"/>
            <a:ext cx="11811297" cy="307777"/>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33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Key Activity :</a:t>
            </a:r>
            <a:r>
              <a:rPr kumimoji="0" lang="th-TH" sz="1330" b="1" i="0" u="none" strike="noStrike" kern="1200" cap="none" spc="0" normalizeH="0" baseline="0" noProof="0" dirty="0">
                <a:ln>
                  <a:noFill/>
                </a:ln>
                <a:solidFill>
                  <a:prstClr val="black"/>
                </a:solidFill>
                <a:effectLst/>
                <a:uLnTx/>
                <a:uFillTx/>
                <a:latin typeface="Poppins" panose="00000500000000000000" pitchFamily="2" charset="0"/>
                <a:ea typeface="+mn-ea"/>
                <a:cs typeface="Cordia New" panose="020B0304020202020204" pitchFamily="34" charset="-34"/>
              </a:rPr>
              <a:t> </a:t>
            </a:r>
            <a:r>
              <a:rPr kumimoji="0" lang="en-US" sz="133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Perform UT, SIT, and UAT testing by using test scenarios that cover all the business cases, rules, and exceptions</a:t>
            </a:r>
          </a:p>
        </p:txBody>
      </p:sp>
      <p:sp>
        <p:nvSpPr>
          <p:cNvPr id="145" name="Freeform 9">
            <a:extLst>
              <a:ext uri="{FF2B5EF4-FFF2-40B4-BE49-F238E27FC236}">
                <a16:creationId xmlns:a16="http://schemas.microsoft.com/office/drawing/2014/main" id="{6ADA06AC-F65A-5A87-D49B-D7F3BD770577}"/>
              </a:ext>
            </a:extLst>
          </p:cNvPr>
          <p:cNvSpPr/>
          <p:nvPr/>
        </p:nvSpPr>
        <p:spPr>
          <a:xfrm>
            <a:off x="428497" y="1623890"/>
            <a:ext cx="2718571" cy="400111"/>
          </a:xfrm>
          <a:custGeom>
            <a:avLst/>
            <a:gdLst/>
            <a:ahLst/>
            <a:cxnLst/>
            <a:rect l="l" t="t" r="r" b="b"/>
            <a:pathLst>
              <a:path w="1628740" h="355874">
                <a:moveTo>
                  <a:pt x="117778" y="0"/>
                </a:moveTo>
                <a:lnTo>
                  <a:pt x="1510961" y="0"/>
                </a:lnTo>
                <a:cubicBezTo>
                  <a:pt x="1542198" y="0"/>
                  <a:pt x="1572155" y="12409"/>
                  <a:pt x="1594243" y="34496"/>
                </a:cubicBezTo>
                <a:cubicBezTo>
                  <a:pt x="1616331" y="56584"/>
                  <a:pt x="1628740" y="86541"/>
                  <a:pt x="1628740" y="117778"/>
                </a:cubicBezTo>
                <a:lnTo>
                  <a:pt x="1628740" y="238096"/>
                </a:lnTo>
                <a:cubicBezTo>
                  <a:pt x="1628740" y="269332"/>
                  <a:pt x="1616331" y="299290"/>
                  <a:pt x="1594243" y="321378"/>
                </a:cubicBezTo>
                <a:cubicBezTo>
                  <a:pt x="1572155" y="343465"/>
                  <a:pt x="1542198" y="355874"/>
                  <a:pt x="1510961" y="355874"/>
                </a:cubicBezTo>
                <a:lnTo>
                  <a:pt x="117778" y="355874"/>
                </a:lnTo>
                <a:cubicBezTo>
                  <a:pt x="86541" y="355874"/>
                  <a:pt x="56584" y="343465"/>
                  <a:pt x="34496" y="321378"/>
                </a:cubicBezTo>
                <a:cubicBezTo>
                  <a:pt x="12409" y="299290"/>
                  <a:pt x="0" y="269332"/>
                  <a:pt x="0" y="238096"/>
                </a:cubicBezTo>
                <a:lnTo>
                  <a:pt x="0" y="117778"/>
                </a:lnTo>
                <a:cubicBezTo>
                  <a:pt x="0" y="86541"/>
                  <a:pt x="12409" y="56584"/>
                  <a:pt x="34496" y="34496"/>
                </a:cubicBezTo>
                <a:cubicBezTo>
                  <a:pt x="56584" y="12409"/>
                  <a:pt x="86541" y="0"/>
                  <a:pt x="117778" y="0"/>
                </a:cubicBezTo>
                <a:close/>
              </a:path>
            </a:pathLst>
          </a:custGeom>
          <a:solidFill>
            <a:srgbClr val="00666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46" name="テキスト ボックス 29">
            <a:extLst>
              <a:ext uri="{FF2B5EF4-FFF2-40B4-BE49-F238E27FC236}">
                <a16:creationId xmlns:a16="http://schemas.microsoft.com/office/drawing/2014/main" id="{4DC57C81-0CA3-B3F0-EC5D-2852B9527632}"/>
              </a:ext>
            </a:extLst>
          </p:cNvPr>
          <p:cNvSpPr txBox="1"/>
          <p:nvPr/>
        </p:nvSpPr>
        <p:spPr>
          <a:xfrm>
            <a:off x="658444" y="1670056"/>
            <a:ext cx="2520948" cy="307777"/>
          </a:xfrm>
          <a:prstGeom prst="rect">
            <a:avLst/>
          </a:prstGeom>
          <a:noFill/>
        </p:spPr>
        <p:txBody>
          <a:bodyPr wrap="square" rtlCol="0">
            <a:spAutoFit/>
          </a:bodyPr>
          <a:lstStyle>
            <a:defPPr>
              <a:defRPr lang="ja-JP"/>
            </a:defPPr>
            <a:lvl1pPr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1pPr>
            <a:lvl2pPr marL="4572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2pPr>
            <a:lvl3pPr marL="9144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3pPr>
            <a:lvl4pPr marL="13716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4pPr>
            <a:lvl5pPr marL="18288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5pPr>
            <a:lvl6pPr marL="22860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6pPr>
            <a:lvl7pPr marL="27432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7pPr>
            <a:lvl8pPr marL="32004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8pPr>
            <a:lvl9pPr marL="36576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9pPr>
          </a:lstStyle>
          <a:p>
            <a:pPr marL="0" marR="0" lvl="0" indent="0" algn="l" defTabSz="13716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rPr>
              <a:t>Testing Phase</a:t>
            </a:r>
            <a:endParaRPr kumimoji="1" lang="ja-JP" altLang="en-US" sz="14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endParaRPr>
          </a:p>
        </p:txBody>
      </p:sp>
      <p:sp>
        <p:nvSpPr>
          <p:cNvPr id="7" name="TextBox 6">
            <a:extLst>
              <a:ext uri="{FF2B5EF4-FFF2-40B4-BE49-F238E27FC236}">
                <a16:creationId xmlns:a16="http://schemas.microsoft.com/office/drawing/2014/main" id="{44CD08D6-B171-3D68-4151-6CF8EB6DC9F5}"/>
              </a:ext>
            </a:extLst>
          </p:cNvPr>
          <p:cNvSpPr txBox="1"/>
          <p:nvPr/>
        </p:nvSpPr>
        <p:spPr>
          <a:xfrm>
            <a:off x="779659" y="2075327"/>
            <a:ext cx="10900253"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Development has a three-phase approach for the testing process, making sure no critical bugs will reach the production environment. Paired with code review sessions and approval board meetings, the methodology ensures quality in deliverables</a:t>
            </a:r>
            <a:endParaRPr kumimoji="0" lang="en-US" sz="130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3" name="Slide Number Placeholder 1">
            <a:extLst>
              <a:ext uri="{FF2B5EF4-FFF2-40B4-BE49-F238E27FC236}">
                <a16:creationId xmlns:a16="http://schemas.microsoft.com/office/drawing/2014/main" id="{991B73B7-B2C8-204E-3714-1433ECCD429E}"/>
              </a:ext>
            </a:extLst>
          </p:cNvPr>
          <p:cNvSpPr>
            <a:spLocks noGrp="1"/>
          </p:cNvSpPr>
          <p:nvPr>
            <p:ph type="sldNum" sz="quarter" idx="12"/>
          </p:nvPr>
        </p:nvSpPr>
        <p:spPr>
          <a:xfrm>
            <a:off x="10728900" y="6600237"/>
            <a:ext cx="1422400" cy="243417"/>
          </a:xfrm>
        </p:spPr>
        <p:txBody>
          <a:bodyPr/>
          <a:lstStyle/>
          <a:p>
            <a:pPr marL="0" marR="0" lvl="0" indent="0" algn="r" defTabSz="914446" rtl="0" eaLnBrk="1" fontAlgn="auto" latinLnBrk="0" hangingPunct="1">
              <a:lnSpc>
                <a:spcPct val="100000"/>
              </a:lnSpc>
              <a:spcBef>
                <a:spcPts val="0"/>
              </a:spcBef>
              <a:spcAft>
                <a:spcPts val="0"/>
              </a:spcAft>
              <a:buClrTx/>
              <a:buSzTx/>
              <a:buFontTx/>
              <a:buNone/>
              <a:tabLst/>
              <a:defRPr/>
            </a:pPr>
            <a:fld id="{5E5634F8-C5C6-4843-9A92-B93B76582613}" type="slidenum">
              <a:rPr kumimoji="0" lang="en-US" sz="1333"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pPr marL="0" marR="0" lvl="0" indent="0" algn="r" defTabSz="914446" rtl="0" eaLnBrk="1" fontAlgn="auto" latinLnBrk="0" hangingPunct="1">
                <a:lnSpc>
                  <a:spcPct val="100000"/>
                </a:lnSpc>
                <a:spcBef>
                  <a:spcPts val="0"/>
                </a:spcBef>
                <a:spcAft>
                  <a:spcPts val="0"/>
                </a:spcAft>
                <a:buClrTx/>
                <a:buSzTx/>
                <a:buFontTx/>
                <a:buNone/>
                <a:tabLst/>
                <a:defRPr/>
              </a:pPr>
              <a:t>21</a:t>
            </a:fld>
            <a:endParaRPr kumimoji="0" lang="en-US"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22" name="Freeform 12">
            <a:extLst>
              <a:ext uri="{FF2B5EF4-FFF2-40B4-BE49-F238E27FC236}">
                <a16:creationId xmlns:a16="http://schemas.microsoft.com/office/drawing/2014/main" id="{71C31E83-FF79-6D90-868D-8AE376B1C235}"/>
              </a:ext>
            </a:extLst>
          </p:cNvPr>
          <p:cNvSpPr/>
          <p:nvPr/>
        </p:nvSpPr>
        <p:spPr>
          <a:xfrm>
            <a:off x="242510" y="1616764"/>
            <a:ext cx="448257" cy="41830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66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テキスト ボックス 29">
            <a:extLst>
              <a:ext uri="{FF2B5EF4-FFF2-40B4-BE49-F238E27FC236}">
                <a16:creationId xmlns:a16="http://schemas.microsoft.com/office/drawing/2014/main" id="{F269F10B-FEFE-9039-05F7-E3E6FADA1BAC}"/>
              </a:ext>
            </a:extLst>
          </p:cNvPr>
          <p:cNvSpPr txBox="1"/>
          <p:nvPr/>
        </p:nvSpPr>
        <p:spPr>
          <a:xfrm>
            <a:off x="217509" y="1656482"/>
            <a:ext cx="546501" cy="338554"/>
          </a:xfrm>
          <a:prstGeom prst="rect">
            <a:avLst/>
          </a:prstGeom>
          <a:noFill/>
        </p:spPr>
        <p:txBody>
          <a:bodyPr wrap="square" rtlCol="0">
            <a:spAutoFit/>
          </a:bodyPr>
          <a:lstStyle>
            <a:defPPr>
              <a:defRPr lang="ja-JP"/>
            </a:defPPr>
            <a:lvl1pPr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1pPr>
            <a:lvl2pPr marL="4572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2pPr>
            <a:lvl3pPr marL="9144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3pPr>
            <a:lvl4pPr marL="13716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4pPr>
            <a:lvl5pPr marL="18288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5pPr>
            <a:lvl6pPr marL="22860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6pPr>
            <a:lvl7pPr marL="27432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7pPr>
            <a:lvl8pPr marL="32004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8pPr>
            <a:lvl9pPr marL="36576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9pPr>
          </a:lstStyle>
          <a:p>
            <a:pPr marL="0" marR="0" lvl="0" indent="0" algn="l" defTabSz="914446"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rPr>
              <a:t>05</a:t>
            </a:r>
            <a:endParaRPr kumimoji="1" lang="ja-JP" altLang="en-US" sz="16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endParaRPr>
          </a:p>
        </p:txBody>
      </p:sp>
      <p:pic>
        <p:nvPicPr>
          <p:cNvPr id="26" name="Picture 25">
            <a:extLst>
              <a:ext uri="{FF2B5EF4-FFF2-40B4-BE49-F238E27FC236}">
                <a16:creationId xmlns:a16="http://schemas.microsoft.com/office/drawing/2014/main" id="{61F470F3-10BA-9AD7-1A2D-572C724E6C5D}"/>
              </a:ext>
            </a:extLst>
          </p:cNvPr>
          <p:cNvPicPr>
            <a:picLocks noChangeAspect="1"/>
          </p:cNvPicPr>
          <p:nvPr/>
        </p:nvPicPr>
        <p:blipFill>
          <a:blip r:embed="rId4"/>
          <a:stretch>
            <a:fillRect/>
          </a:stretch>
        </p:blipFill>
        <p:spPr>
          <a:xfrm>
            <a:off x="4830508" y="4243044"/>
            <a:ext cx="1587709" cy="353961"/>
          </a:xfrm>
          <a:prstGeom prst="rect">
            <a:avLst/>
          </a:prstGeom>
        </p:spPr>
      </p:pic>
      <p:sp>
        <p:nvSpPr>
          <p:cNvPr id="28" name="Rectangle 27">
            <a:extLst>
              <a:ext uri="{FF2B5EF4-FFF2-40B4-BE49-F238E27FC236}">
                <a16:creationId xmlns:a16="http://schemas.microsoft.com/office/drawing/2014/main" id="{5F25C5F9-C983-FAA7-BA2F-0552B0CDDA81}"/>
              </a:ext>
            </a:extLst>
          </p:cNvPr>
          <p:cNvSpPr/>
          <p:nvPr/>
        </p:nvSpPr>
        <p:spPr>
          <a:xfrm>
            <a:off x="790027" y="5488243"/>
            <a:ext cx="2330301" cy="108237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951E1836-42C6-BA92-5EB0-484FD8D77932}"/>
              </a:ext>
            </a:extLst>
          </p:cNvPr>
          <p:cNvSpPr txBox="1"/>
          <p:nvPr/>
        </p:nvSpPr>
        <p:spPr>
          <a:xfrm>
            <a:off x="3190319" y="5511723"/>
            <a:ext cx="3298665" cy="261610"/>
          </a:xfrm>
          <a:prstGeom prst="rect">
            <a:avLst/>
          </a:prstGeom>
          <a:noFill/>
          <a:ln>
            <a:noFill/>
          </a:ln>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10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UAT on Production Decision</a:t>
            </a:r>
            <a:r>
              <a:rPr kumimoji="0" lang="en-US" sz="1100" b="1" i="0" u="none" strike="noStrike" kern="1200" cap="none" spc="-37"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a:t>
            </a:r>
            <a:r>
              <a:rPr kumimoji="0" lang="en-US" sz="1100" b="1" i="0" u="none" strike="noStrike" kern="1200" cap="none" spc="-7"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Route</a:t>
            </a:r>
            <a:endParaRPr kumimoji="0" lang="en-US" sz="110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30" name="object 37">
            <a:extLst>
              <a:ext uri="{FF2B5EF4-FFF2-40B4-BE49-F238E27FC236}">
                <a16:creationId xmlns:a16="http://schemas.microsoft.com/office/drawing/2014/main" id="{5AEC027C-C0D3-DE41-D6BB-219DCF388998}"/>
              </a:ext>
            </a:extLst>
          </p:cNvPr>
          <p:cNvSpPr/>
          <p:nvPr/>
        </p:nvSpPr>
        <p:spPr>
          <a:xfrm>
            <a:off x="3814855" y="5732866"/>
            <a:ext cx="1527266" cy="651062"/>
          </a:xfrm>
          <a:custGeom>
            <a:avLst/>
            <a:gdLst/>
            <a:ahLst/>
            <a:cxnLst/>
            <a:rect l="l" t="t" r="r" b="b"/>
            <a:pathLst>
              <a:path w="1527175" h="737870">
                <a:moveTo>
                  <a:pt x="1403604" y="737616"/>
                </a:moveTo>
                <a:lnTo>
                  <a:pt x="123444" y="737616"/>
                </a:lnTo>
                <a:lnTo>
                  <a:pt x="75223" y="727971"/>
                </a:lnTo>
                <a:lnTo>
                  <a:pt x="36004" y="701611"/>
                </a:lnTo>
                <a:lnTo>
                  <a:pt x="9644" y="662392"/>
                </a:lnTo>
                <a:lnTo>
                  <a:pt x="0" y="614172"/>
                </a:lnTo>
                <a:lnTo>
                  <a:pt x="0" y="123444"/>
                </a:lnTo>
                <a:lnTo>
                  <a:pt x="9644" y="75223"/>
                </a:lnTo>
                <a:lnTo>
                  <a:pt x="36004" y="36004"/>
                </a:lnTo>
                <a:lnTo>
                  <a:pt x="75223" y="9644"/>
                </a:lnTo>
                <a:lnTo>
                  <a:pt x="123444" y="0"/>
                </a:lnTo>
                <a:lnTo>
                  <a:pt x="1403604" y="0"/>
                </a:lnTo>
                <a:lnTo>
                  <a:pt x="1451824" y="9644"/>
                </a:lnTo>
                <a:lnTo>
                  <a:pt x="1491043" y="36004"/>
                </a:lnTo>
                <a:lnTo>
                  <a:pt x="1517403" y="75223"/>
                </a:lnTo>
                <a:lnTo>
                  <a:pt x="1527048" y="123444"/>
                </a:lnTo>
                <a:lnTo>
                  <a:pt x="1527048" y="614172"/>
                </a:lnTo>
                <a:lnTo>
                  <a:pt x="1517403" y="662392"/>
                </a:lnTo>
                <a:lnTo>
                  <a:pt x="1491043" y="701611"/>
                </a:lnTo>
                <a:lnTo>
                  <a:pt x="1451824" y="727971"/>
                </a:lnTo>
                <a:lnTo>
                  <a:pt x="1403604" y="737616"/>
                </a:lnTo>
                <a:close/>
              </a:path>
            </a:pathLst>
          </a:custGeom>
          <a:solidFill>
            <a:schemeClr val="accent6">
              <a:lumMod val="60000"/>
              <a:lumOff val="40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588"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object 32">
            <a:extLst>
              <a:ext uri="{FF2B5EF4-FFF2-40B4-BE49-F238E27FC236}">
                <a16:creationId xmlns:a16="http://schemas.microsoft.com/office/drawing/2014/main" id="{8B2458E9-5921-6CE4-CD32-6E03600ACDD1}"/>
              </a:ext>
            </a:extLst>
          </p:cNvPr>
          <p:cNvSpPr txBox="1"/>
          <p:nvPr/>
        </p:nvSpPr>
        <p:spPr>
          <a:xfrm>
            <a:off x="3947482" y="5893864"/>
            <a:ext cx="1250357" cy="378309"/>
          </a:xfrm>
          <a:prstGeom prst="rect">
            <a:avLst/>
          </a:prstGeom>
        </p:spPr>
        <p:txBody>
          <a:bodyPr vert="horz" wrap="square" lIns="0" tIns="8890" rIns="0" bIns="0" rtlCol="0">
            <a:spAutoFit/>
          </a:bodyPr>
          <a:lstStyle/>
          <a:p>
            <a:pPr marL="8467" marR="0" lvl="0" indent="0" algn="ctr" defTabSz="914400" rtl="0" eaLnBrk="1" fontAlgn="auto" latinLnBrk="0" hangingPunct="1">
              <a:lnSpc>
                <a:spcPct val="100000"/>
              </a:lnSpc>
              <a:spcBef>
                <a:spcPts val="7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Business User/ Process Owner</a:t>
            </a:r>
            <a:endParaRPr kumimoji="0" lang="th-TH" sz="1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32" name="object 37">
            <a:extLst>
              <a:ext uri="{FF2B5EF4-FFF2-40B4-BE49-F238E27FC236}">
                <a16:creationId xmlns:a16="http://schemas.microsoft.com/office/drawing/2014/main" id="{433185EF-D1A9-0020-11AB-74489604FC3D}"/>
              </a:ext>
            </a:extLst>
          </p:cNvPr>
          <p:cNvSpPr/>
          <p:nvPr/>
        </p:nvSpPr>
        <p:spPr>
          <a:xfrm>
            <a:off x="6404623" y="5732866"/>
            <a:ext cx="1649834" cy="651062"/>
          </a:xfrm>
          <a:custGeom>
            <a:avLst/>
            <a:gdLst/>
            <a:ahLst/>
            <a:cxnLst/>
            <a:rect l="l" t="t" r="r" b="b"/>
            <a:pathLst>
              <a:path w="1527175" h="737870">
                <a:moveTo>
                  <a:pt x="1403604" y="737616"/>
                </a:moveTo>
                <a:lnTo>
                  <a:pt x="123444" y="737616"/>
                </a:lnTo>
                <a:lnTo>
                  <a:pt x="75223" y="727971"/>
                </a:lnTo>
                <a:lnTo>
                  <a:pt x="36004" y="701611"/>
                </a:lnTo>
                <a:lnTo>
                  <a:pt x="9644" y="662392"/>
                </a:lnTo>
                <a:lnTo>
                  <a:pt x="0" y="614172"/>
                </a:lnTo>
                <a:lnTo>
                  <a:pt x="0" y="123444"/>
                </a:lnTo>
                <a:lnTo>
                  <a:pt x="9644" y="75223"/>
                </a:lnTo>
                <a:lnTo>
                  <a:pt x="36004" y="36004"/>
                </a:lnTo>
                <a:lnTo>
                  <a:pt x="75223" y="9644"/>
                </a:lnTo>
                <a:lnTo>
                  <a:pt x="123444" y="0"/>
                </a:lnTo>
                <a:lnTo>
                  <a:pt x="1403604" y="0"/>
                </a:lnTo>
                <a:lnTo>
                  <a:pt x="1451824" y="9644"/>
                </a:lnTo>
                <a:lnTo>
                  <a:pt x="1491043" y="36004"/>
                </a:lnTo>
                <a:lnTo>
                  <a:pt x="1517403" y="75223"/>
                </a:lnTo>
                <a:lnTo>
                  <a:pt x="1527048" y="123444"/>
                </a:lnTo>
                <a:lnTo>
                  <a:pt x="1527048" y="614172"/>
                </a:lnTo>
                <a:lnTo>
                  <a:pt x="1517403" y="662392"/>
                </a:lnTo>
                <a:lnTo>
                  <a:pt x="1491043" y="701611"/>
                </a:lnTo>
                <a:lnTo>
                  <a:pt x="1451824" y="727971"/>
                </a:lnTo>
                <a:lnTo>
                  <a:pt x="1403604" y="737616"/>
                </a:lnTo>
                <a:close/>
              </a:path>
            </a:pathLst>
          </a:custGeom>
          <a:solidFill>
            <a:srgbClr val="92D05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588"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object 32">
            <a:extLst>
              <a:ext uri="{FF2B5EF4-FFF2-40B4-BE49-F238E27FC236}">
                <a16:creationId xmlns:a16="http://schemas.microsoft.com/office/drawing/2014/main" id="{6C7AC81B-C179-6378-2DB7-DAEA4DD4109B}"/>
              </a:ext>
            </a:extLst>
          </p:cNvPr>
          <p:cNvSpPr txBox="1"/>
          <p:nvPr/>
        </p:nvSpPr>
        <p:spPr>
          <a:xfrm>
            <a:off x="6576479" y="5871420"/>
            <a:ext cx="1250357" cy="378309"/>
          </a:xfrm>
          <a:prstGeom prst="rect">
            <a:avLst/>
          </a:prstGeom>
        </p:spPr>
        <p:txBody>
          <a:bodyPr vert="horz" wrap="square" lIns="0" tIns="8890" rIns="0" bIns="0" rtlCol="0">
            <a:spAutoFit/>
          </a:bodyPr>
          <a:lstStyle/>
          <a:p>
            <a:pPr marL="8467" marR="0" lvl="0" indent="0" algn="ctr" defTabSz="914400" rtl="0" eaLnBrk="1" fontAlgn="auto" latinLnBrk="0" hangingPunct="1">
              <a:lnSpc>
                <a:spcPct val="100000"/>
              </a:lnSpc>
              <a:spcBef>
                <a:spcPts val="7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IT/App Dev. Manager </a:t>
            </a:r>
          </a:p>
        </p:txBody>
      </p:sp>
      <p:sp>
        <p:nvSpPr>
          <p:cNvPr id="34" name="object 50">
            <a:extLst>
              <a:ext uri="{FF2B5EF4-FFF2-40B4-BE49-F238E27FC236}">
                <a16:creationId xmlns:a16="http://schemas.microsoft.com/office/drawing/2014/main" id="{3F5CDF31-8860-5521-B966-B3360B1BE8BF}"/>
              </a:ext>
            </a:extLst>
          </p:cNvPr>
          <p:cNvSpPr/>
          <p:nvPr/>
        </p:nvSpPr>
        <p:spPr>
          <a:xfrm>
            <a:off x="8815420" y="5732866"/>
            <a:ext cx="1949789" cy="665290"/>
          </a:xfrm>
          <a:custGeom>
            <a:avLst/>
            <a:gdLst/>
            <a:ahLst/>
            <a:cxnLst/>
            <a:rect l="l" t="t" r="r" b="b"/>
            <a:pathLst>
              <a:path w="803275" h="594360">
                <a:moveTo>
                  <a:pt x="704088" y="594360"/>
                </a:moveTo>
                <a:lnTo>
                  <a:pt x="99060" y="594360"/>
                </a:lnTo>
                <a:lnTo>
                  <a:pt x="60436" y="586597"/>
                </a:lnTo>
                <a:lnTo>
                  <a:pt x="28955" y="565404"/>
                </a:lnTo>
                <a:lnTo>
                  <a:pt x="7762" y="533923"/>
                </a:lnTo>
                <a:lnTo>
                  <a:pt x="0" y="495300"/>
                </a:lnTo>
                <a:lnTo>
                  <a:pt x="0" y="99060"/>
                </a:lnTo>
                <a:lnTo>
                  <a:pt x="7762" y="60436"/>
                </a:lnTo>
                <a:lnTo>
                  <a:pt x="28955" y="28956"/>
                </a:lnTo>
                <a:lnTo>
                  <a:pt x="60436" y="7762"/>
                </a:lnTo>
                <a:lnTo>
                  <a:pt x="99060" y="0"/>
                </a:lnTo>
                <a:lnTo>
                  <a:pt x="704088" y="0"/>
                </a:lnTo>
                <a:lnTo>
                  <a:pt x="742711" y="7762"/>
                </a:lnTo>
                <a:lnTo>
                  <a:pt x="774192" y="28956"/>
                </a:lnTo>
                <a:lnTo>
                  <a:pt x="795385" y="60436"/>
                </a:lnTo>
                <a:lnTo>
                  <a:pt x="803147" y="99060"/>
                </a:lnTo>
                <a:lnTo>
                  <a:pt x="803147" y="495300"/>
                </a:lnTo>
                <a:lnTo>
                  <a:pt x="795385" y="533923"/>
                </a:lnTo>
                <a:lnTo>
                  <a:pt x="774192" y="565404"/>
                </a:lnTo>
                <a:lnTo>
                  <a:pt x="742711" y="586597"/>
                </a:lnTo>
                <a:lnTo>
                  <a:pt x="704088" y="594360"/>
                </a:lnTo>
                <a:close/>
              </a:path>
            </a:pathLst>
          </a:custGeom>
          <a:solidFill>
            <a:srgbClr val="00B05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588"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object 36">
            <a:extLst>
              <a:ext uri="{FF2B5EF4-FFF2-40B4-BE49-F238E27FC236}">
                <a16:creationId xmlns:a16="http://schemas.microsoft.com/office/drawing/2014/main" id="{5B995567-E7E2-6DA1-A2A2-7AE38695DF01}"/>
              </a:ext>
            </a:extLst>
          </p:cNvPr>
          <p:cNvSpPr txBox="1"/>
          <p:nvPr/>
        </p:nvSpPr>
        <p:spPr>
          <a:xfrm>
            <a:off x="9069467" y="5871420"/>
            <a:ext cx="1486807" cy="378309"/>
          </a:xfrm>
          <a:prstGeom prst="rect">
            <a:avLst/>
          </a:prstGeom>
        </p:spPr>
        <p:txBody>
          <a:bodyPr vert="horz" wrap="square" lIns="0" tIns="8890" rIns="0" bIns="0" rtlCol="0">
            <a:spAutoFit/>
          </a:bodyPr>
          <a:lstStyle/>
          <a:p>
            <a:pPr marL="32598" marR="3387" lvl="0" indent="-24555" algn="ctr" defTabSz="914400" rtl="0" eaLnBrk="1" fontAlgn="auto" latinLnBrk="0" hangingPunct="1">
              <a:lnSpc>
                <a:spcPct val="100000"/>
              </a:lnSpc>
              <a:spcBef>
                <a:spcPts val="7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Poppins" panose="00000500000000000000" pitchFamily="2" charset="0"/>
                <a:ea typeface="+mn-ea"/>
                <a:cs typeface="Poppins" panose="00000500000000000000" pitchFamily="2" charset="0"/>
              </a:rPr>
              <a:t>Project Manage (PM) </a:t>
            </a:r>
            <a:endParaRPr kumimoji="0" sz="1200" b="0" i="0" u="none" strike="noStrike" kern="1200" cap="none" spc="0" normalizeH="0" baseline="0" noProof="0" dirty="0">
              <a:ln>
                <a:noFill/>
              </a:ln>
              <a:solidFill>
                <a:prstClr val="white"/>
              </a:solidFill>
              <a:effectLst/>
              <a:uLnTx/>
              <a:uFillTx/>
              <a:latin typeface="Poppins" panose="00000500000000000000" pitchFamily="2" charset="0"/>
              <a:ea typeface="+mn-ea"/>
              <a:cs typeface="Poppins" panose="00000500000000000000" pitchFamily="2" charset="0"/>
            </a:endParaRPr>
          </a:p>
        </p:txBody>
      </p:sp>
      <p:sp>
        <p:nvSpPr>
          <p:cNvPr id="37" name="Arrow: Right 36">
            <a:extLst>
              <a:ext uri="{FF2B5EF4-FFF2-40B4-BE49-F238E27FC236}">
                <a16:creationId xmlns:a16="http://schemas.microsoft.com/office/drawing/2014/main" id="{6D6E03E8-53EC-34EF-6F2C-E19AE19A1CB2}"/>
              </a:ext>
            </a:extLst>
          </p:cNvPr>
          <p:cNvSpPr/>
          <p:nvPr/>
        </p:nvSpPr>
        <p:spPr>
          <a:xfrm>
            <a:off x="5619682" y="5900917"/>
            <a:ext cx="369134" cy="280715"/>
          </a:xfrm>
          <a:prstGeom prst="rightArrow">
            <a:avLst/>
          </a:prstGeom>
          <a:ln>
            <a:solidFill>
              <a:schemeClr val="tx1"/>
            </a:solidFill>
          </a:ln>
        </p:spPr>
        <p:style>
          <a:lnRef idx="1">
            <a:schemeClr val="dk1"/>
          </a:lnRef>
          <a:fillRef idx="3">
            <a:schemeClr val="dk1"/>
          </a:fillRef>
          <a:effectRef idx="2">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Arrow: Right 37">
            <a:extLst>
              <a:ext uri="{FF2B5EF4-FFF2-40B4-BE49-F238E27FC236}">
                <a16:creationId xmlns:a16="http://schemas.microsoft.com/office/drawing/2014/main" id="{7E9EDAC1-6E4D-8E32-9FA1-7DC4D9FA0A8C}"/>
              </a:ext>
            </a:extLst>
          </p:cNvPr>
          <p:cNvSpPr/>
          <p:nvPr/>
        </p:nvSpPr>
        <p:spPr>
          <a:xfrm>
            <a:off x="8195673" y="5924293"/>
            <a:ext cx="369134" cy="280715"/>
          </a:xfrm>
          <a:prstGeom prst="rightArrow">
            <a:avLst/>
          </a:prstGeom>
          <a:ln>
            <a:solidFill>
              <a:schemeClr val="tx1"/>
            </a:solidFill>
          </a:ln>
        </p:spPr>
        <p:style>
          <a:lnRef idx="1">
            <a:schemeClr val="dk1"/>
          </a:lnRef>
          <a:fillRef idx="3">
            <a:schemeClr val="dk1"/>
          </a:fillRef>
          <a:effectRef idx="2">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9" name="Picture 38">
            <a:extLst>
              <a:ext uri="{FF2B5EF4-FFF2-40B4-BE49-F238E27FC236}">
                <a16:creationId xmlns:a16="http://schemas.microsoft.com/office/drawing/2014/main" id="{67B20EB8-FEC5-E427-A05D-8705F62B63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16305" y="3657614"/>
            <a:ext cx="645705" cy="90002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descr="A picture containing light&#10;&#10;Description automatically generated">
            <a:extLst>
              <a:ext uri="{FF2B5EF4-FFF2-40B4-BE49-F238E27FC236}">
                <a16:creationId xmlns:a16="http://schemas.microsoft.com/office/drawing/2014/main" id="{49536C19-D33A-9A82-0AD1-F7AF200816E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47949" y="5871559"/>
            <a:ext cx="449579" cy="449579"/>
          </a:xfrm>
          <a:prstGeom prst="rect">
            <a:avLst/>
          </a:prstGeom>
        </p:spPr>
      </p:pic>
      <p:pic>
        <p:nvPicPr>
          <p:cNvPr id="41" name="Picture 40" descr="A picture containing light&#10;&#10;Description automatically generated">
            <a:extLst>
              <a:ext uri="{FF2B5EF4-FFF2-40B4-BE49-F238E27FC236}">
                <a16:creationId xmlns:a16="http://schemas.microsoft.com/office/drawing/2014/main" id="{2D751B08-48AD-96A0-DAE5-3D1CBCFC33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98771" y="5871420"/>
            <a:ext cx="449579" cy="449579"/>
          </a:xfrm>
          <a:prstGeom prst="rect">
            <a:avLst/>
          </a:prstGeom>
        </p:spPr>
      </p:pic>
      <p:pic>
        <p:nvPicPr>
          <p:cNvPr id="42" name="Picture 41" descr="A picture containing light&#10;&#10;Description automatically generated">
            <a:extLst>
              <a:ext uri="{FF2B5EF4-FFF2-40B4-BE49-F238E27FC236}">
                <a16:creationId xmlns:a16="http://schemas.microsoft.com/office/drawing/2014/main" id="{2FC29922-A065-5AA2-B00D-FE5AE68D7F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49549" y="5973159"/>
            <a:ext cx="449579" cy="449579"/>
          </a:xfrm>
          <a:prstGeom prst="rect">
            <a:avLst/>
          </a:prstGeom>
        </p:spPr>
      </p:pic>
      <p:pic>
        <p:nvPicPr>
          <p:cNvPr id="43" name="Picture 23" descr="hyojo07_cl4">
            <a:extLst>
              <a:ext uri="{FF2B5EF4-FFF2-40B4-BE49-F238E27FC236}">
                <a16:creationId xmlns:a16="http://schemas.microsoft.com/office/drawing/2014/main" id="{E7676D26-2E2A-D19D-B18D-E9161FDCF3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59766" y="5900917"/>
            <a:ext cx="489713" cy="608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TextBox 43">
            <a:extLst>
              <a:ext uri="{FF2B5EF4-FFF2-40B4-BE49-F238E27FC236}">
                <a16:creationId xmlns:a16="http://schemas.microsoft.com/office/drawing/2014/main" id="{BE6A18EA-D106-15B0-E023-69EA787DA8A5}"/>
              </a:ext>
            </a:extLst>
          </p:cNvPr>
          <p:cNvSpPr txBox="1"/>
          <p:nvPr/>
        </p:nvSpPr>
        <p:spPr>
          <a:xfrm>
            <a:off x="899652" y="5105996"/>
            <a:ext cx="6202423" cy="297454"/>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35" normalizeH="0" baseline="0" noProof="0" dirty="0">
                <a:ln>
                  <a:noFill/>
                </a:ln>
                <a:solidFill>
                  <a:srgbClr val="FF0000"/>
                </a:solidFill>
                <a:effectLst/>
                <a:uLnTx/>
                <a:uFillTx/>
                <a:latin typeface="Poppins" panose="00000500000000000000" pitchFamily="2" charset="0"/>
                <a:ea typeface="+mn-ea"/>
                <a:cs typeface="Poppins" panose="00000500000000000000" pitchFamily="2" charset="0"/>
              </a:rPr>
              <a:t>Important</a:t>
            </a:r>
            <a:r>
              <a:rPr kumimoji="0" lang="en-US" sz="1333" b="0" i="0" u="none" strike="noStrike" kern="1200" cap="none" spc="-3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We should test on test environments only!!</a:t>
            </a:r>
          </a:p>
        </p:txBody>
      </p:sp>
      <p:sp>
        <p:nvSpPr>
          <p:cNvPr id="8" name="正方形/長方形 82">
            <a:extLst>
              <a:ext uri="{FF2B5EF4-FFF2-40B4-BE49-F238E27FC236}">
                <a16:creationId xmlns:a16="http://schemas.microsoft.com/office/drawing/2014/main" id="{14798EE6-2510-88C2-EDD0-EE725802C72F}"/>
              </a:ext>
            </a:extLst>
          </p:cNvPr>
          <p:cNvSpPr/>
          <p:nvPr/>
        </p:nvSpPr>
        <p:spPr>
          <a:xfrm>
            <a:off x="9094244" y="4385254"/>
            <a:ext cx="1215284" cy="430887"/>
          </a:xfrm>
          <a:prstGeom prst="rect">
            <a:avLst/>
          </a:prstGeom>
          <a:solidFill>
            <a:schemeClr val="bg1"/>
          </a:solid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dirty="0">
                <a:ln>
                  <a:noFill/>
                </a:ln>
                <a:solidFill>
                  <a:prstClr val="black"/>
                </a:solidFill>
                <a:effectLst/>
                <a:uLnTx/>
                <a:uFillTx/>
                <a:latin typeface="Poppins" panose="00000500000000000000" pitchFamily="2" charset="0"/>
                <a:ea typeface="游ゴシック" panose="020B0400000000000000" pitchFamily="34" charset="-128"/>
                <a:cs typeface="Poppins" panose="00000500000000000000" pitchFamily="2" charset="0"/>
              </a:rPr>
              <a:t>ACCEPTANCE LETTER</a:t>
            </a:r>
            <a:endParaRPr kumimoji="0" lang="ja-JP" altLang="en-US" sz="1050" b="1" i="0" u="none" strike="noStrike" kern="1200" cap="none" spc="0" normalizeH="0" baseline="0" noProof="0" dirty="0">
              <a:ln>
                <a:noFill/>
              </a:ln>
              <a:solidFill>
                <a:prstClr val="black"/>
              </a:solidFill>
              <a:effectLst/>
              <a:uLnTx/>
              <a:uFillTx/>
              <a:latin typeface="Poppins" panose="00000500000000000000" pitchFamily="2" charset="0"/>
              <a:ea typeface="游ゴシック" panose="020B0400000000000000" pitchFamily="34" charset="-128"/>
              <a:cs typeface="Poppins" panose="00000500000000000000" pitchFamily="2" charset="0"/>
            </a:endParaRPr>
          </a:p>
        </p:txBody>
      </p:sp>
      <p:sp>
        <p:nvSpPr>
          <p:cNvPr id="10" name="正方形/長方形 82">
            <a:extLst>
              <a:ext uri="{FF2B5EF4-FFF2-40B4-BE49-F238E27FC236}">
                <a16:creationId xmlns:a16="http://schemas.microsoft.com/office/drawing/2014/main" id="{4248E86A-ABE6-629A-AF18-78FA71637E4E}"/>
              </a:ext>
            </a:extLst>
          </p:cNvPr>
          <p:cNvSpPr/>
          <p:nvPr/>
        </p:nvSpPr>
        <p:spPr>
          <a:xfrm>
            <a:off x="9131185" y="3076402"/>
            <a:ext cx="1134128" cy="400110"/>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000" b="1" i="0" u="none" strike="noStrike" kern="1200" cap="none" spc="0" normalizeH="0" baseline="0" noProof="0" dirty="0">
                <a:ln>
                  <a:noFill/>
                </a:ln>
                <a:solidFill>
                  <a:prstClr val="black"/>
                </a:solidFill>
                <a:effectLst/>
                <a:uLnTx/>
                <a:uFillTx/>
                <a:latin typeface="Poppins" panose="00000500000000000000" pitchFamily="2" charset="0"/>
                <a:ea typeface="游ゴシック" panose="020B0400000000000000" pitchFamily="34" charset="-128"/>
                <a:cs typeface="Poppins" panose="00000500000000000000" pitchFamily="2" charset="0"/>
              </a:rPr>
              <a:t>Scenario test script for UAT</a:t>
            </a:r>
          </a:p>
        </p:txBody>
      </p:sp>
      <p:pic>
        <p:nvPicPr>
          <p:cNvPr id="24" name="Picture 23" descr="Clear">
            <a:extLst>
              <a:ext uri="{FF2B5EF4-FFF2-40B4-BE49-F238E27FC236}">
                <a16:creationId xmlns:a16="http://schemas.microsoft.com/office/drawing/2014/main" id="{A05F8646-1FE0-3B7D-D533-568823AA77C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02958" y="3009942"/>
            <a:ext cx="710073" cy="57641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CE0607DD-C3F5-B725-02D0-48B2EAD1A86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93175" y="5848445"/>
            <a:ext cx="424248" cy="606611"/>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descr="A red circle with a black exclamation mark&#10;&#10;AI-generated content may be incorrect.">
            <a:extLst>
              <a:ext uri="{FF2B5EF4-FFF2-40B4-BE49-F238E27FC236}">
                <a16:creationId xmlns:a16="http://schemas.microsoft.com/office/drawing/2014/main" id="{F1B66F56-8DD3-2507-9EF4-BB0C4116E53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31147" y="5084498"/>
            <a:ext cx="297024" cy="297024"/>
          </a:xfrm>
          <a:prstGeom prst="rect">
            <a:avLst/>
          </a:prstGeom>
        </p:spPr>
      </p:pic>
      <p:sp>
        <p:nvSpPr>
          <p:cNvPr id="49" name="TextBox 48">
            <a:extLst>
              <a:ext uri="{FF2B5EF4-FFF2-40B4-BE49-F238E27FC236}">
                <a16:creationId xmlns:a16="http://schemas.microsoft.com/office/drawing/2014/main" id="{5F7B2824-CD1C-2F4A-EF6C-3FE85EB21150}"/>
              </a:ext>
            </a:extLst>
          </p:cNvPr>
          <p:cNvSpPr txBox="1"/>
          <p:nvPr/>
        </p:nvSpPr>
        <p:spPr>
          <a:xfrm>
            <a:off x="967727" y="5669094"/>
            <a:ext cx="2279244" cy="92333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Poppins" panose="00000500000000000000" pitchFamily="2" charset="0"/>
                <a:ea typeface="Calibri" panose="020F0502020204030204" pitchFamily="34" charset="0"/>
                <a:cs typeface="Poppins" panose="00000500000000000000" pitchFamily="2" charset="0"/>
              </a:rPr>
              <a:t>Relationship of data,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Poppins" panose="00000500000000000000" pitchFamily="2" charset="0"/>
                <a:ea typeface="Calibri" panose="020F0502020204030204" pitchFamily="34" charset="0"/>
                <a:cs typeface="Poppins" panose="00000500000000000000" pitchFamily="2" charset="0"/>
              </a:rPr>
              <a:t>Data restoration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Trimming on PRD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P</a:t>
            </a:r>
            <a:r>
              <a:rPr kumimoji="0" lang="en-US" sz="900" b="0" i="0" u="none" strike="noStrike" kern="1200" cap="none" spc="0" normalizeH="0" baseline="0" noProof="0" dirty="0" err="1">
                <a:ln>
                  <a:noFill/>
                </a:ln>
                <a:solidFill>
                  <a:prstClr val="black"/>
                </a:solidFill>
                <a:effectLst/>
                <a:uLnTx/>
                <a:uFillTx/>
                <a:latin typeface="Poppins" panose="00000500000000000000" pitchFamily="2" charset="0"/>
                <a:ea typeface="+mn-ea"/>
                <a:cs typeface="Poppins" panose="00000500000000000000" pitchFamily="2" charset="0"/>
              </a:rPr>
              <a:t>rovide</a:t>
            </a:r>
            <a:r>
              <a:rPr kumimoji="0" lang="en-US" sz="9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 data for Test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Number of record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Folder structure</a:t>
            </a:r>
            <a:endParaRPr kumimoji="0" lang="en-GB" sz="9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pic>
        <p:nvPicPr>
          <p:cNvPr id="51" name="Graphic 50" descr="Clipboard Checked with solid fill">
            <a:extLst>
              <a:ext uri="{FF2B5EF4-FFF2-40B4-BE49-F238E27FC236}">
                <a16:creationId xmlns:a16="http://schemas.microsoft.com/office/drawing/2014/main" id="{EA671D60-12A8-7A42-E884-83CE099468D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490703" y="5732694"/>
            <a:ext cx="631274" cy="631274"/>
          </a:xfrm>
          <a:prstGeom prst="rect">
            <a:avLst/>
          </a:prstGeom>
        </p:spPr>
      </p:pic>
      <p:pic>
        <p:nvPicPr>
          <p:cNvPr id="9" name="Picture 8">
            <a:extLst>
              <a:ext uri="{FF2B5EF4-FFF2-40B4-BE49-F238E27FC236}">
                <a16:creationId xmlns:a16="http://schemas.microsoft.com/office/drawing/2014/main" id="{03EC3EE6-B8C7-2FEA-0F2B-32CB2A37AFC7}"/>
              </a:ext>
            </a:extLst>
          </p:cNvPr>
          <p:cNvPicPr>
            <a:picLocks noChangeAspect="1"/>
          </p:cNvPicPr>
          <p:nvPr/>
        </p:nvPicPr>
        <p:blipFill>
          <a:blip r:embed="rId12"/>
          <a:stretch>
            <a:fillRect/>
          </a:stretch>
        </p:blipFill>
        <p:spPr>
          <a:xfrm>
            <a:off x="6182258" y="2868658"/>
            <a:ext cx="306498" cy="195044"/>
          </a:xfrm>
          <a:prstGeom prst="rect">
            <a:avLst/>
          </a:prstGeom>
        </p:spPr>
      </p:pic>
      <p:pic>
        <p:nvPicPr>
          <p:cNvPr id="14" name="Picture 13">
            <a:extLst>
              <a:ext uri="{FF2B5EF4-FFF2-40B4-BE49-F238E27FC236}">
                <a16:creationId xmlns:a16="http://schemas.microsoft.com/office/drawing/2014/main" id="{BF7C7DF8-D5C1-F59F-C401-1F258361785E}"/>
              </a:ext>
            </a:extLst>
          </p:cNvPr>
          <p:cNvPicPr>
            <a:picLocks noChangeAspect="1"/>
          </p:cNvPicPr>
          <p:nvPr/>
        </p:nvPicPr>
        <p:blipFill>
          <a:blip r:embed="rId13"/>
          <a:stretch>
            <a:fillRect/>
          </a:stretch>
        </p:blipFill>
        <p:spPr>
          <a:xfrm>
            <a:off x="8046463" y="2860600"/>
            <a:ext cx="306498" cy="212191"/>
          </a:xfrm>
          <a:prstGeom prst="rect">
            <a:avLst/>
          </a:prstGeom>
        </p:spPr>
      </p:pic>
      <p:sp>
        <p:nvSpPr>
          <p:cNvPr id="47" name="TextBox 46">
            <a:extLst>
              <a:ext uri="{FF2B5EF4-FFF2-40B4-BE49-F238E27FC236}">
                <a16:creationId xmlns:a16="http://schemas.microsoft.com/office/drawing/2014/main" id="{08187D51-863F-FDF1-70A0-A8DA9239D328}"/>
              </a:ext>
            </a:extLst>
          </p:cNvPr>
          <p:cNvSpPr txBox="1"/>
          <p:nvPr/>
        </p:nvSpPr>
        <p:spPr>
          <a:xfrm>
            <a:off x="742004" y="5503563"/>
            <a:ext cx="2692369" cy="26161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05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Check list UAT on Production </a:t>
            </a:r>
          </a:p>
        </p:txBody>
      </p:sp>
      <p:sp>
        <p:nvSpPr>
          <p:cNvPr id="5" name="Rectangle 4">
            <a:extLst>
              <a:ext uri="{FF2B5EF4-FFF2-40B4-BE49-F238E27FC236}">
                <a16:creationId xmlns:a16="http://schemas.microsoft.com/office/drawing/2014/main" id="{A7997871-C2B7-2919-3FAB-160AB16FED1E}"/>
              </a:ext>
            </a:extLst>
          </p:cNvPr>
          <p:cNvSpPr/>
          <p:nvPr/>
        </p:nvSpPr>
        <p:spPr>
          <a:xfrm>
            <a:off x="1147665" y="4243044"/>
            <a:ext cx="1436915" cy="3539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A88F9C4-3B68-C498-1055-86A49C95D843}"/>
              </a:ext>
            </a:extLst>
          </p:cNvPr>
          <p:cNvSpPr/>
          <p:nvPr/>
        </p:nvSpPr>
        <p:spPr>
          <a:xfrm>
            <a:off x="2970412" y="4266421"/>
            <a:ext cx="1436915" cy="3539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4DCD98-AC76-4858-C733-AE9F84BE2E36}"/>
              </a:ext>
            </a:extLst>
          </p:cNvPr>
          <p:cNvSpPr/>
          <p:nvPr/>
        </p:nvSpPr>
        <p:spPr>
          <a:xfrm>
            <a:off x="4901224" y="4246736"/>
            <a:ext cx="1436915" cy="3539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4955450-7967-9CB8-C703-66BFDF8E7137}"/>
              </a:ext>
            </a:extLst>
          </p:cNvPr>
          <p:cNvSpPr/>
          <p:nvPr/>
        </p:nvSpPr>
        <p:spPr>
          <a:xfrm>
            <a:off x="6804049" y="4230042"/>
            <a:ext cx="1436915" cy="3539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D4FEDB2-6FEB-8890-193F-C4180BD8CCA2}"/>
              </a:ext>
            </a:extLst>
          </p:cNvPr>
          <p:cNvSpPr/>
          <p:nvPr/>
        </p:nvSpPr>
        <p:spPr>
          <a:xfrm>
            <a:off x="-1" y="825910"/>
            <a:ext cx="12192001" cy="71304"/>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TextBox 44">
            <a:extLst>
              <a:ext uri="{FF2B5EF4-FFF2-40B4-BE49-F238E27FC236}">
                <a16:creationId xmlns:a16="http://schemas.microsoft.com/office/drawing/2014/main" id="{28844CCC-385B-A843-B59F-BF308EB45ADF}"/>
              </a:ext>
            </a:extLst>
          </p:cNvPr>
          <p:cNvSpPr txBox="1"/>
          <p:nvPr/>
        </p:nvSpPr>
        <p:spPr>
          <a:xfrm>
            <a:off x="362600" y="336435"/>
            <a:ext cx="9657198" cy="427553"/>
          </a:xfrm>
          <a:prstGeom prst="rect">
            <a:avLst/>
          </a:prstGeom>
        </p:spPr>
        <p:txBody>
          <a:bodyPr wrap="square" lIns="0" tIns="0" rIns="0" bIns="0" rtlCol="0" anchor="t">
            <a:spAutoFit/>
          </a:bodyPr>
          <a:lstStyle/>
          <a:p>
            <a:pPr defTabSz="609630">
              <a:lnSpc>
                <a:spcPts val="3360"/>
              </a:lnSpc>
              <a:spcBef>
                <a:spcPct val="0"/>
              </a:spcBef>
            </a:pPr>
            <a:r>
              <a:rPr lang="en-US" sz="2800" b="1" dirty="0">
                <a:solidFill>
                  <a:prstClr val="black"/>
                </a:solidFill>
                <a:latin typeface="Poppins" panose="00000500000000000000" pitchFamily="2" charset="0"/>
                <a:ea typeface="Poppins 2 Bold"/>
                <a:cs typeface="Poppins" panose="00000500000000000000" pitchFamily="2" charset="0"/>
                <a:sym typeface="Poppins 2 Bold"/>
              </a:rPr>
              <a:t>5. Implementation Stage</a:t>
            </a:r>
            <a:endParaRPr lang="en-US" sz="2800" b="1" dirty="0">
              <a:solidFill>
                <a:schemeClr val="accent2"/>
              </a:solidFill>
              <a:latin typeface="Poppins" panose="00000500000000000000" pitchFamily="2" charset="0"/>
              <a:ea typeface="Poppins 2 Bold"/>
              <a:cs typeface="Poppins" panose="00000500000000000000" pitchFamily="2" charset="0"/>
              <a:sym typeface="Poppins 2 Bold"/>
            </a:endParaRPr>
          </a:p>
        </p:txBody>
      </p:sp>
      <p:sp>
        <p:nvSpPr>
          <p:cNvPr id="132" name="age">
            <a:extLst>
              <a:ext uri="{FF2B5EF4-FFF2-40B4-BE49-F238E27FC236}">
                <a16:creationId xmlns:a16="http://schemas.microsoft.com/office/drawing/2014/main" id="{CA763F4D-8C81-DFE5-E52F-B9FDF7B8720E}"/>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grpSp>
        <p:nvGrpSpPr>
          <p:cNvPr id="133" name="Group 132">
            <a:extLst>
              <a:ext uri="{FF2B5EF4-FFF2-40B4-BE49-F238E27FC236}">
                <a16:creationId xmlns:a16="http://schemas.microsoft.com/office/drawing/2014/main" id="{F7B04F0D-476D-DD50-FE40-048C09585DD9}"/>
              </a:ext>
            </a:extLst>
          </p:cNvPr>
          <p:cNvGrpSpPr/>
          <p:nvPr/>
        </p:nvGrpSpPr>
        <p:grpSpPr>
          <a:xfrm>
            <a:off x="10566400" y="-25400"/>
            <a:ext cx="1625600" cy="545786"/>
            <a:chOff x="10566400" y="-25400"/>
            <a:chExt cx="1625600" cy="545786"/>
          </a:xfrm>
        </p:grpSpPr>
        <p:grpSp>
          <p:nvGrpSpPr>
            <p:cNvPr id="134" name="Group 133">
              <a:extLst>
                <a:ext uri="{FF2B5EF4-FFF2-40B4-BE49-F238E27FC236}">
                  <a16:creationId xmlns:a16="http://schemas.microsoft.com/office/drawing/2014/main" id="{FEEFB5CF-0425-7270-92AA-9F0F32274C2D}"/>
                </a:ext>
              </a:extLst>
            </p:cNvPr>
            <p:cNvGrpSpPr/>
            <p:nvPr/>
          </p:nvGrpSpPr>
          <p:grpSpPr>
            <a:xfrm>
              <a:off x="10566400" y="-25400"/>
              <a:ext cx="1625600" cy="545786"/>
              <a:chOff x="15849600" y="0"/>
              <a:chExt cx="2438400" cy="818679"/>
            </a:xfrm>
          </p:grpSpPr>
          <p:sp>
            <p:nvSpPr>
              <p:cNvPr id="136" name="Rectangle: Top Corners Rounded 135">
                <a:extLst>
                  <a:ext uri="{FF2B5EF4-FFF2-40B4-BE49-F238E27FC236}">
                    <a16:creationId xmlns:a16="http://schemas.microsoft.com/office/drawing/2014/main" id="{6B12E758-9C79-703D-F74A-406DE3714564}"/>
                  </a:ext>
                </a:extLst>
              </p:cNvPr>
              <p:cNvSpPr/>
              <p:nvPr/>
            </p:nvSpPr>
            <p:spPr>
              <a:xfrm rot="10800000">
                <a:off x="15849600" y="38100"/>
                <a:ext cx="2411660" cy="780579"/>
              </a:xfrm>
              <a:prstGeom prst="round2Same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37" name="Rectangle: Top Corners Rounded 136">
                <a:extLst>
                  <a:ext uri="{FF2B5EF4-FFF2-40B4-BE49-F238E27FC236}">
                    <a16:creationId xmlns:a16="http://schemas.microsoft.com/office/drawing/2014/main" id="{27CC1811-6042-C229-5BCC-8B3321CF8B19}"/>
                  </a:ext>
                </a:extLst>
              </p:cNvPr>
              <p:cNvSpPr/>
              <p:nvPr/>
            </p:nvSpPr>
            <p:spPr>
              <a:xfrm rot="10800000">
                <a:off x="15876343" y="0"/>
                <a:ext cx="2411657" cy="770069"/>
              </a:xfrm>
              <a:prstGeom prst="round2Same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38" name="Freeform 10">
                <a:extLst>
                  <a:ext uri="{FF2B5EF4-FFF2-40B4-BE49-F238E27FC236}">
                    <a16:creationId xmlns:a16="http://schemas.microsoft.com/office/drawing/2014/main" id="{9C0AB021-928D-7D15-0472-B89835CF4610}"/>
                  </a:ext>
                </a:extLst>
              </p:cNvPr>
              <p:cNvSpPr/>
              <p:nvPr/>
            </p:nvSpPr>
            <p:spPr>
              <a:xfrm>
                <a:off x="17049533" y="81363"/>
                <a:ext cx="1165535" cy="594422"/>
              </a:xfrm>
              <a:custGeom>
                <a:avLst/>
                <a:gdLst/>
                <a:ahLst/>
                <a:cxnLst/>
                <a:rect l="l" t="t" r="r" b="b"/>
                <a:pathLst>
                  <a:path w="1165534" h="594422">
                    <a:moveTo>
                      <a:pt x="0" y="0"/>
                    </a:moveTo>
                    <a:lnTo>
                      <a:pt x="1165534" y="0"/>
                    </a:lnTo>
                    <a:lnTo>
                      <a:pt x="1165534" y="594423"/>
                    </a:lnTo>
                    <a:lnTo>
                      <a:pt x="0" y="594423"/>
                    </a:lnTo>
                    <a:lnTo>
                      <a:pt x="0" y="0"/>
                    </a:lnTo>
                    <a:close/>
                  </a:path>
                </a:pathLst>
              </a:custGeom>
              <a:blipFill>
                <a:blip r:embed="rId14"/>
                <a:stretch>
                  <a:fillRect/>
                </a:stretch>
              </a:blipFill>
              <a:ln>
                <a:noFill/>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135" name="Picture 134" descr="Home - บริษัท เอเชีย กรีน เอนเนอจี จำกัด (มหาชน)">
              <a:extLst>
                <a:ext uri="{FF2B5EF4-FFF2-40B4-BE49-F238E27FC236}">
                  <a16:creationId xmlns:a16="http://schemas.microsoft.com/office/drawing/2014/main" id="{453E537F-BF13-6C05-6C85-7BA1D46F5B29}"/>
                </a:ext>
              </a:extLst>
            </p:cNvPr>
            <p:cNvPicPr>
              <a:picLocks noChangeAspect="1"/>
            </p:cNvPicPr>
            <p:nvPr/>
          </p:nvPicPr>
          <p:blipFill>
            <a:blip r:embed="rId15"/>
            <a:stretch>
              <a:fillRect/>
            </a:stretch>
          </p:blipFill>
          <p:spPr>
            <a:xfrm>
              <a:off x="10705450" y="88996"/>
              <a:ext cx="534700" cy="326053"/>
            </a:xfrm>
            <a:prstGeom prst="rect">
              <a:avLst/>
            </a:prstGeom>
          </p:spPr>
        </p:pic>
      </p:grpSp>
    </p:spTree>
    <p:extLst>
      <p:ext uri="{BB962C8B-B14F-4D97-AF65-F5344CB8AC3E}">
        <p14:creationId xmlns:p14="http://schemas.microsoft.com/office/powerpoint/2010/main" val="4072468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テキスト ボックス 31">
            <a:extLst>
              <a:ext uri="{FF2B5EF4-FFF2-40B4-BE49-F238E27FC236}">
                <a16:creationId xmlns:a16="http://schemas.microsoft.com/office/drawing/2014/main" id="{A196B8A4-BFAA-D690-373B-C2FDC01A71AC}"/>
              </a:ext>
            </a:extLst>
          </p:cNvPr>
          <p:cNvSpPr txBox="1"/>
          <p:nvPr/>
        </p:nvSpPr>
        <p:spPr>
          <a:xfrm>
            <a:off x="706496" y="1714765"/>
            <a:ext cx="10765565" cy="4872371"/>
          </a:xfrm>
          <a:prstGeom prst="rect">
            <a:avLst/>
          </a:prstGeom>
          <a:noFill/>
          <a:ln>
            <a:solidFill>
              <a:srgbClr val="006666"/>
            </a:solidFill>
          </a:ln>
        </p:spPr>
        <p:txBody>
          <a:bodyPr wrap="none" rtlCol="0" anchor="ctr" anchorCtr="0">
            <a:noAutofit/>
          </a:bodyPr>
          <a:lstStyle>
            <a:defPPr>
              <a:defRPr lang="ja-JP"/>
            </a:defPPr>
            <a:lvl1pPr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1pPr>
            <a:lvl2pPr marL="4572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2pPr>
            <a:lvl3pPr marL="9144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3pPr>
            <a:lvl4pPr marL="13716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4pPr>
            <a:lvl5pPr marL="18288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5pPr>
            <a:lvl6pPr marL="22860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6pPr>
            <a:lvl7pPr marL="27432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7pPr>
            <a:lvl8pPr marL="32004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8pPr>
            <a:lvl9pPr marL="36576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9pPr>
          </a:lstStyle>
          <a:p>
            <a:pPr marL="0" marR="0" lvl="0" indent="0" algn="l" defTabSz="914446" rtl="0" eaLnBrk="1" fontAlgn="base" latinLnBrk="0" hangingPunct="1">
              <a:lnSpc>
                <a:spcPct val="100000"/>
              </a:lnSpc>
              <a:spcBef>
                <a:spcPct val="0"/>
              </a:spcBef>
              <a:spcAft>
                <a:spcPct val="0"/>
              </a:spcAft>
              <a:buClrTx/>
              <a:buSzTx/>
              <a:buFontTx/>
              <a:buNone/>
              <a:tabLst/>
              <a:defRPr/>
            </a:pPr>
            <a:endParaRPr kumimoji="1" lang="ja-JP" altLang="en-US" sz="1100" b="0" i="0" u="none" strike="noStrike" kern="1200" cap="none" spc="0" normalizeH="0" baseline="0" noProof="0" dirty="0">
              <a:ln>
                <a:noFill/>
              </a:ln>
              <a:solidFill>
                <a:srgbClr val="000008"/>
              </a:solidFill>
              <a:effectLst/>
              <a:uLnTx/>
              <a:uFillTx/>
              <a:latin typeface="Poppins" panose="00000500000000000000" pitchFamily="2" charset="0"/>
              <a:ea typeface="HGP創英角ｺﾞｼｯｸUB" pitchFamily="50" charset="-128"/>
              <a:cs typeface="Poppins" panose="00000500000000000000" pitchFamily="2" charset="0"/>
            </a:endParaRPr>
          </a:p>
        </p:txBody>
      </p:sp>
      <p:sp>
        <p:nvSpPr>
          <p:cNvPr id="3" name="Freeform 9">
            <a:extLst>
              <a:ext uri="{FF2B5EF4-FFF2-40B4-BE49-F238E27FC236}">
                <a16:creationId xmlns:a16="http://schemas.microsoft.com/office/drawing/2014/main" id="{6468CD0C-F741-AF3A-50D0-B46D56DA8E5D}"/>
              </a:ext>
            </a:extLst>
          </p:cNvPr>
          <p:cNvSpPr/>
          <p:nvPr/>
        </p:nvSpPr>
        <p:spPr>
          <a:xfrm>
            <a:off x="488457" y="1509724"/>
            <a:ext cx="4949817" cy="400111"/>
          </a:xfrm>
          <a:custGeom>
            <a:avLst/>
            <a:gdLst/>
            <a:ahLst/>
            <a:cxnLst/>
            <a:rect l="l" t="t" r="r" b="b"/>
            <a:pathLst>
              <a:path w="1628740" h="355874">
                <a:moveTo>
                  <a:pt x="117778" y="0"/>
                </a:moveTo>
                <a:lnTo>
                  <a:pt x="1510961" y="0"/>
                </a:lnTo>
                <a:cubicBezTo>
                  <a:pt x="1542198" y="0"/>
                  <a:pt x="1572155" y="12409"/>
                  <a:pt x="1594243" y="34496"/>
                </a:cubicBezTo>
                <a:cubicBezTo>
                  <a:pt x="1616331" y="56584"/>
                  <a:pt x="1628740" y="86541"/>
                  <a:pt x="1628740" y="117778"/>
                </a:cubicBezTo>
                <a:lnTo>
                  <a:pt x="1628740" y="238096"/>
                </a:lnTo>
                <a:cubicBezTo>
                  <a:pt x="1628740" y="269332"/>
                  <a:pt x="1616331" y="299290"/>
                  <a:pt x="1594243" y="321378"/>
                </a:cubicBezTo>
                <a:cubicBezTo>
                  <a:pt x="1572155" y="343465"/>
                  <a:pt x="1542198" y="355874"/>
                  <a:pt x="1510961" y="355874"/>
                </a:cubicBezTo>
                <a:lnTo>
                  <a:pt x="117778" y="355874"/>
                </a:lnTo>
                <a:cubicBezTo>
                  <a:pt x="86541" y="355874"/>
                  <a:pt x="56584" y="343465"/>
                  <a:pt x="34496" y="321378"/>
                </a:cubicBezTo>
                <a:cubicBezTo>
                  <a:pt x="12409" y="299290"/>
                  <a:pt x="0" y="269332"/>
                  <a:pt x="0" y="238096"/>
                </a:cubicBezTo>
                <a:lnTo>
                  <a:pt x="0" y="117778"/>
                </a:lnTo>
                <a:cubicBezTo>
                  <a:pt x="0" y="86541"/>
                  <a:pt x="12409" y="56584"/>
                  <a:pt x="34496" y="34496"/>
                </a:cubicBezTo>
                <a:cubicBezTo>
                  <a:pt x="56584" y="12409"/>
                  <a:pt x="86541" y="0"/>
                  <a:pt x="117778" y="0"/>
                </a:cubicBezTo>
                <a:close/>
              </a:path>
            </a:pathLst>
          </a:custGeom>
          <a:solidFill>
            <a:srgbClr val="00666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 name="Freeform 12">
            <a:extLst>
              <a:ext uri="{FF2B5EF4-FFF2-40B4-BE49-F238E27FC236}">
                <a16:creationId xmlns:a16="http://schemas.microsoft.com/office/drawing/2014/main" id="{F246405D-E7BA-BD63-A844-5B283624FA11}"/>
              </a:ext>
            </a:extLst>
          </p:cNvPr>
          <p:cNvSpPr/>
          <p:nvPr/>
        </p:nvSpPr>
        <p:spPr>
          <a:xfrm>
            <a:off x="456798" y="1476538"/>
            <a:ext cx="465863" cy="45025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66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nvGrpSpPr>
          <p:cNvPr id="79" name="Group 7">
            <a:extLst>
              <a:ext uri="{FF2B5EF4-FFF2-40B4-BE49-F238E27FC236}">
                <a16:creationId xmlns:a16="http://schemas.microsoft.com/office/drawing/2014/main" id="{FAB75161-96AA-3F10-8290-C96768DCAAFD}"/>
              </a:ext>
            </a:extLst>
          </p:cNvPr>
          <p:cNvGrpSpPr/>
          <p:nvPr/>
        </p:nvGrpSpPr>
        <p:grpSpPr>
          <a:xfrm>
            <a:off x="5646647" y="2182868"/>
            <a:ext cx="5478553" cy="4169010"/>
            <a:chOff x="0" y="0"/>
            <a:chExt cx="812800" cy="1301897"/>
          </a:xfrm>
          <a:solidFill>
            <a:srgbClr val="006666"/>
          </a:solidFill>
        </p:grpSpPr>
        <p:sp>
          <p:nvSpPr>
            <p:cNvPr id="80" name="Freeform 8">
              <a:extLst>
                <a:ext uri="{FF2B5EF4-FFF2-40B4-BE49-F238E27FC236}">
                  <a16:creationId xmlns:a16="http://schemas.microsoft.com/office/drawing/2014/main" id="{177CBB70-1894-F6ED-0749-EC0D1FABD2D7}"/>
                </a:ext>
              </a:extLst>
            </p:cNvPr>
            <p:cNvSpPr/>
            <p:nvPr/>
          </p:nvSpPr>
          <p:spPr>
            <a:xfrm>
              <a:off x="0" y="0"/>
              <a:ext cx="812800" cy="1301897"/>
            </a:xfrm>
            <a:custGeom>
              <a:avLst/>
              <a:gdLst/>
              <a:ahLst/>
              <a:cxnLst/>
              <a:rect l="l" t="t" r="r" b="b"/>
              <a:pathLst>
                <a:path w="812800" h="1301897">
                  <a:moveTo>
                    <a:pt x="0" y="0"/>
                  </a:moveTo>
                  <a:lnTo>
                    <a:pt x="812800" y="0"/>
                  </a:lnTo>
                  <a:lnTo>
                    <a:pt x="812800" y="1301897"/>
                  </a:lnTo>
                  <a:lnTo>
                    <a:pt x="0" y="1301897"/>
                  </a:lnTo>
                  <a:close/>
                </a:path>
              </a:pathLst>
            </a:custGeom>
            <a:gr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TextBox 9">
              <a:extLst>
                <a:ext uri="{FF2B5EF4-FFF2-40B4-BE49-F238E27FC236}">
                  <a16:creationId xmlns:a16="http://schemas.microsoft.com/office/drawing/2014/main" id="{EDAB8738-86C7-B98C-2709-F2DA4F96F014}"/>
                </a:ext>
              </a:extLst>
            </p:cNvPr>
            <p:cNvSpPr txBox="1"/>
            <p:nvPr/>
          </p:nvSpPr>
          <p:spPr>
            <a:xfrm>
              <a:off x="0" y="-47625"/>
              <a:ext cx="812800" cy="1349522"/>
            </a:xfrm>
            <a:prstGeom prst="rect">
              <a:avLst/>
            </a:prstGeom>
            <a:grpFill/>
          </p:spPr>
          <p:txBody>
            <a:bodyPr lIns="33867" tIns="33867" rIns="33867" bIns="33867" rtlCol="0" anchor="ctr"/>
            <a:lstStyle/>
            <a:p>
              <a:pPr marL="0" marR="0" lvl="0" indent="0" algn="ctr" defTabSz="914400" rtl="0" eaLnBrk="1" fontAlgn="auto" latinLnBrk="0" hangingPunct="1">
                <a:lnSpc>
                  <a:spcPts val="172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2" name="Freeform 8">
            <a:extLst>
              <a:ext uri="{FF2B5EF4-FFF2-40B4-BE49-F238E27FC236}">
                <a16:creationId xmlns:a16="http://schemas.microsoft.com/office/drawing/2014/main" id="{64BCF0A9-C775-588D-16E6-EC11DFB7CB3D}"/>
              </a:ext>
            </a:extLst>
          </p:cNvPr>
          <p:cNvSpPr/>
          <p:nvPr/>
        </p:nvSpPr>
        <p:spPr>
          <a:xfrm>
            <a:off x="5760329" y="2115940"/>
            <a:ext cx="5236741" cy="4168831"/>
          </a:xfrm>
          <a:custGeom>
            <a:avLst/>
            <a:gdLst/>
            <a:ahLst/>
            <a:cxnLst/>
            <a:rect l="l" t="t" r="r" b="b"/>
            <a:pathLst>
              <a:path w="812800" h="1301897">
                <a:moveTo>
                  <a:pt x="0" y="0"/>
                </a:moveTo>
                <a:lnTo>
                  <a:pt x="812800" y="0"/>
                </a:lnTo>
                <a:lnTo>
                  <a:pt x="812800" y="1301897"/>
                </a:lnTo>
                <a:lnTo>
                  <a:pt x="0" y="1301897"/>
                </a:lnTo>
                <a:close/>
              </a:path>
            </a:pathLst>
          </a:custGeom>
          <a:solidFill>
            <a:schemeClr val="bg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4" name="Group 7">
            <a:extLst>
              <a:ext uri="{FF2B5EF4-FFF2-40B4-BE49-F238E27FC236}">
                <a16:creationId xmlns:a16="http://schemas.microsoft.com/office/drawing/2014/main" id="{43F71B73-9199-7D12-2A71-C6E86B359BD5}"/>
              </a:ext>
            </a:extLst>
          </p:cNvPr>
          <p:cNvGrpSpPr/>
          <p:nvPr/>
        </p:nvGrpSpPr>
        <p:grpSpPr>
          <a:xfrm>
            <a:off x="1034294" y="2182868"/>
            <a:ext cx="4283746" cy="4160914"/>
            <a:chOff x="0" y="0"/>
            <a:chExt cx="812800" cy="1301897"/>
          </a:xfrm>
          <a:solidFill>
            <a:srgbClr val="006666"/>
          </a:solidFill>
        </p:grpSpPr>
        <p:sp>
          <p:nvSpPr>
            <p:cNvPr id="61" name="Freeform 8">
              <a:extLst>
                <a:ext uri="{FF2B5EF4-FFF2-40B4-BE49-F238E27FC236}">
                  <a16:creationId xmlns:a16="http://schemas.microsoft.com/office/drawing/2014/main" id="{D39B8AD5-C816-77AC-70A7-95F45762886A}"/>
                </a:ext>
              </a:extLst>
            </p:cNvPr>
            <p:cNvSpPr/>
            <p:nvPr/>
          </p:nvSpPr>
          <p:spPr>
            <a:xfrm>
              <a:off x="0" y="0"/>
              <a:ext cx="812800" cy="1301897"/>
            </a:xfrm>
            <a:custGeom>
              <a:avLst/>
              <a:gdLst/>
              <a:ahLst/>
              <a:cxnLst/>
              <a:rect l="l" t="t" r="r" b="b"/>
              <a:pathLst>
                <a:path w="812800" h="1301897">
                  <a:moveTo>
                    <a:pt x="0" y="0"/>
                  </a:moveTo>
                  <a:lnTo>
                    <a:pt x="812800" y="0"/>
                  </a:lnTo>
                  <a:lnTo>
                    <a:pt x="812800" y="1301897"/>
                  </a:lnTo>
                  <a:lnTo>
                    <a:pt x="0" y="1301897"/>
                  </a:lnTo>
                  <a:close/>
                </a:path>
              </a:pathLst>
            </a:custGeom>
            <a:gr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Box 9">
              <a:extLst>
                <a:ext uri="{FF2B5EF4-FFF2-40B4-BE49-F238E27FC236}">
                  <a16:creationId xmlns:a16="http://schemas.microsoft.com/office/drawing/2014/main" id="{5CE35647-DAD0-DFA9-013A-125D70907579}"/>
                </a:ext>
              </a:extLst>
            </p:cNvPr>
            <p:cNvSpPr txBox="1"/>
            <p:nvPr/>
          </p:nvSpPr>
          <p:spPr>
            <a:xfrm>
              <a:off x="0" y="-47625"/>
              <a:ext cx="812800" cy="1349522"/>
            </a:xfrm>
            <a:prstGeom prst="rect">
              <a:avLst/>
            </a:prstGeom>
            <a:grpFill/>
          </p:spPr>
          <p:txBody>
            <a:bodyPr lIns="33867" tIns="33867" rIns="33867" bIns="33867" rtlCol="0" anchor="ctr"/>
            <a:lstStyle/>
            <a:p>
              <a:pPr marL="0" marR="0" lvl="0" indent="0" algn="ctr" defTabSz="914400" rtl="0" eaLnBrk="1" fontAlgn="auto" latinLnBrk="0" hangingPunct="1">
                <a:lnSpc>
                  <a:spcPts val="172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8" name="Freeform 8">
            <a:extLst>
              <a:ext uri="{FF2B5EF4-FFF2-40B4-BE49-F238E27FC236}">
                <a16:creationId xmlns:a16="http://schemas.microsoft.com/office/drawing/2014/main" id="{C012F41E-64A9-986C-F4C8-23AB114BE0EA}"/>
              </a:ext>
            </a:extLst>
          </p:cNvPr>
          <p:cNvSpPr/>
          <p:nvPr/>
        </p:nvSpPr>
        <p:spPr>
          <a:xfrm>
            <a:off x="1135894" y="2115940"/>
            <a:ext cx="4090027" cy="4168831"/>
          </a:xfrm>
          <a:custGeom>
            <a:avLst/>
            <a:gdLst/>
            <a:ahLst/>
            <a:cxnLst/>
            <a:rect l="l" t="t" r="r" b="b"/>
            <a:pathLst>
              <a:path w="812800" h="1301897">
                <a:moveTo>
                  <a:pt x="0" y="0"/>
                </a:moveTo>
                <a:lnTo>
                  <a:pt x="812800" y="0"/>
                </a:lnTo>
                <a:lnTo>
                  <a:pt x="812800" y="1301897"/>
                </a:lnTo>
                <a:lnTo>
                  <a:pt x="0" y="1301897"/>
                </a:lnTo>
                <a:close/>
              </a:path>
            </a:pathLst>
          </a:custGeom>
          <a:solidFill>
            <a:schemeClr val="bg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object 7">
            <a:extLst>
              <a:ext uri="{FF2B5EF4-FFF2-40B4-BE49-F238E27FC236}">
                <a16:creationId xmlns:a16="http://schemas.microsoft.com/office/drawing/2014/main" id="{16606BEB-11F7-4F0D-8FA9-DD429B8E7065}"/>
              </a:ext>
            </a:extLst>
          </p:cNvPr>
          <p:cNvSpPr txBox="1"/>
          <p:nvPr/>
        </p:nvSpPr>
        <p:spPr>
          <a:xfrm>
            <a:off x="6975813" y="2262250"/>
            <a:ext cx="631363" cy="436658"/>
          </a:xfrm>
          <a:prstGeom prst="rect">
            <a:avLst/>
          </a:prstGeom>
        </p:spPr>
        <p:txBody>
          <a:bodyPr vert="horz" wrap="square" lIns="0" tIns="13335" rIns="0" bIns="0" rtlCol="0">
            <a:spAutoFit/>
          </a:bodyPr>
          <a:lstStyle/>
          <a:p>
            <a:pPr marL="12701" marR="0" lvl="0" indent="0" algn="l" defTabSz="914400" rtl="0" eaLnBrk="1" fontAlgn="auto" latinLnBrk="0" hangingPunct="1">
              <a:lnSpc>
                <a:spcPct val="100000"/>
              </a:lnSpc>
              <a:spcBef>
                <a:spcPts val="105"/>
              </a:spcBef>
              <a:spcAft>
                <a:spcPts val="0"/>
              </a:spcAft>
              <a:buClrTx/>
              <a:buSzTx/>
              <a:buFontTx/>
              <a:buNone/>
              <a:tabLst>
                <a:tab pos="1049072" algn="l"/>
              </a:tabLst>
              <a:defRPr/>
            </a:pPr>
            <a:r>
              <a:rPr kumimoji="0" sz="1650" b="1" i="0" u="none" strike="noStrike" kern="1200" cap="none" spc="-7" normalizeH="0" baseline="5050" noProof="0" dirty="0">
                <a:ln>
                  <a:noFill/>
                </a:ln>
                <a:solidFill>
                  <a:srgbClr val="FFFFFF"/>
                </a:solidFill>
                <a:effectLst/>
                <a:uLnTx/>
                <a:uFillTx/>
                <a:latin typeface="Tahoma"/>
                <a:ea typeface="+mn-ea"/>
                <a:cs typeface="Tahoma"/>
              </a:rPr>
              <a:t>Office	</a:t>
            </a:r>
            <a:endParaRPr kumimoji="0" sz="1100" b="0" i="0" u="none" strike="noStrike" kern="1200" cap="none" spc="0" normalizeH="0" baseline="0" noProof="0" dirty="0">
              <a:ln>
                <a:noFill/>
              </a:ln>
              <a:solidFill>
                <a:prstClr val="black"/>
              </a:solidFill>
              <a:effectLst/>
              <a:uLnTx/>
              <a:uFillTx/>
              <a:latin typeface="Tahoma"/>
              <a:ea typeface="+mn-ea"/>
              <a:cs typeface="Tahoma"/>
            </a:endParaRPr>
          </a:p>
        </p:txBody>
      </p:sp>
      <p:sp>
        <p:nvSpPr>
          <p:cNvPr id="58" name="object 7">
            <a:extLst>
              <a:ext uri="{FF2B5EF4-FFF2-40B4-BE49-F238E27FC236}">
                <a16:creationId xmlns:a16="http://schemas.microsoft.com/office/drawing/2014/main" id="{0E20072B-4099-42B2-879B-C3D0CBDD8217}"/>
              </a:ext>
            </a:extLst>
          </p:cNvPr>
          <p:cNvSpPr txBox="1"/>
          <p:nvPr/>
        </p:nvSpPr>
        <p:spPr>
          <a:xfrm>
            <a:off x="6949309" y="2262250"/>
            <a:ext cx="631363" cy="436658"/>
          </a:xfrm>
          <a:prstGeom prst="rect">
            <a:avLst/>
          </a:prstGeom>
        </p:spPr>
        <p:txBody>
          <a:bodyPr vert="horz" wrap="square" lIns="0" tIns="13335" rIns="0" bIns="0" rtlCol="0">
            <a:spAutoFit/>
          </a:bodyPr>
          <a:lstStyle/>
          <a:p>
            <a:pPr marL="12701" marR="0" lvl="0" indent="0" algn="l" defTabSz="914400" rtl="0" eaLnBrk="1" fontAlgn="auto" latinLnBrk="0" hangingPunct="1">
              <a:lnSpc>
                <a:spcPct val="100000"/>
              </a:lnSpc>
              <a:spcBef>
                <a:spcPts val="105"/>
              </a:spcBef>
              <a:spcAft>
                <a:spcPts val="0"/>
              </a:spcAft>
              <a:buClrTx/>
              <a:buSzTx/>
              <a:buFontTx/>
              <a:buNone/>
              <a:tabLst>
                <a:tab pos="1049072" algn="l"/>
              </a:tabLst>
              <a:defRPr/>
            </a:pPr>
            <a:r>
              <a:rPr kumimoji="0" sz="1650" b="1" i="0" u="none" strike="noStrike" kern="1200" cap="none" spc="-7" normalizeH="0" baseline="5050" noProof="0" dirty="0">
                <a:ln>
                  <a:noFill/>
                </a:ln>
                <a:solidFill>
                  <a:srgbClr val="FFFFFF"/>
                </a:solidFill>
                <a:effectLst/>
                <a:uLnTx/>
                <a:uFillTx/>
                <a:latin typeface="Tahoma"/>
                <a:ea typeface="+mn-ea"/>
                <a:cs typeface="Tahoma"/>
              </a:rPr>
              <a:t>Office	</a:t>
            </a:r>
            <a:endParaRPr kumimoji="0" sz="1100" b="0" i="0" u="none" strike="noStrike" kern="1200" cap="none" spc="0" normalizeH="0" baseline="0" noProof="0" dirty="0">
              <a:ln>
                <a:noFill/>
              </a:ln>
              <a:solidFill>
                <a:prstClr val="black"/>
              </a:solidFill>
              <a:effectLst/>
              <a:uLnTx/>
              <a:uFillTx/>
              <a:latin typeface="Tahoma"/>
              <a:ea typeface="+mn-ea"/>
              <a:cs typeface="Tahoma"/>
            </a:endParaRPr>
          </a:p>
        </p:txBody>
      </p:sp>
      <p:sp>
        <p:nvSpPr>
          <p:cNvPr id="14" name="TextBox 13">
            <a:extLst>
              <a:ext uri="{FF2B5EF4-FFF2-40B4-BE49-F238E27FC236}">
                <a16:creationId xmlns:a16="http://schemas.microsoft.com/office/drawing/2014/main" id="{C89A3318-5D5F-640F-6BB9-FA5C1750328B}"/>
              </a:ext>
            </a:extLst>
          </p:cNvPr>
          <p:cNvSpPr txBox="1"/>
          <p:nvPr/>
        </p:nvSpPr>
        <p:spPr>
          <a:xfrm>
            <a:off x="1770981" y="2207186"/>
            <a:ext cx="2381208" cy="2974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Go-live Management</a:t>
            </a:r>
          </a:p>
        </p:txBody>
      </p:sp>
      <p:sp>
        <p:nvSpPr>
          <p:cNvPr id="55" name="テキスト ボックス 4">
            <a:extLst>
              <a:ext uri="{FF2B5EF4-FFF2-40B4-BE49-F238E27FC236}">
                <a16:creationId xmlns:a16="http://schemas.microsoft.com/office/drawing/2014/main" id="{9FEF5221-8692-B6B4-8A18-E57B8409B5A5}"/>
              </a:ext>
            </a:extLst>
          </p:cNvPr>
          <p:cNvSpPr txBox="1"/>
          <p:nvPr/>
        </p:nvSpPr>
        <p:spPr>
          <a:xfrm>
            <a:off x="1221259" y="2492803"/>
            <a:ext cx="3922802" cy="1066259"/>
          </a:xfrm>
          <a:prstGeom prst="rect">
            <a:avLst/>
          </a:prstGeom>
          <a:noFill/>
        </p:spPr>
        <p:txBody>
          <a:bodyPr wrap="square" rtlCol="0">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ja-JP" sz="1067" b="0" i="0" u="none" strike="noStrike" kern="1200" cap="none" spc="0" normalizeH="0" baseline="0" noProof="0" dirty="0">
                <a:ln>
                  <a:noFill/>
                </a:ln>
                <a:solidFill>
                  <a:prstClr val="black"/>
                </a:solidFill>
                <a:effectLst/>
                <a:uLnTx/>
                <a:uFillTx/>
                <a:latin typeface="Poppins" panose="00000500000000000000" pitchFamily="2" charset="0"/>
                <a:ea typeface="游ゴシック" panose="020B0400000000000000" pitchFamily="34" charset="-128"/>
                <a:cs typeface="Poppins" panose="00000500000000000000" pitchFamily="2" charset="0"/>
              </a:rPr>
              <a:t>Organize a meeting to check points as “Go” or “No go” of Go-live and the criteria to ensure they are correct and complete. Before GO-Live is used because it is an important system for the company. We use this meeting to organize a meeting for stakeholders to come together and decide whether to “Go” or “No go”.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ja-JP" sz="1067" b="1" i="0" u="none" strike="noStrike" kern="1200" cap="none" spc="0" normalizeH="0" baseline="0" noProof="0" dirty="0">
                <a:ln>
                  <a:noFill/>
                </a:ln>
                <a:solidFill>
                  <a:prstClr val="black"/>
                </a:solidFill>
                <a:effectLst/>
                <a:uLnTx/>
                <a:uFillTx/>
                <a:latin typeface="Poppins" panose="00000500000000000000" pitchFamily="2" charset="0"/>
                <a:ea typeface="游ゴシック" panose="020B0400000000000000" pitchFamily="34" charset="-128"/>
                <a:cs typeface="Poppins" panose="00000500000000000000" pitchFamily="2" charset="0"/>
              </a:rPr>
              <a:t>Every topic must be All </a:t>
            </a:r>
            <a:r>
              <a:rPr kumimoji="0" lang="en-US" altLang="ja-JP" sz="1067" b="1" i="0" u="none" strike="noStrike" kern="1200" cap="none" spc="0" normalizeH="0" baseline="0" noProof="0" dirty="0">
                <a:ln>
                  <a:noFill/>
                </a:ln>
                <a:solidFill>
                  <a:srgbClr val="00B050"/>
                </a:solidFill>
                <a:effectLst/>
                <a:uLnTx/>
                <a:uFillTx/>
                <a:latin typeface="Poppins" panose="00000500000000000000" pitchFamily="2" charset="0"/>
                <a:ea typeface="游ゴシック" panose="020B0400000000000000" pitchFamily="34" charset="-128"/>
                <a:cs typeface="Poppins" panose="00000500000000000000" pitchFamily="2" charset="0"/>
              </a:rPr>
              <a:t>Green!!</a:t>
            </a:r>
            <a:r>
              <a:rPr kumimoji="0" lang="en-US" altLang="ja-JP" sz="1067" b="1" i="0" u="none" strike="noStrike" kern="1200" cap="none" spc="0" normalizeH="0" baseline="0" noProof="0" dirty="0">
                <a:ln>
                  <a:noFill/>
                </a:ln>
                <a:solidFill>
                  <a:prstClr val="black"/>
                </a:solidFill>
                <a:effectLst/>
                <a:uLnTx/>
                <a:uFillTx/>
                <a:latin typeface="Poppins" panose="00000500000000000000" pitchFamily="2" charset="0"/>
                <a:ea typeface="游ゴシック" panose="020B0400000000000000" pitchFamily="34" charset="-128"/>
                <a:cs typeface="Poppins" panose="00000500000000000000" pitchFamily="2" charset="0"/>
              </a:rPr>
              <a:t>  To be able to Go-Live</a:t>
            </a:r>
          </a:p>
        </p:txBody>
      </p:sp>
      <p:sp>
        <p:nvSpPr>
          <p:cNvPr id="51" name="Rectangle 50">
            <a:extLst>
              <a:ext uri="{FF2B5EF4-FFF2-40B4-BE49-F238E27FC236}">
                <a16:creationId xmlns:a16="http://schemas.microsoft.com/office/drawing/2014/main" id="{5B861F44-7744-2D88-7D54-4A18BD4DD92A}"/>
              </a:ext>
            </a:extLst>
          </p:cNvPr>
          <p:cNvSpPr/>
          <p:nvPr/>
        </p:nvSpPr>
        <p:spPr>
          <a:xfrm>
            <a:off x="540319" y="911737"/>
            <a:ext cx="11342612" cy="307777"/>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Key Activity :</a:t>
            </a:r>
            <a:r>
              <a:rPr kumimoji="0" lang="th-TH" sz="1400" b="1" i="0" u="none" strike="noStrike" kern="1200" cap="none" spc="0" normalizeH="0" baseline="0" noProof="0" dirty="0">
                <a:ln>
                  <a:noFill/>
                </a:ln>
                <a:solidFill>
                  <a:prstClr val="black"/>
                </a:solidFill>
                <a:effectLst/>
                <a:uLnTx/>
                <a:uFillTx/>
                <a:latin typeface="Poppins" panose="00000500000000000000" pitchFamily="2" charset="0"/>
                <a:ea typeface="+mn-ea"/>
                <a:cs typeface="Cordia New" panose="020B0304020202020204" pitchFamily="34" charset="-34"/>
              </a:rPr>
              <a:t> </a:t>
            </a:r>
            <a:r>
              <a:rPr kumimoji="0" lang="en-US" sz="14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“’Go’-’No Go’” meeting, prepare the steps to deploy and configuration on Production</a:t>
            </a:r>
          </a:p>
        </p:txBody>
      </p:sp>
      <p:sp>
        <p:nvSpPr>
          <p:cNvPr id="53" name="Rectangle 52">
            <a:extLst>
              <a:ext uri="{FF2B5EF4-FFF2-40B4-BE49-F238E27FC236}">
                <a16:creationId xmlns:a16="http://schemas.microsoft.com/office/drawing/2014/main" id="{019F73AC-9EEA-5F37-E728-803F7255AB80}"/>
              </a:ext>
            </a:extLst>
          </p:cNvPr>
          <p:cNvSpPr/>
          <p:nvPr/>
        </p:nvSpPr>
        <p:spPr>
          <a:xfrm>
            <a:off x="540319" y="1178477"/>
            <a:ext cx="10668000" cy="307777"/>
          </a:xfrm>
          <a:prstGeom prst="rect">
            <a:avLst/>
          </a:prstGeom>
          <a:noFill/>
        </p:spPr>
        <p:txBody>
          <a:bodyPr wrap="square">
            <a:spAutoFit/>
          </a:bodyPr>
          <a:lstStyle/>
          <a:p>
            <a:pPr lvl="0" fontAlgn="base">
              <a:defRPr/>
            </a:pPr>
            <a:r>
              <a:rPr kumimoji="0" lang="en-US" sz="1400"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Participant :</a:t>
            </a:r>
            <a:r>
              <a:rPr kumimoji="0" lang="th-TH" sz="1400" b="1" i="0" u="none" strike="noStrike" kern="1200" cap="none" spc="0" normalizeH="0" baseline="0" noProof="0" dirty="0">
                <a:ln>
                  <a:noFill/>
                </a:ln>
                <a:solidFill>
                  <a:prstClr val="black"/>
                </a:solidFill>
                <a:effectLst/>
                <a:uLnTx/>
                <a:uFillTx/>
                <a:latin typeface="Poppins" panose="00000500000000000000" pitchFamily="2" charset="0"/>
                <a:ea typeface="+mn-ea"/>
                <a:cs typeface="Cordia New" panose="020B0304020202020204" pitchFamily="34" charset="-34"/>
              </a:rPr>
              <a:t> </a:t>
            </a:r>
            <a:r>
              <a:rPr kumimoji="0" lang="en-GB" sz="14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Business User, </a:t>
            </a:r>
            <a:r>
              <a:rPr kumimoji="0" lang="en-US" sz="14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IT </a:t>
            </a:r>
            <a:r>
              <a:rPr kumimoji="0" lang="en-GB" sz="14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App Dev. Manager, NCT-</a:t>
            </a:r>
            <a:r>
              <a:rPr kumimoji="0" lang="en-US" sz="14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Business Analyst, NCT –Developer/</a:t>
            </a:r>
            <a:r>
              <a:rPr lang="en-US" sz="1400" dirty="0">
                <a:solidFill>
                  <a:prstClr val="black"/>
                </a:solidFill>
                <a:latin typeface="Poppins" panose="00000500000000000000" pitchFamily="2" charset="0"/>
                <a:cs typeface="Poppins" panose="00000500000000000000" pitchFamily="2" charset="0"/>
              </a:rPr>
              <a:t> Programmer</a:t>
            </a:r>
            <a:endParaRPr kumimoji="0" lang="en-US" sz="14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05" name="Freeform 12">
            <a:extLst>
              <a:ext uri="{FF2B5EF4-FFF2-40B4-BE49-F238E27FC236}">
                <a16:creationId xmlns:a16="http://schemas.microsoft.com/office/drawing/2014/main" id="{83AD6DFA-02C0-384C-E0E3-3C7FA2CA94D4}"/>
              </a:ext>
            </a:extLst>
          </p:cNvPr>
          <p:cNvSpPr/>
          <p:nvPr/>
        </p:nvSpPr>
        <p:spPr>
          <a:xfrm rot="188067">
            <a:off x="946714" y="5328123"/>
            <a:ext cx="1153952" cy="911325"/>
          </a:xfrm>
          <a:custGeom>
            <a:avLst/>
            <a:gdLst/>
            <a:ahLst/>
            <a:cxnLst/>
            <a:rect l="l" t="t" r="r" b="b"/>
            <a:pathLst>
              <a:path w="2689688" h="2318502">
                <a:moveTo>
                  <a:pt x="0" y="0"/>
                </a:moveTo>
                <a:lnTo>
                  <a:pt x="2689688" y="0"/>
                </a:lnTo>
                <a:lnTo>
                  <a:pt x="2689688" y="2318502"/>
                </a:lnTo>
                <a:lnTo>
                  <a:pt x="0" y="2318502"/>
                </a:lnTo>
                <a:lnTo>
                  <a:pt x="0" y="0"/>
                </a:lnTo>
                <a:close/>
              </a:path>
            </a:pathLst>
          </a:custGeom>
          <a:blipFill>
            <a:blip r:embed="rId3"/>
            <a:stretch>
              <a:fillRect l="-2469" t="-3017" b="-7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206D79B2-7912-D71B-45DB-61038DBEAC9D}"/>
              </a:ext>
            </a:extLst>
          </p:cNvPr>
          <p:cNvSpPr/>
          <p:nvPr/>
        </p:nvSpPr>
        <p:spPr>
          <a:xfrm>
            <a:off x="2061633" y="5864035"/>
            <a:ext cx="1595967" cy="2066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003366"/>
                </a:solidFill>
                <a:effectLst/>
                <a:uLnTx/>
                <a:uFillTx/>
                <a:latin typeface="Poppins" panose="00000500000000000000" pitchFamily="2" charset="0"/>
                <a:ea typeface="+mn-ea"/>
                <a:cs typeface="Poppins" panose="00000500000000000000" pitchFamily="2" charset="0"/>
              </a:rPr>
              <a:t>Environments &amp; set up</a:t>
            </a:r>
          </a:p>
        </p:txBody>
      </p:sp>
      <p:sp>
        <p:nvSpPr>
          <p:cNvPr id="22" name="Slide Number Placeholder 1">
            <a:extLst>
              <a:ext uri="{FF2B5EF4-FFF2-40B4-BE49-F238E27FC236}">
                <a16:creationId xmlns:a16="http://schemas.microsoft.com/office/drawing/2014/main" id="{426EC60F-57F7-CF39-0AAE-84BB16CEC88B}"/>
              </a:ext>
            </a:extLst>
          </p:cNvPr>
          <p:cNvSpPr>
            <a:spLocks noGrp="1"/>
          </p:cNvSpPr>
          <p:nvPr>
            <p:ph type="sldNum" sz="quarter" idx="12"/>
          </p:nvPr>
        </p:nvSpPr>
        <p:spPr>
          <a:xfrm>
            <a:off x="10728900" y="6600237"/>
            <a:ext cx="1422400" cy="243417"/>
          </a:xfrm>
        </p:spPr>
        <p:txBody>
          <a:bodyPr/>
          <a:lstStyle/>
          <a:p>
            <a:pPr marL="0" marR="0" lvl="0" indent="0" algn="r" defTabSz="914446" rtl="0" eaLnBrk="1" fontAlgn="auto" latinLnBrk="0" hangingPunct="1">
              <a:lnSpc>
                <a:spcPct val="100000"/>
              </a:lnSpc>
              <a:spcBef>
                <a:spcPts val="0"/>
              </a:spcBef>
              <a:spcAft>
                <a:spcPts val="0"/>
              </a:spcAft>
              <a:buClrTx/>
              <a:buSzTx/>
              <a:buFontTx/>
              <a:buNone/>
              <a:tabLst/>
              <a:defRPr/>
            </a:pPr>
            <a:fld id="{5E5634F8-C5C6-4843-9A92-B93B76582613}" type="slidenum">
              <a:rPr kumimoji="0" lang="en-US" sz="1333"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pPr marL="0" marR="0" lvl="0" indent="0" algn="r" defTabSz="914446" rtl="0" eaLnBrk="1" fontAlgn="auto" latinLnBrk="0" hangingPunct="1">
                <a:lnSpc>
                  <a:spcPct val="100000"/>
                </a:lnSpc>
                <a:spcBef>
                  <a:spcPts val="0"/>
                </a:spcBef>
                <a:spcAft>
                  <a:spcPts val="0"/>
                </a:spcAft>
                <a:buClrTx/>
                <a:buSzTx/>
                <a:buFontTx/>
                <a:buNone/>
                <a:tabLst/>
                <a:defRPr/>
              </a:pPr>
              <a:t>22</a:t>
            </a:fld>
            <a:endParaRPr kumimoji="0" lang="en-US"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5" name="テキスト ボックス 29">
            <a:extLst>
              <a:ext uri="{FF2B5EF4-FFF2-40B4-BE49-F238E27FC236}">
                <a16:creationId xmlns:a16="http://schemas.microsoft.com/office/drawing/2014/main" id="{2DA523CF-F44F-2DE7-4830-71AA2E80E794}"/>
              </a:ext>
            </a:extLst>
          </p:cNvPr>
          <p:cNvSpPr txBox="1"/>
          <p:nvPr/>
        </p:nvSpPr>
        <p:spPr>
          <a:xfrm>
            <a:off x="394060" y="1538321"/>
            <a:ext cx="528602" cy="338554"/>
          </a:xfrm>
          <a:prstGeom prst="rect">
            <a:avLst/>
          </a:prstGeom>
          <a:noFill/>
        </p:spPr>
        <p:txBody>
          <a:bodyPr wrap="square" rtlCol="0">
            <a:spAutoFit/>
          </a:bodyPr>
          <a:lstStyle>
            <a:defPPr>
              <a:defRPr lang="ja-JP"/>
            </a:defPPr>
            <a:lvl1pPr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1pPr>
            <a:lvl2pPr marL="4572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2pPr>
            <a:lvl3pPr marL="9144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3pPr>
            <a:lvl4pPr marL="13716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4pPr>
            <a:lvl5pPr marL="18288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5pPr>
            <a:lvl6pPr marL="22860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6pPr>
            <a:lvl7pPr marL="27432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7pPr>
            <a:lvl8pPr marL="32004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8pPr>
            <a:lvl9pPr marL="36576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9pPr>
          </a:lstStyle>
          <a:p>
            <a:pPr marL="0" marR="0" lvl="0" indent="0" algn="l" defTabSz="914446"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rPr>
              <a:t>06</a:t>
            </a:r>
            <a:endParaRPr kumimoji="1" lang="ja-JP" altLang="en-US" sz="16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endParaRPr>
          </a:p>
        </p:txBody>
      </p:sp>
      <p:sp>
        <p:nvSpPr>
          <p:cNvPr id="12" name="object 11">
            <a:extLst>
              <a:ext uri="{FF2B5EF4-FFF2-40B4-BE49-F238E27FC236}">
                <a16:creationId xmlns:a16="http://schemas.microsoft.com/office/drawing/2014/main" id="{E5FCEE4E-2644-7907-B14F-766E9FC32C1F}"/>
              </a:ext>
            </a:extLst>
          </p:cNvPr>
          <p:cNvSpPr txBox="1"/>
          <p:nvPr/>
        </p:nvSpPr>
        <p:spPr>
          <a:xfrm>
            <a:off x="7237305" y="2590877"/>
            <a:ext cx="681130" cy="521297"/>
          </a:xfrm>
          <a:prstGeom prst="rect">
            <a:avLst/>
          </a:prstGeom>
        </p:spPr>
        <p:txBody>
          <a:bodyPr vert="horz" wrap="square" lIns="0" tIns="13335" rIns="0" bIns="0" rtlCol="0">
            <a:spAutoFit/>
          </a:bodyPr>
          <a:lstStyle/>
          <a:p>
            <a:pPr marL="0" marR="6350" lvl="0" indent="0" algn="ctr" defTabSz="609630" rtl="0" eaLnBrk="1" fontAlgn="auto" latinLnBrk="0" hangingPunct="1">
              <a:lnSpc>
                <a:spcPct val="100000"/>
              </a:lnSpc>
              <a:spcBef>
                <a:spcPts val="105"/>
              </a:spcBef>
              <a:spcAft>
                <a:spcPts val="0"/>
              </a:spcAft>
              <a:buClrTx/>
              <a:buSzTx/>
              <a:buFontTx/>
              <a:buNone/>
              <a:tabLst/>
              <a:defRPr/>
            </a:pPr>
            <a:r>
              <a:rPr kumimoji="0" sz="1100" b="1" i="0" u="none" strike="noStrike" kern="1200" cap="none" spc="-20" normalizeH="0" baseline="0" noProof="0" dirty="0">
                <a:ln>
                  <a:noFill/>
                </a:ln>
                <a:solidFill>
                  <a:srgbClr val="FFFFFF"/>
                </a:solidFill>
                <a:effectLst/>
                <a:uLnTx/>
                <a:uFillTx/>
                <a:latin typeface="Tahoma"/>
                <a:ea typeface="+mn-ea"/>
                <a:cs typeface="Tahoma"/>
              </a:rPr>
              <a:t>Short</a:t>
            </a:r>
            <a:endParaRPr kumimoji="0" sz="1100" b="0" i="0" u="none" strike="noStrike" kern="1200" cap="none" spc="0" normalizeH="0" baseline="0" noProof="0" dirty="0">
              <a:ln>
                <a:noFill/>
              </a:ln>
              <a:solidFill>
                <a:prstClr val="black"/>
              </a:solidFill>
              <a:effectLst/>
              <a:uLnTx/>
              <a:uFillTx/>
              <a:latin typeface="Tahoma"/>
              <a:ea typeface="+mn-ea"/>
              <a:cs typeface="Tahoma"/>
            </a:endParaRPr>
          </a:p>
          <a:p>
            <a:pPr marL="0" marR="5080" lvl="0" indent="0" algn="ctr" defTabSz="609630" rtl="0" eaLnBrk="1" fontAlgn="auto" latinLnBrk="0" hangingPunct="1">
              <a:lnSpc>
                <a:spcPct val="100000"/>
              </a:lnSpc>
              <a:spcBef>
                <a:spcPts val="5"/>
              </a:spcBef>
              <a:spcAft>
                <a:spcPts val="0"/>
              </a:spcAft>
              <a:buClrTx/>
              <a:buSzTx/>
              <a:buFontTx/>
              <a:buNone/>
              <a:tabLst/>
              <a:defRPr/>
            </a:pPr>
            <a:r>
              <a:rPr kumimoji="0" sz="1100" b="1" i="0" u="none" strike="noStrike" kern="1200" cap="none" spc="-65" normalizeH="0" baseline="0" noProof="0" dirty="0">
                <a:ln>
                  <a:noFill/>
                </a:ln>
                <a:solidFill>
                  <a:srgbClr val="FFFFFF"/>
                </a:solidFill>
                <a:effectLst/>
                <a:uLnTx/>
                <a:uFillTx/>
                <a:latin typeface="Tahoma"/>
                <a:ea typeface="+mn-ea"/>
                <a:cs typeface="Tahoma"/>
              </a:rPr>
              <a:t>De</a:t>
            </a:r>
            <a:r>
              <a:rPr kumimoji="0" sz="1100" b="1" i="0" u="none" strike="noStrike" kern="1200" cap="none" spc="-15" normalizeH="0" baseline="0" noProof="0" dirty="0">
                <a:ln>
                  <a:noFill/>
                </a:ln>
                <a:solidFill>
                  <a:srgbClr val="FFFFFF"/>
                </a:solidFill>
                <a:effectLst/>
                <a:uLnTx/>
                <a:uFillTx/>
                <a:latin typeface="Tahoma"/>
                <a:ea typeface="+mn-ea"/>
                <a:cs typeface="Tahoma"/>
              </a:rPr>
              <a:t>scri</a:t>
            </a:r>
            <a:r>
              <a:rPr kumimoji="0" sz="1100" b="1" i="0" u="none" strike="noStrike" kern="1200" cap="none" spc="-10" normalizeH="0" baseline="0" noProof="0" dirty="0">
                <a:ln>
                  <a:noFill/>
                </a:ln>
                <a:solidFill>
                  <a:srgbClr val="FFFFFF"/>
                </a:solidFill>
                <a:effectLst/>
                <a:uLnTx/>
                <a:uFillTx/>
                <a:latin typeface="Tahoma"/>
                <a:ea typeface="+mn-ea"/>
                <a:cs typeface="Tahoma"/>
              </a:rPr>
              <a:t>p</a:t>
            </a:r>
            <a:r>
              <a:rPr kumimoji="0" sz="1100" b="1" i="0" u="none" strike="noStrike" kern="1200" cap="none" spc="10" normalizeH="0" baseline="0" noProof="0" dirty="0">
                <a:ln>
                  <a:noFill/>
                </a:ln>
                <a:solidFill>
                  <a:srgbClr val="FFFFFF"/>
                </a:solidFill>
                <a:effectLst/>
                <a:uLnTx/>
                <a:uFillTx/>
                <a:latin typeface="Tahoma"/>
                <a:ea typeface="+mn-ea"/>
                <a:cs typeface="Tahoma"/>
              </a:rPr>
              <a:t>ti</a:t>
            </a:r>
            <a:r>
              <a:rPr kumimoji="0" sz="1100" b="1" i="0" u="none" strike="noStrike" kern="1200" cap="none" spc="-20" normalizeH="0" baseline="0" noProof="0" dirty="0">
                <a:ln>
                  <a:noFill/>
                </a:ln>
                <a:solidFill>
                  <a:srgbClr val="FFFFFF"/>
                </a:solidFill>
                <a:effectLst/>
                <a:uLnTx/>
                <a:uFillTx/>
                <a:latin typeface="Tahoma"/>
                <a:ea typeface="+mn-ea"/>
                <a:cs typeface="Tahoma"/>
              </a:rPr>
              <a:t>on</a:t>
            </a:r>
            <a:endParaRPr kumimoji="0" sz="1100" b="0" i="0" u="none" strike="noStrike" kern="1200" cap="none" spc="0" normalizeH="0" baseline="0" noProof="0" dirty="0">
              <a:ln>
                <a:noFill/>
              </a:ln>
              <a:solidFill>
                <a:prstClr val="black"/>
              </a:solidFill>
              <a:effectLst/>
              <a:uLnTx/>
              <a:uFillTx/>
              <a:latin typeface="Tahoma"/>
              <a:ea typeface="+mn-ea"/>
              <a:cs typeface="Tahoma"/>
            </a:endParaRPr>
          </a:p>
        </p:txBody>
      </p:sp>
      <p:sp>
        <p:nvSpPr>
          <p:cNvPr id="24" name="object 11">
            <a:extLst>
              <a:ext uri="{FF2B5EF4-FFF2-40B4-BE49-F238E27FC236}">
                <a16:creationId xmlns:a16="http://schemas.microsoft.com/office/drawing/2014/main" id="{E37D7426-B3E6-75EF-FAAC-1EAF52EDEAA7}"/>
              </a:ext>
            </a:extLst>
          </p:cNvPr>
          <p:cNvSpPr txBox="1"/>
          <p:nvPr/>
        </p:nvSpPr>
        <p:spPr>
          <a:xfrm>
            <a:off x="7333276" y="2696862"/>
            <a:ext cx="681130" cy="521297"/>
          </a:xfrm>
          <a:prstGeom prst="rect">
            <a:avLst/>
          </a:prstGeom>
        </p:spPr>
        <p:txBody>
          <a:bodyPr vert="horz" wrap="square" lIns="0" tIns="13335" rIns="0" bIns="0" rtlCol="0">
            <a:spAutoFit/>
          </a:bodyPr>
          <a:lstStyle/>
          <a:p>
            <a:pPr marL="0" marR="6350" lvl="0" indent="0" algn="ctr" defTabSz="609630" rtl="0" eaLnBrk="1" fontAlgn="auto" latinLnBrk="0" hangingPunct="1">
              <a:lnSpc>
                <a:spcPct val="100000"/>
              </a:lnSpc>
              <a:spcBef>
                <a:spcPts val="105"/>
              </a:spcBef>
              <a:spcAft>
                <a:spcPts val="0"/>
              </a:spcAft>
              <a:buClrTx/>
              <a:buSzTx/>
              <a:buFontTx/>
              <a:buNone/>
              <a:tabLst/>
              <a:defRPr/>
            </a:pPr>
            <a:r>
              <a:rPr kumimoji="0" sz="1100" b="1" i="0" u="none" strike="noStrike" kern="1200" cap="none" spc="-20" normalizeH="0" baseline="0" noProof="0" dirty="0">
                <a:ln>
                  <a:noFill/>
                </a:ln>
                <a:solidFill>
                  <a:srgbClr val="FFFFFF"/>
                </a:solidFill>
                <a:effectLst/>
                <a:uLnTx/>
                <a:uFillTx/>
                <a:latin typeface="Tahoma"/>
                <a:ea typeface="+mn-ea"/>
                <a:cs typeface="Tahoma"/>
              </a:rPr>
              <a:t>Short</a:t>
            </a:r>
            <a:endParaRPr kumimoji="0" sz="1100" b="0" i="0" u="none" strike="noStrike" kern="1200" cap="none" spc="0" normalizeH="0" baseline="0" noProof="0" dirty="0">
              <a:ln>
                <a:noFill/>
              </a:ln>
              <a:solidFill>
                <a:prstClr val="black"/>
              </a:solidFill>
              <a:effectLst/>
              <a:uLnTx/>
              <a:uFillTx/>
              <a:latin typeface="Tahoma"/>
              <a:ea typeface="+mn-ea"/>
              <a:cs typeface="Tahoma"/>
            </a:endParaRPr>
          </a:p>
          <a:p>
            <a:pPr marL="0" marR="5080" lvl="0" indent="0" algn="ctr" defTabSz="609630" rtl="0" eaLnBrk="1" fontAlgn="auto" latinLnBrk="0" hangingPunct="1">
              <a:lnSpc>
                <a:spcPct val="100000"/>
              </a:lnSpc>
              <a:spcBef>
                <a:spcPts val="5"/>
              </a:spcBef>
              <a:spcAft>
                <a:spcPts val="0"/>
              </a:spcAft>
              <a:buClrTx/>
              <a:buSzTx/>
              <a:buFontTx/>
              <a:buNone/>
              <a:tabLst/>
              <a:defRPr/>
            </a:pPr>
            <a:r>
              <a:rPr kumimoji="0" sz="1100" b="1" i="0" u="none" strike="noStrike" kern="1200" cap="none" spc="-65" normalizeH="0" baseline="0" noProof="0" dirty="0">
                <a:ln>
                  <a:noFill/>
                </a:ln>
                <a:solidFill>
                  <a:srgbClr val="FFFFFF"/>
                </a:solidFill>
                <a:effectLst/>
                <a:uLnTx/>
                <a:uFillTx/>
                <a:latin typeface="Tahoma"/>
                <a:ea typeface="+mn-ea"/>
                <a:cs typeface="Tahoma"/>
              </a:rPr>
              <a:t>De</a:t>
            </a:r>
            <a:r>
              <a:rPr kumimoji="0" sz="1100" b="1" i="0" u="none" strike="noStrike" kern="1200" cap="none" spc="-15" normalizeH="0" baseline="0" noProof="0" dirty="0">
                <a:ln>
                  <a:noFill/>
                </a:ln>
                <a:solidFill>
                  <a:srgbClr val="FFFFFF"/>
                </a:solidFill>
                <a:effectLst/>
                <a:uLnTx/>
                <a:uFillTx/>
                <a:latin typeface="Tahoma"/>
                <a:ea typeface="+mn-ea"/>
                <a:cs typeface="Tahoma"/>
              </a:rPr>
              <a:t>scri</a:t>
            </a:r>
            <a:r>
              <a:rPr kumimoji="0" sz="1100" b="1" i="0" u="none" strike="noStrike" kern="1200" cap="none" spc="-10" normalizeH="0" baseline="0" noProof="0" dirty="0">
                <a:ln>
                  <a:noFill/>
                </a:ln>
                <a:solidFill>
                  <a:srgbClr val="FFFFFF"/>
                </a:solidFill>
                <a:effectLst/>
                <a:uLnTx/>
                <a:uFillTx/>
                <a:latin typeface="Tahoma"/>
                <a:ea typeface="+mn-ea"/>
                <a:cs typeface="Tahoma"/>
              </a:rPr>
              <a:t>p</a:t>
            </a:r>
            <a:r>
              <a:rPr kumimoji="0" sz="1100" b="1" i="0" u="none" strike="noStrike" kern="1200" cap="none" spc="10" normalizeH="0" baseline="0" noProof="0" dirty="0">
                <a:ln>
                  <a:noFill/>
                </a:ln>
                <a:solidFill>
                  <a:srgbClr val="FFFFFF"/>
                </a:solidFill>
                <a:effectLst/>
                <a:uLnTx/>
                <a:uFillTx/>
                <a:latin typeface="Tahoma"/>
                <a:ea typeface="+mn-ea"/>
                <a:cs typeface="Tahoma"/>
              </a:rPr>
              <a:t>ti</a:t>
            </a:r>
            <a:r>
              <a:rPr kumimoji="0" sz="1100" b="1" i="0" u="none" strike="noStrike" kern="1200" cap="none" spc="-20" normalizeH="0" baseline="0" noProof="0" dirty="0">
                <a:ln>
                  <a:noFill/>
                </a:ln>
                <a:solidFill>
                  <a:srgbClr val="FFFFFF"/>
                </a:solidFill>
                <a:effectLst/>
                <a:uLnTx/>
                <a:uFillTx/>
                <a:latin typeface="Tahoma"/>
                <a:ea typeface="+mn-ea"/>
                <a:cs typeface="Tahoma"/>
              </a:rPr>
              <a:t>on</a:t>
            </a:r>
            <a:endParaRPr kumimoji="0" sz="1100" b="0" i="0" u="none" strike="noStrike" kern="1200" cap="none" spc="0" normalizeH="0" baseline="0" noProof="0" dirty="0">
              <a:ln>
                <a:noFill/>
              </a:ln>
              <a:solidFill>
                <a:prstClr val="black"/>
              </a:solidFill>
              <a:effectLst/>
              <a:uLnTx/>
              <a:uFillTx/>
              <a:latin typeface="Tahoma"/>
              <a:ea typeface="+mn-ea"/>
              <a:cs typeface="Tahoma"/>
            </a:endParaRPr>
          </a:p>
        </p:txBody>
      </p:sp>
      <p:sp>
        <p:nvSpPr>
          <p:cNvPr id="25" name="object 11">
            <a:extLst>
              <a:ext uri="{FF2B5EF4-FFF2-40B4-BE49-F238E27FC236}">
                <a16:creationId xmlns:a16="http://schemas.microsoft.com/office/drawing/2014/main" id="{173E2EFD-E991-8C96-5095-1A5646608273}"/>
              </a:ext>
            </a:extLst>
          </p:cNvPr>
          <p:cNvSpPr txBox="1"/>
          <p:nvPr/>
        </p:nvSpPr>
        <p:spPr>
          <a:xfrm>
            <a:off x="7333276" y="2696862"/>
            <a:ext cx="681130" cy="521297"/>
          </a:xfrm>
          <a:prstGeom prst="rect">
            <a:avLst/>
          </a:prstGeom>
        </p:spPr>
        <p:txBody>
          <a:bodyPr vert="horz" wrap="square" lIns="0" tIns="13335" rIns="0" bIns="0" rtlCol="0">
            <a:spAutoFit/>
          </a:bodyPr>
          <a:lstStyle/>
          <a:p>
            <a:pPr marL="0" marR="6350" lvl="0" indent="0" algn="ctr" defTabSz="609630" rtl="0" eaLnBrk="1" fontAlgn="auto" latinLnBrk="0" hangingPunct="1">
              <a:lnSpc>
                <a:spcPct val="100000"/>
              </a:lnSpc>
              <a:spcBef>
                <a:spcPts val="105"/>
              </a:spcBef>
              <a:spcAft>
                <a:spcPts val="0"/>
              </a:spcAft>
              <a:buClrTx/>
              <a:buSzTx/>
              <a:buFontTx/>
              <a:buNone/>
              <a:tabLst/>
              <a:defRPr/>
            </a:pPr>
            <a:r>
              <a:rPr kumimoji="0" sz="1100" b="1" i="0" u="none" strike="noStrike" kern="1200" cap="none" spc="-20" normalizeH="0" baseline="0" noProof="0" dirty="0">
                <a:ln>
                  <a:noFill/>
                </a:ln>
                <a:solidFill>
                  <a:srgbClr val="FFFFFF"/>
                </a:solidFill>
                <a:effectLst/>
                <a:uLnTx/>
                <a:uFillTx/>
                <a:latin typeface="Tahoma"/>
                <a:ea typeface="+mn-ea"/>
                <a:cs typeface="Tahoma"/>
              </a:rPr>
              <a:t>Short</a:t>
            </a:r>
            <a:endParaRPr kumimoji="0" sz="1100" b="0" i="0" u="none" strike="noStrike" kern="1200" cap="none" spc="0" normalizeH="0" baseline="0" noProof="0">
              <a:ln>
                <a:noFill/>
              </a:ln>
              <a:solidFill>
                <a:prstClr val="black"/>
              </a:solidFill>
              <a:effectLst/>
              <a:uLnTx/>
              <a:uFillTx/>
              <a:latin typeface="Tahoma"/>
              <a:ea typeface="+mn-ea"/>
              <a:cs typeface="Tahoma"/>
            </a:endParaRPr>
          </a:p>
          <a:p>
            <a:pPr marL="0" marR="5080" lvl="0" indent="0" algn="ctr" defTabSz="609630" rtl="0" eaLnBrk="1" fontAlgn="auto" latinLnBrk="0" hangingPunct="1">
              <a:lnSpc>
                <a:spcPct val="100000"/>
              </a:lnSpc>
              <a:spcBef>
                <a:spcPts val="5"/>
              </a:spcBef>
              <a:spcAft>
                <a:spcPts val="0"/>
              </a:spcAft>
              <a:buClrTx/>
              <a:buSzTx/>
              <a:buFontTx/>
              <a:buNone/>
              <a:tabLst/>
              <a:defRPr/>
            </a:pPr>
            <a:r>
              <a:rPr kumimoji="0" sz="1100" b="1" i="0" u="none" strike="noStrike" kern="1200" cap="none" spc="-65" normalizeH="0" baseline="0" noProof="0" dirty="0">
                <a:ln>
                  <a:noFill/>
                </a:ln>
                <a:solidFill>
                  <a:srgbClr val="FFFFFF"/>
                </a:solidFill>
                <a:effectLst/>
                <a:uLnTx/>
                <a:uFillTx/>
                <a:latin typeface="Tahoma"/>
                <a:ea typeface="+mn-ea"/>
                <a:cs typeface="Tahoma"/>
              </a:rPr>
              <a:t>De</a:t>
            </a:r>
            <a:r>
              <a:rPr kumimoji="0" sz="1100" b="1" i="0" u="none" strike="noStrike" kern="1200" cap="none" spc="-15" normalizeH="0" baseline="0" noProof="0" dirty="0">
                <a:ln>
                  <a:noFill/>
                </a:ln>
                <a:solidFill>
                  <a:srgbClr val="FFFFFF"/>
                </a:solidFill>
                <a:effectLst/>
                <a:uLnTx/>
                <a:uFillTx/>
                <a:latin typeface="Tahoma"/>
                <a:ea typeface="+mn-ea"/>
                <a:cs typeface="Tahoma"/>
              </a:rPr>
              <a:t>scri</a:t>
            </a:r>
            <a:r>
              <a:rPr kumimoji="0" sz="1100" b="1" i="0" u="none" strike="noStrike" kern="1200" cap="none" spc="-10" normalizeH="0" baseline="0" noProof="0" dirty="0">
                <a:ln>
                  <a:noFill/>
                </a:ln>
                <a:solidFill>
                  <a:srgbClr val="FFFFFF"/>
                </a:solidFill>
                <a:effectLst/>
                <a:uLnTx/>
                <a:uFillTx/>
                <a:latin typeface="Tahoma"/>
                <a:ea typeface="+mn-ea"/>
                <a:cs typeface="Tahoma"/>
              </a:rPr>
              <a:t>p</a:t>
            </a:r>
            <a:r>
              <a:rPr kumimoji="0" sz="1100" b="1" i="0" u="none" strike="noStrike" kern="1200" cap="none" spc="10" normalizeH="0" baseline="0" noProof="0" dirty="0">
                <a:ln>
                  <a:noFill/>
                </a:ln>
                <a:solidFill>
                  <a:srgbClr val="FFFFFF"/>
                </a:solidFill>
                <a:effectLst/>
                <a:uLnTx/>
                <a:uFillTx/>
                <a:latin typeface="Tahoma"/>
                <a:ea typeface="+mn-ea"/>
                <a:cs typeface="Tahoma"/>
              </a:rPr>
              <a:t>ti</a:t>
            </a:r>
            <a:r>
              <a:rPr kumimoji="0" sz="1100" b="1" i="0" u="none" strike="noStrike" kern="1200" cap="none" spc="-20" normalizeH="0" baseline="0" noProof="0" dirty="0">
                <a:ln>
                  <a:noFill/>
                </a:ln>
                <a:solidFill>
                  <a:srgbClr val="FFFFFF"/>
                </a:solidFill>
                <a:effectLst/>
                <a:uLnTx/>
                <a:uFillTx/>
                <a:latin typeface="Tahoma"/>
                <a:ea typeface="+mn-ea"/>
                <a:cs typeface="Tahoma"/>
              </a:rPr>
              <a:t>on</a:t>
            </a:r>
            <a:endParaRPr kumimoji="0" sz="1100" b="0" i="0" u="none" strike="noStrike" kern="1200" cap="none" spc="0" normalizeH="0" baseline="0" noProof="0">
              <a:ln>
                <a:noFill/>
              </a:ln>
              <a:solidFill>
                <a:prstClr val="black"/>
              </a:solidFill>
              <a:effectLst/>
              <a:uLnTx/>
              <a:uFillTx/>
              <a:latin typeface="Tahoma"/>
              <a:ea typeface="+mn-ea"/>
              <a:cs typeface="Tahoma"/>
            </a:endParaRPr>
          </a:p>
        </p:txBody>
      </p:sp>
      <p:sp>
        <p:nvSpPr>
          <p:cNvPr id="26" name="object 7">
            <a:extLst>
              <a:ext uri="{FF2B5EF4-FFF2-40B4-BE49-F238E27FC236}">
                <a16:creationId xmlns:a16="http://schemas.microsoft.com/office/drawing/2014/main" id="{48745765-CE29-49E3-80FC-542355A0B4A8}"/>
              </a:ext>
            </a:extLst>
          </p:cNvPr>
          <p:cNvSpPr txBox="1"/>
          <p:nvPr/>
        </p:nvSpPr>
        <p:spPr>
          <a:xfrm>
            <a:off x="6975813" y="2262250"/>
            <a:ext cx="631363" cy="436658"/>
          </a:xfrm>
          <a:prstGeom prst="rect">
            <a:avLst/>
          </a:prstGeom>
        </p:spPr>
        <p:txBody>
          <a:bodyPr vert="horz" wrap="square" lIns="0" tIns="13335" rIns="0" bIns="0" rtlCol="0">
            <a:spAutoFit/>
          </a:bodyPr>
          <a:lstStyle/>
          <a:p>
            <a:pPr marL="12701" marR="0" lvl="0" indent="0" algn="l" defTabSz="609630" rtl="0" eaLnBrk="1" fontAlgn="auto" latinLnBrk="0" hangingPunct="1">
              <a:lnSpc>
                <a:spcPct val="100000"/>
              </a:lnSpc>
              <a:spcBef>
                <a:spcPts val="105"/>
              </a:spcBef>
              <a:spcAft>
                <a:spcPts val="0"/>
              </a:spcAft>
              <a:buClrTx/>
              <a:buSzTx/>
              <a:buFontTx/>
              <a:buNone/>
              <a:tabLst>
                <a:tab pos="1049072" algn="l"/>
              </a:tabLst>
              <a:defRPr/>
            </a:pPr>
            <a:r>
              <a:rPr kumimoji="0" sz="1650" b="1" i="0" u="none" strike="noStrike" kern="1200" cap="none" spc="-7" normalizeH="0" baseline="5050" noProof="0" dirty="0">
                <a:ln>
                  <a:noFill/>
                </a:ln>
                <a:solidFill>
                  <a:srgbClr val="FFFFFF"/>
                </a:solidFill>
                <a:effectLst/>
                <a:uLnTx/>
                <a:uFillTx/>
                <a:latin typeface="Tahoma"/>
                <a:ea typeface="+mn-ea"/>
                <a:cs typeface="Tahoma"/>
              </a:rPr>
              <a:t>Office	</a:t>
            </a:r>
            <a:endParaRPr kumimoji="0" sz="1100" b="0" i="0" u="none" strike="noStrike" kern="1200" cap="none" spc="0" normalizeH="0" baseline="0" noProof="0" dirty="0">
              <a:ln>
                <a:noFill/>
              </a:ln>
              <a:solidFill>
                <a:prstClr val="black"/>
              </a:solidFill>
              <a:effectLst/>
              <a:uLnTx/>
              <a:uFillTx/>
              <a:latin typeface="Tahoma"/>
              <a:ea typeface="+mn-ea"/>
              <a:cs typeface="Tahoma"/>
            </a:endParaRPr>
          </a:p>
        </p:txBody>
      </p:sp>
      <p:sp>
        <p:nvSpPr>
          <p:cNvPr id="27" name="object 11">
            <a:extLst>
              <a:ext uri="{FF2B5EF4-FFF2-40B4-BE49-F238E27FC236}">
                <a16:creationId xmlns:a16="http://schemas.microsoft.com/office/drawing/2014/main" id="{E38D2A8E-EEC6-6B99-3CDA-E1841EB21DE4}"/>
              </a:ext>
            </a:extLst>
          </p:cNvPr>
          <p:cNvSpPr txBox="1"/>
          <p:nvPr/>
        </p:nvSpPr>
        <p:spPr>
          <a:xfrm>
            <a:off x="7608366" y="2816161"/>
            <a:ext cx="681130" cy="521297"/>
          </a:xfrm>
          <a:prstGeom prst="rect">
            <a:avLst/>
          </a:prstGeom>
        </p:spPr>
        <p:txBody>
          <a:bodyPr vert="horz" wrap="square" lIns="0" tIns="13335" rIns="0" bIns="0" rtlCol="0">
            <a:spAutoFit/>
          </a:bodyPr>
          <a:lstStyle/>
          <a:p>
            <a:pPr marL="0" marR="6350" lvl="0" indent="0" algn="ctr" defTabSz="609630" rtl="0" eaLnBrk="1" fontAlgn="auto" latinLnBrk="0" hangingPunct="1">
              <a:lnSpc>
                <a:spcPct val="100000"/>
              </a:lnSpc>
              <a:spcBef>
                <a:spcPts val="105"/>
              </a:spcBef>
              <a:spcAft>
                <a:spcPts val="0"/>
              </a:spcAft>
              <a:buClrTx/>
              <a:buSzTx/>
              <a:buFontTx/>
              <a:buNone/>
              <a:tabLst/>
              <a:defRPr/>
            </a:pPr>
            <a:r>
              <a:rPr kumimoji="0" sz="1100" b="1" i="0" u="none" strike="noStrike" kern="1200" cap="none" spc="-20" normalizeH="0" baseline="0" noProof="0" dirty="0">
                <a:ln>
                  <a:noFill/>
                </a:ln>
                <a:solidFill>
                  <a:srgbClr val="FFFFFF"/>
                </a:solidFill>
                <a:effectLst/>
                <a:uLnTx/>
                <a:uFillTx/>
                <a:latin typeface="Tahoma"/>
                <a:ea typeface="+mn-ea"/>
                <a:cs typeface="Tahoma"/>
              </a:rPr>
              <a:t>Short</a:t>
            </a:r>
            <a:endParaRPr kumimoji="0" sz="1100" b="0" i="0" u="none" strike="noStrike" kern="1200" cap="none" spc="0" normalizeH="0" baseline="0" noProof="0" dirty="0">
              <a:ln>
                <a:noFill/>
              </a:ln>
              <a:solidFill>
                <a:prstClr val="black"/>
              </a:solidFill>
              <a:effectLst/>
              <a:uLnTx/>
              <a:uFillTx/>
              <a:latin typeface="Tahoma"/>
              <a:ea typeface="+mn-ea"/>
              <a:cs typeface="Tahoma"/>
            </a:endParaRPr>
          </a:p>
          <a:p>
            <a:pPr marL="0" marR="5080" lvl="0" indent="0" algn="ctr" defTabSz="609630" rtl="0" eaLnBrk="1" fontAlgn="auto" latinLnBrk="0" hangingPunct="1">
              <a:lnSpc>
                <a:spcPct val="100000"/>
              </a:lnSpc>
              <a:spcBef>
                <a:spcPts val="5"/>
              </a:spcBef>
              <a:spcAft>
                <a:spcPts val="0"/>
              </a:spcAft>
              <a:buClrTx/>
              <a:buSzTx/>
              <a:buFontTx/>
              <a:buNone/>
              <a:tabLst/>
              <a:defRPr/>
            </a:pPr>
            <a:r>
              <a:rPr kumimoji="0" sz="1100" b="1" i="0" u="none" strike="noStrike" kern="1200" cap="none" spc="-65" normalizeH="0" baseline="0" noProof="0" dirty="0">
                <a:ln>
                  <a:noFill/>
                </a:ln>
                <a:solidFill>
                  <a:srgbClr val="FFFFFF"/>
                </a:solidFill>
                <a:effectLst/>
                <a:uLnTx/>
                <a:uFillTx/>
                <a:latin typeface="Tahoma"/>
                <a:ea typeface="+mn-ea"/>
                <a:cs typeface="Tahoma"/>
              </a:rPr>
              <a:t>De</a:t>
            </a:r>
            <a:r>
              <a:rPr kumimoji="0" sz="1100" b="1" i="0" u="none" strike="noStrike" kern="1200" cap="none" spc="-15" normalizeH="0" baseline="0" noProof="0" dirty="0">
                <a:ln>
                  <a:noFill/>
                </a:ln>
                <a:solidFill>
                  <a:srgbClr val="FFFFFF"/>
                </a:solidFill>
                <a:effectLst/>
                <a:uLnTx/>
                <a:uFillTx/>
                <a:latin typeface="Tahoma"/>
                <a:ea typeface="+mn-ea"/>
                <a:cs typeface="Tahoma"/>
              </a:rPr>
              <a:t>scri</a:t>
            </a:r>
            <a:r>
              <a:rPr kumimoji="0" sz="1100" b="1" i="0" u="none" strike="noStrike" kern="1200" cap="none" spc="-10" normalizeH="0" baseline="0" noProof="0" dirty="0">
                <a:ln>
                  <a:noFill/>
                </a:ln>
                <a:solidFill>
                  <a:srgbClr val="FFFFFF"/>
                </a:solidFill>
                <a:effectLst/>
                <a:uLnTx/>
                <a:uFillTx/>
                <a:latin typeface="Tahoma"/>
                <a:ea typeface="+mn-ea"/>
                <a:cs typeface="Tahoma"/>
              </a:rPr>
              <a:t>p</a:t>
            </a:r>
            <a:r>
              <a:rPr kumimoji="0" sz="1100" b="1" i="0" u="none" strike="noStrike" kern="1200" cap="none" spc="10" normalizeH="0" baseline="0" noProof="0" dirty="0">
                <a:ln>
                  <a:noFill/>
                </a:ln>
                <a:solidFill>
                  <a:srgbClr val="FFFFFF"/>
                </a:solidFill>
                <a:effectLst/>
                <a:uLnTx/>
                <a:uFillTx/>
                <a:latin typeface="Tahoma"/>
                <a:ea typeface="+mn-ea"/>
                <a:cs typeface="Tahoma"/>
              </a:rPr>
              <a:t>ti</a:t>
            </a:r>
            <a:r>
              <a:rPr kumimoji="0" sz="1100" b="1" i="0" u="none" strike="noStrike" kern="1200" cap="none" spc="-20" normalizeH="0" baseline="0" noProof="0" dirty="0">
                <a:ln>
                  <a:noFill/>
                </a:ln>
                <a:solidFill>
                  <a:srgbClr val="FFFFFF"/>
                </a:solidFill>
                <a:effectLst/>
                <a:uLnTx/>
                <a:uFillTx/>
                <a:latin typeface="Tahoma"/>
                <a:ea typeface="+mn-ea"/>
                <a:cs typeface="Tahoma"/>
              </a:rPr>
              <a:t>on</a:t>
            </a:r>
            <a:endParaRPr kumimoji="0" sz="1100" b="0" i="0" u="none" strike="noStrike" kern="1200" cap="none" spc="0" normalizeH="0" baseline="0" noProof="0" dirty="0">
              <a:ln>
                <a:noFill/>
              </a:ln>
              <a:solidFill>
                <a:prstClr val="black"/>
              </a:solidFill>
              <a:effectLst/>
              <a:uLnTx/>
              <a:uFillTx/>
              <a:latin typeface="Tahoma"/>
              <a:ea typeface="+mn-ea"/>
              <a:cs typeface="Tahoma"/>
            </a:endParaRPr>
          </a:p>
        </p:txBody>
      </p:sp>
      <p:sp>
        <p:nvSpPr>
          <p:cNvPr id="28" name="object 7">
            <a:extLst>
              <a:ext uri="{FF2B5EF4-FFF2-40B4-BE49-F238E27FC236}">
                <a16:creationId xmlns:a16="http://schemas.microsoft.com/office/drawing/2014/main" id="{43DFD2A3-04CF-37A0-A850-F071B3D85F1E}"/>
              </a:ext>
            </a:extLst>
          </p:cNvPr>
          <p:cNvSpPr txBox="1"/>
          <p:nvPr/>
        </p:nvSpPr>
        <p:spPr>
          <a:xfrm>
            <a:off x="6949309" y="2262250"/>
            <a:ext cx="631363" cy="436658"/>
          </a:xfrm>
          <a:prstGeom prst="rect">
            <a:avLst/>
          </a:prstGeom>
        </p:spPr>
        <p:txBody>
          <a:bodyPr vert="horz" wrap="square" lIns="0" tIns="13335" rIns="0" bIns="0" rtlCol="0">
            <a:spAutoFit/>
          </a:bodyPr>
          <a:lstStyle/>
          <a:p>
            <a:pPr marL="12701" marR="0" lvl="0" indent="0" algn="l" defTabSz="609630" rtl="0" eaLnBrk="1" fontAlgn="auto" latinLnBrk="0" hangingPunct="1">
              <a:lnSpc>
                <a:spcPct val="100000"/>
              </a:lnSpc>
              <a:spcBef>
                <a:spcPts val="105"/>
              </a:spcBef>
              <a:spcAft>
                <a:spcPts val="0"/>
              </a:spcAft>
              <a:buClrTx/>
              <a:buSzTx/>
              <a:buFontTx/>
              <a:buNone/>
              <a:tabLst>
                <a:tab pos="1049072" algn="l"/>
              </a:tabLst>
              <a:defRPr/>
            </a:pPr>
            <a:r>
              <a:rPr kumimoji="0" sz="1650" b="1" i="0" u="none" strike="noStrike" kern="1200" cap="none" spc="-7" normalizeH="0" baseline="5050" noProof="0" dirty="0">
                <a:ln>
                  <a:noFill/>
                </a:ln>
                <a:solidFill>
                  <a:srgbClr val="FFFFFF"/>
                </a:solidFill>
                <a:effectLst/>
                <a:uLnTx/>
                <a:uFillTx/>
                <a:latin typeface="Tahoma"/>
                <a:ea typeface="+mn-ea"/>
                <a:cs typeface="Tahoma"/>
              </a:rPr>
              <a:t>Office	</a:t>
            </a:r>
            <a:endParaRPr kumimoji="0" sz="1100" b="0" i="0" u="none" strike="noStrike" kern="1200" cap="none" spc="0" normalizeH="0" baseline="0" noProof="0" dirty="0">
              <a:ln>
                <a:noFill/>
              </a:ln>
              <a:solidFill>
                <a:prstClr val="black"/>
              </a:solidFill>
              <a:effectLst/>
              <a:uLnTx/>
              <a:uFillTx/>
              <a:latin typeface="Tahoma"/>
              <a:ea typeface="+mn-ea"/>
              <a:cs typeface="Tahoma"/>
            </a:endParaRPr>
          </a:p>
        </p:txBody>
      </p:sp>
      <p:sp>
        <p:nvSpPr>
          <p:cNvPr id="29" name="object 11">
            <a:extLst>
              <a:ext uri="{FF2B5EF4-FFF2-40B4-BE49-F238E27FC236}">
                <a16:creationId xmlns:a16="http://schemas.microsoft.com/office/drawing/2014/main" id="{4E9EBE0B-462F-1F11-7D96-22299DE67B43}"/>
              </a:ext>
            </a:extLst>
          </p:cNvPr>
          <p:cNvSpPr txBox="1"/>
          <p:nvPr/>
        </p:nvSpPr>
        <p:spPr>
          <a:xfrm>
            <a:off x="7608366" y="2816161"/>
            <a:ext cx="681130" cy="521297"/>
          </a:xfrm>
          <a:prstGeom prst="rect">
            <a:avLst/>
          </a:prstGeom>
        </p:spPr>
        <p:txBody>
          <a:bodyPr vert="horz" wrap="square" lIns="0" tIns="13335" rIns="0" bIns="0" rtlCol="0">
            <a:spAutoFit/>
          </a:bodyPr>
          <a:lstStyle/>
          <a:p>
            <a:pPr marL="0" marR="6350" lvl="0" indent="0" algn="ctr" defTabSz="609630" rtl="0" eaLnBrk="1" fontAlgn="auto" latinLnBrk="0" hangingPunct="1">
              <a:lnSpc>
                <a:spcPct val="100000"/>
              </a:lnSpc>
              <a:spcBef>
                <a:spcPts val="105"/>
              </a:spcBef>
              <a:spcAft>
                <a:spcPts val="0"/>
              </a:spcAft>
              <a:buClrTx/>
              <a:buSzTx/>
              <a:buFontTx/>
              <a:buNone/>
              <a:tabLst/>
              <a:defRPr/>
            </a:pPr>
            <a:r>
              <a:rPr kumimoji="0" sz="1100" b="1" i="0" u="none" strike="noStrike" kern="1200" cap="none" spc="-20" normalizeH="0" baseline="0" noProof="0" dirty="0">
                <a:ln>
                  <a:noFill/>
                </a:ln>
                <a:solidFill>
                  <a:srgbClr val="FFFFFF"/>
                </a:solidFill>
                <a:effectLst/>
                <a:uLnTx/>
                <a:uFillTx/>
                <a:latin typeface="Tahoma"/>
                <a:ea typeface="+mn-ea"/>
                <a:cs typeface="Tahoma"/>
              </a:rPr>
              <a:t>Short</a:t>
            </a:r>
            <a:endParaRPr kumimoji="0" sz="1100" b="0" i="0" u="none" strike="noStrike" kern="1200" cap="none" spc="0" normalizeH="0" baseline="0" noProof="0" dirty="0">
              <a:ln>
                <a:noFill/>
              </a:ln>
              <a:solidFill>
                <a:prstClr val="black"/>
              </a:solidFill>
              <a:effectLst/>
              <a:uLnTx/>
              <a:uFillTx/>
              <a:latin typeface="Tahoma"/>
              <a:ea typeface="+mn-ea"/>
              <a:cs typeface="Tahoma"/>
            </a:endParaRPr>
          </a:p>
          <a:p>
            <a:pPr marL="0" marR="5080" lvl="0" indent="0" algn="ctr" defTabSz="609630" rtl="0" eaLnBrk="1" fontAlgn="auto" latinLnBrk="0" hangingPunct="1">
              <a:lnSpc>
                <a:spcPct val="100000"/>
              </a:lnSpc>
              <a:spcBef>
                <a:spcPts val="5"/>
              </a:spcBef>
              <a:spcAft>
                <a:spcPts val="0"/>
              </a:spcAft>
              <a:buClrTx/>
              <a:buSzTx/>
              <a:buFontTx/>
              <a:buNone/>
              <a:tabLst/>
              <a:defRPr/>
            </a:pPr>
            <a:r>
              <a:rPr kumimoji="0" sz="1100" b="1" i="0" u="none" strike="noStrike" kern="1200" cap="none" spc="-65" normalizeH="0" baseline="0" noProof="0" dirty="0">
                <a:ln>
                  <a:noFill/>
                </a:ln>
                <a:solidFill>
                  <a:srgbClr val="FFFFFF"/>
                </a:solidFill>
                <a:effectLst/>
                <a:uLnTx/>
                <a:uFillTx/>
                <a:latin typeface="Tahoma"/>
                <a:ea typeface="+mn-ea"/>
                <a:cs typeface="Tahoma"/>
              </a:rPr>
              <a:t>De</a:t>
            </a:r>
            <a:r>
              <a:rPr kumimoji="0" sz="1100" b="1" i="0" u="none" strike="noStrike" kern="1200" cap="none" spc="-15" normalizeH="0" baseline="0" noProof="0" dirty="0">
                <a:ln>
                  <a:noFill/>
                </a:ln>
                <a:solidFill>
                  <a:srgbClr val="FFFFFF"/>
                </a:solidFill>
                <a:effectLst/>
                <a:uLnTx/>
                <a:uFillTx/>
                <a:latin typeface="Tahoma"/>
                <a:ea typeface="+mn-ea"/>
                <a:cs typeface="Tahoma"/>
              </a:rPr>
              <a:t>scri</a:t>
            </a:r>
            <a:r>
              <a:rPr kumimoji="0" sz="1100" b="1" i="0" u="none" strike="noStrike" kern="1200" cap="none" spc="-10" normalizeH="0" baseline="0" noProof="0" dirty="0">
                <a:ln>
                  <a:noFill/>
                </a:ln>
                <a:solidFill>
                  <a:srgbClr val="FFFFFF"/>
                </a:solidFill>
                <a:effectLst/>
                <a:uLnTx/>
                <a:uFillTx/>
                <a:latin typeface="Tahoma"/>
                <a:ea typeface="+mn-ea"/>
                <a:cs typeface="Tahoma"/>
              </a:rPr>
              <a:t>p</a:t>
            </a:r>
            <a:r>
              <a:rPr kumimoji="0" sz="1100" b="1" i="0" u="none" strike="noStrike" kern="1200" cap="none" spc="10" normalizeH="0" baseline="0" noProof="0" dirty="0">
                <a:ln>
                  <a:noFill/>
                </a:ln>
                <a:solidFill>
                  <a:srgbClr val="FFFFFF"/>
                </a:solidFill>
                <a:effectLst/>
                <a:uLnTx/>
                <a:uFillTx/>
                <a:latin typeface="Tahoma"/>
                <a:ea typeface="+mn-ea"/>
                <a:cs typeface="Tahoma"/>
              </a:rPr>
              <a:t>ti</a:t>
            </a:r>
            <a:r>
              <a:rPr kumimoji="0" sz="1100" b="1" i="0" u="none" strike="noStrike" kern="1200" cap="none" spc="-20" normalizeH="0" baseline="0" noProof="0" dirty="0">
                <a:ln>
                  <a:noFill/>
                </a:ln>
                <a:solidFill>
                  <a:srgbClr val="FFFFFF"/>
                </a:solidFill>
                <a:effectLst/>
                <a:uLnTx/>
                <a:uFillTx/>
                <a:latin typeface="Tahoma"/>
                <a:ea typeface="+mn-ea"/>
                <a:cs typeface="Tahoma"/>
              </a:rPr>
              <a:t>on</a:t>
            </a:r>
            <a:endParaRPr kumimoji="0" sz="1100" b="0" i="0" u="none" strike="noStrike" kern="1200" cap="none" spc="0" normalizeH="0" baseline="0" noProof="0" dirty="0">
              <a:ln>
                <a:noFill/>
              </a:ln>
              <a:solidFill>
                <a:prstClr val="black"/>
              </a:solidFill>
              <a:effectLst/>
              <a:uLnTx/>
              <a:uFillTx/>
              <a:latin typeface="Tahoma"/>
              <a:ea typeface="+mn-ea"/>
              <a:cs typeface="Tahoma"/>
            </a:endParaRPr>
          </a:p>
        </p:txBody>
      </p:sp>
      <p:sp>
        <p:nvSpPr>
          <p:cNvPr id="30" name="object 33">
            <a:extLst>
              <a:ext uri="{FF2B5EF4-FFF2-40B4-BE49-F238E27FC236}">
                <a16:creationId xmlns:a16="http://schemas.microsoft.com/office/drawing/2014/main" id="{3633E2F4-5082-EA21-618E-2D9B30C2AB8F}"/>
              </a:ext>
            </a:extLst>
          </p:cNvPr>
          <p:cNvSpPr/>
          <p:nvPr/>
        </p:nvSpPr>
        <p:spPr>
          <a:xfrm>
            <a:off x="6341626" y="2556499"/>
            <a:ext cx="4342835" cy="590516"/>
          </a:xfrm>
          <a:custGeom>
            <a:avLst/>
            <a:gdLst/>
            <a:ahLst/>
            <a:cxnLst/>
            <a:rect l="l" t="t" r="r" b="b"/>
            <a:pathLst>
              <a:path w="3870960" h="746760">
                <a:moveTo>
                  <a:pt x="0" y="746760"/>
                </a:moveTo>
                <a:lnTo>
                  <a:pt x="3870960" y="746760"/>
                </a:lnTo>
                <a:lnTo>
                  <a:pt x="3870960" y="0"/>
                </a:lnTo>
                <a:lnTo>
                  <a:pt x="0" y="0"/>
                </a:lnTo>
                <a:lnTo>
                  <a:pt x="0" y="746760"/>
                </a:lnTo>
                <a:close/>
              </a:path>
            </a:pathLst>
          </a:custGeom>
          <a:ln w="15240">
            <a:solidFill>
              <a:srgbClr val="121D40"/>
            </a:solidFill>
          </a:ln>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31" name="object 11">
            <a:extLst>
              <a:ext uri="{FF2B5EF4-FFF2-40B4-BE49-F238E27FC236}">
                <a16:creationId xmlns:a16="http://schemas.microsoft.com/office/drawing/2014/main" id="{2F565CA2-A97A-A427-8C26-6028D5AFEBC7}"/>
              </a:ext>
            </a:extLst>
          </p:cNvPr>
          <p:cNvSpPr txBox="1"/>
          <p:nvPr/>
        </p:nvSpPr>
        <p:spPr>
          <a:xfrm>
            <a:off x="6994604" y="2599367"/>
            <a:ext cx="3126644" cy="506742"/>
          </a:xfrm>
          <a:prstGeom prst="rect">
            <a:avLst/>
          </a:prstGeom>
        </p:spPr>
        <p:txBody>
          <a:bodyPr vert="horz" wrap="square" lIns="0" tIns="13970" rIns="0" bIns="0" rtlCol="0">
            <a:spAutoFit/>
          </a:bodyPr>
          <a:lstStyle/>
          <a:p>
            <a:pPr marL="0" marR="0" lvl="0" indent="0" algn="l" defTabSz="609630" rtl="0" eaLnBrk="1" fontAlgn="auto" latinLnBrk="0" hangingPunct="1">
              <a:lnSpc>
                <a:spcPct val="100000"/>
              </a:lnSpc>
              <a:spcBef>
                <a:spcPts val="110"/>
              </a:spcBef>
              <a:spcAft>
                <a:spcPts val="0"/>
              </a:spcAft>
              <a:buClrTx/>
              <a:buSzTx/>
              <a:buFontTx/>
              <a:buNone/>
              <a:tabLst>
                <a:tab pos="4115006" algn="l"/>
              </a:tabLst>
              <a:defRPr/>
            </a:pPr>
            <a:r>
              <a:rPr kumimoji="0" sz="1067"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Monito</a:t>
            </a:r>
            <a:r>
              <a:rPr kumimoji="0" lang="en-US" sz="1067"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r: </a:t>
            </a:r>
            <a:r>
              <a:rPr kumimoji="0" lang="en-US" sz="1067"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The Business Processes and Verify outcomes Measure KPIs. </a:t>
            </a:r>
            <a:r>
              <a:rPr kumimoji="0" sz="1067" b="1" i="0" u="none" strike="noStrike" kern="1200" cap="none" spc="0" normalizeH="0" baseline="1133" noProof="0" dirty="0">
                <a:ln>
                  <a:noFill/>
                </a:ln>
                <a:solidFill>
                  <a:prstClr val="black"/>
                </a:solidFill>
                <a:effectLst/>
                <a:uLnTx/>
                <a:uFillTx/>
                <a:latin typeface="Poppins" panose="00000500000000000000" pitchFamily="2" charset="0"/>
                <a:ea typeface="Tahoma" panose="020B0604030504040204" pitchFamily="34" charset="0"/>
                <a:cs typeface="Poppins" panose="00000500000000000000" pitchFamily="2" charset="0"/>
              </a:rPr>
              <a:t>	</a:t>
            </a:r>
            <a:endParaRPr kumimoji="0" sz="1067" b="0" i="0" u="none" strike="noStrike" kern="1200" cap="none" spc="0" normalizeH="0" baseline="0" noProof="0" dirty="0">
              <a:ln>
                <a:noFill/>
              </a:ln>
              <a:solidFill>
                <a:prstClr val="black"/>
              </a:solidFill>
              <a:effectLst/>
              <a:uLnTx/>
              <a:uFillTx/>
              <a:latin typeface="Poppins" panose="00000500000000000000" pitchFamily="2" charset="0"/>
              <a:ea typeface="Tahoma" panose="020B0604030504040204" pitchFamily="34" charset="0"/>
              <a:cs typeface="Poppins" panose="00000500000000000000" pitchFamily="2" charset="0"/>
            </a:endParaRPr>
          </a:p>
        </p:txBody>
      </p:sp>
      <p:sp>
        <p:nvSpPr>
          <p:cNvPr id="32" name="object 33">
            <a:extLst>
              <a:ext uri="{FF2B5EF4-FFF2-40B4-BE49-F238E27FC236}">
                <a16:creationId xmlns:a16="http://schemas.microsoft.com/office/drawing/2014/main" id="{6E6C7FD5-1672-6EB6-2C57-C45424B59FB2}"/>
              </a:ext>
            </a:extLst>
          </p:cNvPr>
          <p:cNvSpPr/>
          <p:nvPr/>
        </p:nvSpPr>
        <p:spPr>
          <a:xfrm>
            <a:off x="6348641" y="3267234"/>
            <a:ext cx="4335820" cy="590516"/>
          </a:xfrm>
          <a:custGeom>
            <a:avLst/>
            <a:gdLst/>
            <a:ahLst/>
            <a:cxnLst/>
            <a:rect l="l" t="t" r="r" b="b"/>
            <a:pathLst>
              <a:path w="3870960" h="746760">
                <a:moveTo>
                  <a:pt x="0" y="746760"/>
                </a:moveTo>
                <a:lnTo>
                  <a:pt x="3870960" y="746760"/>
                </a:lnTo>
                <a:lnTo>
                  <a:pt x="3870960" y="0"/>
                </a:lnTo>
                <a:lnTo>
                  <a:pt x="0" y="0"/>
                </a:lnTo>
                <a:lnTo>
                  <a:pt x="0" y="746760"/>
                </a:lnTo>
                <a:close/>
              </a:path>
            </a:pathLst>
          </a:custGeom>
          <a:ln w="15240">
            <a:solidFill>
              <a:srgbClr val="121D40"/>
            </a:solidFill>
          </a:ln>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33" name="TextBox 32">
            <a:extLst>
              <a:ext uri="{FF2B5EF4-FFF2-40B4-BE49-F238E27FC236}">
                <a16:creationId xmlns:a16="http://schemas.microsoft.com/office/drawing/2014/main" id="{FC47993C-E072-4FDD-DA40-6194430AB03C}"/>
              </a:ext>
            </a:extLst>
          </p:cNvPr>
          <p:cNvSpPr txBox="1"/>
          <p:nvPr/>
        </p:nvSpPr>
        <p:spPr>
          <a:xfrm>
            <a:off x="6994605" y="3276650"/>
            <a:ext cx="3734295" cy="584968"/>
          </a:xfrm>
          <a:prstGeom prst="rect">
            <a:avLst/>
          </a:prstGeom>
          <a:noFill/>
        </p:spPr>
        <p:txBody>
          <a:bodyPr wrap="square">
            <a:spAutoFit/>
          </a:bodyPr>
          <a:lstStyle/>
          <a:p>
            <a:pPr marL="0" marR="195590" lvl="0" indent="0" algn="l" defTabSz="609630" rtl="0" eaLnBrk="1" fontAlgn="auto" latinLnBrk="0" hangingPunct="1">
              <a:lnSpc>
                <a:spcPct val="100000"/>
              </a:lnSpc>
              <a:spcBef>
                <a:spcPts val="110"/>
              </a:spcBef>
              <a:spcAft>
                <a:spcPts val="0"/>
              </a:spcAft>
              <a:buClrTx/>
              <a:buSzTx/>
              <a:buFontTx/>
              <a:buNone/>
              <a:tabLst>
                <a:tab pos="4115006" algn="l"/>
              </a:tabLst>
              <a:defRPr/>
            </a:pPr>
            <a:r>
              <a:rPr kumimoji="0" lang="en-US" sz="1067"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Control: </a:t>
            </a:r>
            <a:r>
              <a:rPr kumimoji="0" lang="en-US" sz="1067"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The Incident after Go-Live, Review Dashboards Quick Intervention mechanism Support model</a:t>
            </a:r>
          </a:p>
        </p:txBody>
      </p:sp>
      <p:sp>
        <p:nvSpPr>
          <p:cNvPr id="34" name="object 33">
            <a:extLst>
              <a:ext uri="{FF2B5EF4-FFF2-40B4-BE49-F238E27FC236}">
                <a16:creationId xmlns:a16="http://schemas.microsoft.com/office/drawing/2014/main" id="{9F1DF64E-14C5-17CC-AB14-E074BDD74651}"/>
              </a:ext>
            </a:extLst>
          </p:cNvPr>
          <p:cNvSpPr/>
          <p:nvPr/>
        </p:nvSpPr>
        <p:spPr>
          <a:xfrm>
            <a:off x="6348641" y="3977969"/>
            <a:ext cx="4335820" cy="590516"/>
          </a:xfrm>
          <a:custGeom>
            <a:avLst/>
            <a:gdLst/>
            <a:ahLst/>
            <a:cxnLst/>
            <a:rect l="l" t="t" r="r" b="b"/>
            <a:pathLst>
              <a:path w="3870960" h="746760">
                <a:moveTo>
                  <a:pt x="0" y="746760"/>
                </a:moveTo>
                <a:lnTo>
                  <a:pt x="3870960" y="746760"/>
                </a:lnTo>
                <a:lnTo>
                  <a:pt x="3870960" y="0"/>
                </a:lnTo>
                <a:lnTo>
                  <a:pt x="0" y="0"/>
                </a:lnTo>
                <a:lnTo>
                  <a:pt x="0" y="746760"/>
                </a:lnTo>
                <a:close/>
              </a:path>
            </a:pathLst>
          </a:custGeom>
          <a:ln w="15240">
            <a:solidFill>
              <a:srgbClr val="121D40"/>
            </a:solidFill>
          </a:ln>
        </p:spPr>
        <p:txBody>
          <a:bodyPr wrap="square" lIns="0" tIns="0" rIns="0" bIns="0" rtlCol="0"/>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mn-ea"/>
              <a:cs typeface="+mn-cs"/>
            </a:endParaRPr>
          </a:p>
        </p:txBody>
      </p:sp>
      <p:sp>
        <p:nvSpPr>
          <p:cNvPr id="35" name="TextBox 34">
            <a:extLst>
              <a:ext uri="{FF2B5EF4-FFF2-40B4-BE49-F238E27FC236}">
                <a16:creationId xmlns:a16="http://schemas.microsoft.com/office/drawing/2014/main" id="{7F913CE9-6F64-1928-4A73-A9EB3E247DCB}"/>
              </a:ext>
            </a:extLst>
          </p:cNvPr>
          <p:cNvSpPr txBox="1"/>
          <p:nvPr/>
        </p:nvSpPr>
        <p:spPr>
          <a:xfrm>
            <a:off x="6996961" y="4064224"/>
            <a:ext cx="3275351" cy="420756"/>
          </a:xfrm>
          <a:prstGeom prst="rect">
            <a:avLst/>
          </a:prstGeom>
          <a:noFill/>
        </p:spPr>
        <p:txBody>
          <a:bodyPr wrap="square">
            <a:spAutoFit/>
          </a:bodyPr>
          <a:lstStyle/>
          <a:p>
            <a:pPr marL="12701" marR="0" lvl="0" indent="0" algn="l" defTabSz="609630" rtl="0" eaLnBrk="1" fontAlgn="auto" latinLnBrk="0" hangingPunct="1">
              <a:lnSpc>
                <a:spcPct val="100000"/>
              </a:lnSpc>
              <a:spcBef>
                <a:spcPts val="110"/>
              </a:spcBef>
              <a:spcAft>
                <a:spcPts val="0"/>
              </a:spcAft>
              <a:buClrTx/>
              <a:buSzTx/>
              <a:buFontTx/>
              <a:buNone/>
              <a:tabLst>
                <a:tab pos="203210" algn="l"/>
              </a:tabLst>
              <a:defRPr/>
            </a:pPr>
            <a:r>
              <a:rPr kumimoji="0" lang="en-US" sz="1067"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Improve: </a:t>
            </a:r>
            <a:r>
              <a:rPr kumimoji="0" lang="en-US" sz="1067"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Correct failures, Extend scope, Incorporate CRs</a:t>
            </a:r>
          </a:p>
        </p:txBody>
      </p:sp>
      <p:sp>
        <p:nvSpPr>
          <p:cNvPr id="37" name="TextBox 36">
            <a:extLst>
              <a:ext uri="{FF2B5EF4-FFF2-40B4-BE49-F238E27FC236}">
                <a16:creationId xmlns:a16="http://schemas.microsoft.com/office/drawing/2014/main" id="{82C640AA-4EAC-AC24-4B34-4EBA5C1A7A74}"/>
              </a:ext>
            </a:extLst>
          </p:cNvPr>
          <p:cNvSpPr txBox="1"/>
          <p:nvPr/>
        </p:nvSpPr>
        <p:spPr>
          <a:xfrm>
            <a:off x="6134259" y="4667864"/>
            <a:ext cx="2450794" cy="256545"/>
          </a:xfrm>
          <a:prstGeom prst="rect">
            <a:avLst/>
          </a:prstGeom>
          <a:noFill/>
        </p:spPr>
        <p:txBody>
          <a:bodyPr wrap="square">
            <a:spAutoFit/>
          </a:bodyPr>
          <a:lstStyle/>
          <a:p>
            <a:pPr marL="190510" marR="0" lvl="0" indent="-190510" algn="ctr"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1200" cap="none" spc="-35" normalizeH="0" baseline="0" noProof="0" dirty="0">
                <a:ln>
                  <a:noFill/>
                </a:ln>
                <a:solidFill>
                  <a:srgbClr val="C00000"/>
                </a:solidFill>
                <a:effectLst/>
                <a:uLnTx/>
                <a:uFillTx/>
                <a:latin typeface="Poppins" panose="00000500000000000000" pitchFamily="2" charset="0"/>
                <a:ea typeface="+mn-ea"/>
                <a:cs typeface="Poppins" panose="00000500000000000000" pitchFamily="2" charset="0"/>
              </a:rPr>
              <a:t>Issue After  Go-Live</a:t>
            </a:r>
          </a:p>
        </p:txBody>
      </p:sp>
      <p:sp>
        <p:nvSpPr>
          <p:cNvPr id="39" name="TextBox 38">
            <a:extLst>
              <a:ext uri="{FF2B5EF4-FFF2-40B4-BE49-F238E27FC236}">
                <a16:creationId xmlns:a16="http://schemas.microsoft.com/office/drawing/2014/main" id="{A76743F8-F189-7DEC-C43C-16EE05F983D9}"/>
              </a:ext>
            </a:extLst>
          </p:cNvPr>
          <p:cNvSpPr txBox="1"/>
          <p:nvPr/>
        </p:nvSpPr>
        <p:spPr>
          <a:xfrm>
            <a:off x="8622226" y="4679294"/>
            <a:ext cx="2197490" cy="256545"/>
          </a:xfrm>
          <a:prstGeom prst="rect">
            <a:avLst/>
          </a:prstGeom>
          <a:noFill/>
        </p:spPr>
        <p:txBody>
          <a:bodyPr wrap="square">
            <a:spAutoFit/>
          </a:bodyPr>
          <a:lstStyle/>
          <a:p>
            <a:pPr marL="190510" marR="0" lvl="0" indent="-19051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67" b="0" i="0" u="none" strike="noStrike" kern="1200" cap="none" spc="-5" normalizeH="0" baseline="0" noProof="0" dirty="0">
                <a:ln>
                  <a:noFill/>
                </a:ln>
                <a:solidFill>
                  <a:srgbClr val="C00000"/>
                </a:solidFill>
                <a:effectLst/>
                <a:uLnTx/>
                <a:uFillTx/>
                <a:latin typeface="Poppins" panose="00000500000000000000" pitchFamily="2" charset="0"/>
                <a:ea typeface="+mn-ea"/>
                <a:cs typeface="Poppins" panose="00000500000000000000" pitchFamily="2" charset="0"/>
              </a:rPr>
              <a:t>Incident Management </a:t>
            </a:r>
            <a:endParaRPr kumimoji="0" lang="en-US" sz="1067" b="0" i="0" u="none" strike="noStrike" kern="1200" cap="none" spc="0" normalizeH="0" baseline="0" noProof="0" dirty="0">
              <a:ln>
                <a:noFill/>
              </a:ln>
              <a:solidFill>
                <a:srgbClr val="C00000"/>
              </a:solidFill>
              <a:effectLst/>
              <a:uLnTx/>
              <a:uFillTx/>
              <a:latin typeface="Poppins" panose="00000500000000000000" pitchFamily="2" charset="0"/>
              <a:ea typeface="+mn-ea"/>
              <a:cs typeface="Poppins" panose="00000500000000000000" pitchFamily="2" charset="0"/>
            </a:endParaRPr>
          </a:p>
        </p:txBody>
      </p:sp>
      <p:sp>
        <p:nvSpPr>
          <p:cNvPr id="43" name="TextBox 42">
            <a:extLst>
              <a:ext uri="{FF2B5EF4-FFF2-40B4-BE49-F238E27FC236}">
                <a16:creationId xmlns:a16="http://schemas.microsoft.com/office/drawing/2014/main" id="{FE1E483A-4903-DCBB-6897-F960056EB5AE}"/>
              </a:ext>
            </a:extLst>
          </p:cNvPr>
          <p:cNvSpPr txBox="1"/>
          <p:nvPr/>
        </p:nvSpPr>
        <p:spPr>
          <a:xfrm>
            <a:off x="7333276" y="2174612"/>
            <a:ext cx="2381208" cy="297454"/>
          </a:xfrm>
          <a:prstGeom prst="rect">
            <a:avLst/>
          </a:prstGeom>
          <a:noFill/>
        </p:spPr>
        <p:txBody>
          <a:bodyPr wrap="square" rtlCol="0">
            <a:spAutoFit/>
          </a:bodyPr>
          <a:lstStyle/>
          <a:p>
            <a:pPr marL="0" marR="0" lvl="0" indent="0" algn="ctr" defTabSz="60963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Warranty and Support</a:t>
            </a:r>
          </a:p>
        </p:txBody>
      </p:sp>
      <p:sp>
        <p:nvSpPr>
          <p:cNvPr id="45" name="Freeform 18">
            <a:extLst>
              <a:ext uri="{FF2B5EF4-FFF2-40B4-BE49-F238E27FC236}">
                <a16:creationId xmlns:a16="http://schemas.microsoft.com/office/drawing/2014/main" id="{55A7EEA6-BE1F-B0DD-60C9-90D79AEA1F01}"/>
              </a:ext>
            </a:extLst>
          </p:cNvPr>
          <p:cNvSpPr/>
          <p:nvPr/>
        </p:nvSpPr>
        <p:spPr>
          <a:xfrm>
            <a:off x="6443227" y="4087062"/>
            <a:ext cx="473983" cy="47050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6">
              <a:lumMod val="60000"/>
              <a:lumOff val="40000"/>
            </a:schemeClr>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Box 19">
            <a:extLst>
              <a:ext uri="{FF2B5EF4-FFF2-40B4-BE49-F238E27FC236}">
                <a16:creationId xmlns:a16="http://schemas.microsoft.com/office/drawing/2014/main" id="{A8B75221-00A8-EC60-EE17-254F8061F73F}"/>
              </a:ext>
            </a:extLst>
          </p:cNvPr>
          <p:cNvSpPr txBox="1"/>
          <p:nvPr/>
        </p:nvSpPr>
        <p:spPr>
          <a:xfrm>
            <a:off x="6403489" y="4065666"/>
            <a:ext cx="385111" cy="415371"/>
          </a:xfrm>
          <a:prstGeom prst="rect">
            <a:avLst/>
          </a:prstGeom>
        </p:spPr>
        <p:txBody>
          <a:bodyPr lIns="33867" tIns="33867" rIns="33867" bIns="33867" rtlCol="0" anchor="ctr"/>
          <a:lstStyle/>
          <a:p>
            <a:pPr marL="0" marR="0" lvl="0" indent="0" algn="ctr" defTabSz="609630" rtl="0" eaLnBrk="1" fontAlgn="auto" latinLnBrk="0" hangingPunct="1">
              <a:lnSpc>
                <a:spcPts val="2175"/>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47" name="Freeform 28">
            <a:extLst>
              <a:ext uri="{FF2B5EF4-FFF2-40B4-BE49-F238E27FC236}">
                <a16:creationId xmlns:a16="http://schemas.microsoft.com/office/drawing/2014/main" id="{FB72CC39-08EB-D435-0D9B-F2E76E99B849}"/>
              </a:ext>
            </a:extLst>
          </p:cNvPr>
          <p:cNvSpPr/>
          <p:nvPr/>
        </p:nvSpPr>
        <p:spPr>
          <a:xfrm>
            <a:off x="6496059" y="4125380"/>
            <a:ext cx="353400" cy="381391"/>
          </a:xfrm>
          <a:custGeom>
            <a:avLst/>
            <a:gdLst/>
            <a:ahLst/>
            <a:cxnLst/>
            <a:rect l="l" t="t" r="r" b="b"/>
            <a:pathLst>
              <a:path w="1083744" h="1254696">
                <a:moveTo>
                  <a:pt x="0" y="0"/>
                </a:moveTo>
                <a:lnTo>
                  <a:pt x="1083744" y="0"/>
                </a:lnTo>
                <a:lnTo>
                  <a:pt x="1083744" y="1254696"/>
                </a:lnTo>
                <a:lnTo>
                  <a:pt x="0" y="125469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48" name="Freeform 18">
            <a:extLst>
              <a:ext uri="{FF2B5EF4-FFF2-40B4-BE49-F238E27FC236}">
                <a16:creationId xmlns:a16="http://schemas.microsoft.com/office/drawing/2014/main" id="{E8CACCB8-4E35-1097-6E49-21EC1AC9C37B}"/>
              </a:ext>
            </a:extLst>
          </p:cNvPr>
          <p:cNvSpPr/>
          <p:nvPr/>
        </p:nvSpPr>
        <p:spPr>
          <a:xfrm>
            <a:off x="6453205" y="3314158"/>
            <a:ext cx="473983" cy="47050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2D050"/>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49" name="Freeform 18">
            <a:extLst>
              <a:ext uri="{FF2B5EF4-FFF2-40B4-BE49-F238E27FC236}">
                <a16:creationId xmlns:a16="http://schemas.microsoft.com/office/drawing/2014/main" id="{E6F3D822-FCE4-3C50-0BD8-39AF375767D4}"/>
              </a:ext>
            </a:extLst>
          </p:cNvPr>
          <p:cNvSpPr/>
          <p:nvPr/>
        </p:nvSpPr>
        <p:spPr>
          <a:xfrm>
            <a:off x="6441514" y="2627685"/>
            <a:ext cx="473983" cy="47050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E47"/>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0" name="Freeform 15">
            <a:extLst>
              <a:ext uri="{FF2B5EF4-FFF2-40B4-BE49-F238E27FC236}">
                <a16:creationId xmlns:a16="http://schemas.microsoft.com/office/drawing/2014/main" id="{760168BC-A79D-19A2-66E3-40D178BB6593}"/>
              </a:ext>
            </a:extLst>
          </p:cNvPr>
          <p:cNvSpPr/>
          <p:nvPr/>
        </p:nvSpPr>
        <p:spPr>
          <a:xfrm>
            <a:off x="6502214" y="2685912"/>
            <a:ext cx="363363" cy="317034"/>
          </a:xfrm>
          <a:custGeom>
            <a:avLst/>
            <a:gdLst/>
            <a:ahLst/>
            <a:cxnLst/>
            <a:rect l="l" t="t" r="r" b="b"/>
            <a:pathLst>
              <a:path w="545044" h="475551">
                <a:moveTo>
                  <a:pt x="0" y="0"/>
                </a:moveTo>
                <a:lnTo>
                  <a:pt x="545045" y="0"/>
                </a:lnTo>
                <a:lnTo>
                  <a:pt x="545045" y="475551"/>
                </a:lnTo>
                <a:lnTo>
                  <a:pt x="0" y="47555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2" name="Freeform 26">
            <a:extLst>
              <a:ext uri="{FF2B5EF4-FFF2-40B4-BE49-F238E27FC236}">
                <a16:creationId xmlns:a16="http://schemas.microsoft.com/office/drawing/2014/main" id="{4D8388B9-9B97-F94A-0364-840C4113775D}"/>
              </a:ext>
            </a:extLst>
          </p:cNvPr>
          <p:cNvSpPr/>
          <p:nvPr/>
        </p:nvSpPr>
        <p:spPr>
          <a:xfrm>
            <a:off x="6568795" y="3401169"/>
            <a:ext cx="280664" cy="281325"/>
          </a:xfrm>
          <a:custGeom>
            <a:avLst/>
            <a:gdLst/>
            <a:ahLst/>
            <a:cxnLst/>
            <a:rect l="l" t="t" r="r" b="b"/>
            <a:pathLst>
              <a:path w="1093817" h="1093817">
                <a:moveTo>
                  <a:pt x="0" y="0"/>
                </a:moveTo>
                <a:lnTo>
                  <a:pt x="1093817" y="0"/>
                </a:lnTo>
                <a:lnTo>
                  <a:pt x="1093817" y="1093817"/>
                </a:lnTo>
                <a:lnTo>
                  <a:pt x="0" y="109381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Rectangle 15">
            <a:extLst>
              <a:ext uri="{FF2B5EF4-FFF2-40B4-BE49-F238E27FC236}">
                <a16:creationId xmlns:a16="http://schemas.microsoft.com/office/drawing/2014/main" id="{F3C9BAC5-08BD-B6B3-39F4-CC0F71D0CDE1}"/>
              </a:ext>
            </a:extLst>
          </p:cNvPr>
          <p:cNvSpPr/>
          <p:nvPr/>
        </p:nvSpPr>
        <p:spPr>
          <a:xfrm>
            <a:off x="-1" y="825910"/>
            <a:ext cx="12192001" cy="71304"/>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A532C8BB-2B8D-2187-8D5C-E30ADD489B2F}"/>
              </a:ext>
            </a:extLst>
          </p:cNvPr>
          <p:cNvSpPr txBox="1"/>
          <p:nvPr/>
        </p:nvSpPr>
        <p:spPr>
          <a:xfrm>
            <a:off x="362600" y="336435"/>
            <a:ext cx="9657198" cy="427553"/>
          </a:xfrm>
          <a:prstGeom prst="rect">
            <a:avLst/>
          </a:prstGeom>
        </p:spPr>
        <p:txBody>
          <a:bodyPr wrap="square" lIns="0" tIns="0" rIns="0" bIns="0" rtlCol="0" anchor="t">
            <a:spAutoFit/>
          </a:bodyPr>
          <a:lstStyle/>
          <a:p>
            <a:pPr defTabSz="609630">
              <a:lnSpc>
                <a:spcPts val="3360"/>
              </a:lnSpc>
              <a:spcBef>
                <a:spcPct val="0"/>
              </a:spcBef>
            </a:pPr>
            <a:r>
              <a:rPr lang="en-US" sz="2800" b="1" dirty="0">
                <a:solidFill>
                  <a:prstClr val="black"/>
                </a:solidFill>
                <a:latin typeface="Poppins" panose="00000500000000000000" pitchFamily="2" charset="0"/>
                <a:ea typeface="Poppins 2 Bold"/>
                <a:cs typeface="Poppins" panose="00000500000000000000" pitchFamily="2" charset="0"/>
                <a:sym typeface="Poppins 2 Bold"/>
              </a:rPr>
              <a:t>5. Implementation Stage</a:t>
            </a:r>
            <a:endParaRPr lang="en-US" sz="2800" b="1" dirty="0">
              <a:solidFill>
                <a:schemeClr val="accent2"/>
              </a:solidFill>
              <a:latin typeface="Poppins" panose="00000500000000000000" pitchFamily="2" charset="0"/>
              <a:ea typeface="Poppins 2 Bold"/>
              <a:cs typeface="Poppins" panose="00000500000000000000" pitchFamily="2" charset="0"/>
              <a:sym typeface="Poppins 2 Bold"/>
            </a:endParaRPr>
          </a:p>
        </p:txBody>
      </p:sp>
      <p:sp>
        <p:nvSpPr>
          <p:cNvPr id="5" name="テキスト ボックス 29">
            <a:extLst>
              <a:ext uri="{FF2B5EF4-FFF2-40B4-BE49-F238E27FC236}">
                <a16:creationId xmlns:a16="http://schemas.microsoft.com/office/drawing/2014/main" id="{EDF38254-67B2-470E-1209-588BE0CE3CD3}"/>
              </a:ext>
            </a:extLst>
          </p:cNvPr>
          <p:cNvSpPr txBox="1"/>
          <p:nvPr/>
        </p:nvSpPr>
        <p:spPr>
          <a:xfrm>
            <a:off x="793198" y="1557775"/>
            <a:ext cx="4645076" cy="523220"/>
          </a:xfrm>
          <a:prstGeom prst="rect">
            <a:avLst/>
          </a:prstGeom>
          <a:noFill/>
        </p:spPr>
        <p:txBody>
          <a:bodyPr wrap="square" rtlCol="0">
            <a:spAutoFit/>
          </a:bodyPr>
          <a:lstStyle>
            <a:defPPr>
              <a:defRPr lang="ja-JP"/>
            </a:defPPr>
            <a:lvl1pPr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1pPr>
            <a:lvl2pPr marL="4572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2pPr>
            <a:lvl3pPr marL="9144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3pPr>
            <a:lvl4pPr marL="13716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4pPr>
            <a:lvl5pPr marL="18288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5pPr>
            <a:lvl6pPr marL="22860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6pPr>
            <a:lvl7pPr marL="27432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7pPr>
            <a:lvl8pPr marL="32004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8pPr>
            <a:lvl9pPr marL="36576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9pPr>
          </a:lstStyle>
          <a:p>
            <a:pPr algn="l" defTabSz="1371600">
              <a:defRPr/>
            </a:pPr>
            <a:r>
              <a:rPr kumimoji="1" lang="en-US" altLang="ja-JP" sz="14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rPr>
              <a:t>Go-Live </a:t>
            </a:r>
            <a:r>
              <a:rPr lang="en-US" altLang="ja-JP" sz="1400" b="1" dirty="0">
                <a:solidFill>
                  <a:prstClr val="white"/>
                </a:solidFill>
                <a:latin typeface="Poppins" panose="00000500000000000000" pitchFamily="2" charset="0"/>
                <a:cs typeface="Poppins" panose="00000500000000000000" pitchFamily="2" charset="0"/>
              </a:rPr>
              <a:t>&amp; Warranty Phase</a:t>
            </a:r>
          </a:p>
          <a:p>
            <a:pPr marL="0" marR="0" lvl="0" indent="0" algn="l" defTabSz="1371600" rtl="0" eaLnBrk="1" fontAlgn="base" latinLnBrk="0" hangingPunct="1">
              <a:lnSpc>
                <a:spcPct val="100000"/>
              </a:lnSpc>
              <a:spcBef>
                <a:spcPct val="0"/>
              </a:spcBef>
              <a:spcAft>
                <a:spcPct val="0"/>
              </a:spcAft>
              <a:buClrTx/>
              <a:buSzTx/>
              <a:buFontTx/>
              <a:buNone/>
              <a:tabLst/>
              <a:defRPr/>
            </a:pPr>
            <a:endParaRPr kumimoji="1" lang="en-US" altLang="ja-JP" sz="14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endParaRPr>
          </a:p>
        </p:txBody>
      </p:sp>
      <p:pic>
        <p:nvPicPr>
          <p:cNvPr id="8" name="Picture 2" descr="AI at work-The Business Automation Platform™-Leader in RPA, AI &amp; Automation  | UiPath">
            <a:extLst>
              <a:ext uri="{FF2B5EF4-FFF2-40B4-BE49-F238E27FC236}">
                <a16:creationId xmlns:a16="http://schemas.microsoft.com/office/drawing/2014/main" id="{2902B8EF-EF61-E824-69BE-FEDCE8CCAB6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51753" y="4916696"/>
            <a:ext cx="1039172" cy="1332114"/>
          </a:xfrm>
          <a:prstGeom prst="rect">
            <a:avLst/>
          </a:prstGeom>
          <a:noFill/>
          <a:extLst>
            <a:ext uri="{909E8E84-426E-40DD-AFC4-6F175D3DCCD1}">
              <a14:hiddenFill xmlns:a14="http://schemas.microsoft.com/office/drawing/2010/main">
                <a:solidFill>
                  <a:srgbClr val="FFFFFF"/>
                </a:solidFill>
              </a14:hiddenFill>
            </a:ext>
          </a:extLst>
        </p:spPr>
      </p:pic>
      <p:sp>
        <p:nvSpPr>
          <p:cNvPr id="67" name="age">
            <a:extLst>
              <a:ext uri="{FF2B5EF4-FFF2-40B4-BE49-F238E27FC236}">
                <a16:creationId xmlns:a16="http://schemas.microsoft.com/office/drawing/2014/main" id="{1245940C-0C74-4433-F671-73C2FC75823D}"/>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grpSp>
        <p:nvGrpSpPr>
          <p:cNvPr id="68" name="Group 67">
            <a:extLst>
              <a:ext uri="{FF2B5EF4-FFF2-40B4-BE49-F238E27FC236}">
                <a16:creationId xmlns:a16="http://schemas.microsoft.com/office/drawing/2014/main" id="{ED35A783-F72A-79BB-63EF-E9762EF9140C}"/>
              </a:ext>
            </a:extLst>
          </p:cNvPr>
          <p:cNvGrpSpPr/>
          <p:nvPr/>
        </p:nvGrpSpPr>
        <p:grpSpPr>
          <a:xfrm>
            <a:off x="10566400" y="-25400"/>
            <a:ext cx="1625600" cy="545786"/>
            <a:chOff x="10566400" y="-25400"/>
            <a:chExt cx="1625600" cy="545786"/>
          </a:xfrm>
        </p:grpSpPr>
        <p:grpSp>
          <p:nvGrpSpPr>
            <p:cNvPr id="70" name="Group 69">
              <a:extLst>
                <a:ext uri="{FF2B5EF4-FFF2-40B4-BE49-F238E27FC236}">
                  <a16:creationId xmlns:a16="http://schemas.microsoft.com/office/drawing/2014/main" id="{560B5C71-EA89-92BD-3A2D-399F2EFAB1F3}"/>
                </a:ext>
              </a:extLst>
            </p:cNvPr>
            <p:cNvGrpSpPr/>
            <p:nvPr/>
          </p:nvGrpSpPr>
          <p:grpSpPr>
            <a:xfrm>
              <a:off x="10566400" y="-25400"/>
              <a:ext cx="1625600" cy="545786"/>
              <a:chOff x="15849600" y="0"/>
              <a:chExt cx="2438400" cy="818679"/>
            </a:xfrm>
          </p:grpSpPr>
          <p:sp>
            <p:nvSpPr>
              <p:cNvPr id="72" name="Rectangle: Top Corners Rounded 71">
                <a:extLst>
                  <a:ext uri="{FF2B5EF4-FFF2-40B4-BE49-F238E27FC236}">
                    <a16:creationId xmlns:a16="http://schemas.microsoft.com/office/drawing/2014/main" id="{DFBEEBB1-388F-BA0A-2A41-69F582614480}"/>
                  </a:ext>
                </a:extLst>
              </p:cNvPr>
              <p:cNvSpPr/>
              <p:nvPr/>
            </p:nvSpPr>
            <p:spPr>
              <a:xfrm rot="10800000">
                <a:off x="15849600" y="38100"/>
                <a:ext cx="2411660" cy="780579"/>
              </a:xfrm>
              <a:prstGeom prst="round2Same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3" name="Rectangle: Top Corners Rounded 82">
                <a:extLst>
                  <a:ext uri="{FF2B5EF4-FFF2-40B4-BE49-F238E27FC236}">
                    <a16:creationId xmlns:a16="http://schemas.microsoft.com/office/drawing/2014/main" id="{C904A69C-0B9F-7EF9-5164-0013A4B90EA7}"/>
                  </a:ext>
                </a:extLst>
              </p:cNvPr>
              <p:cNvSpPr/>
              <p:nvPr/>
            </p:nvSpPr>
            <p:spPr>
              <a:xfrm rot="10800000">
                <a:off x="15876343" y="0"/>
                <a:ext cx="2411657" cy="770069"/>
              </a:xfrm>
              <a:prstGeom prst="round2Same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84" name="Freeform 10">
                <a:extLst>
                  <a:ext uri="{FF2B5EF4-FFF2-40B4-BE49-F238E27FC236}">
                    <a16:creationId xmlns:a16="http://schemas.microsoft.com/office/drawing/2014/main" id="{A242DCD3-0DDD-9439-F124-71BFAE30F1E0}"/>
                  </a:ext>
                </a:extLst>
              </p:cNvPr>
              <p:cNvSpPr/>
              <p:nvPr/>
            </p:nvSpPr>
            <p:spPr>
              <a:xfrm>
                <a:off x="17049533" y="81363"/>
                <a:ext cx="1165535" cy="594422"/>
              </a:xfrm>
              <a:custGeom>
                <a:avLst/>
                <a:gdLst/>
                <a:ahLst/>
                <a:cxnLst/>
                <a:rect l="l" t="t" r="r" b="b"/>
                <a:pathLst>
                  <a:path w="1165534" h="594422">
                    <a:moveTo>
                      <a:pt x="0" y="0"/>
                    </a:moveTo>
                    <a:lnTo>
                      <a:pt x="1165534" y="0"/>
                    </a:lnTo>
                    <a:lnTo>
                      <a:pt x="1165534" y="594423"/>
                    </a:lnTo>
                    <a:lnTo>
                      <a:pt x="0" y="594423"/>
                    </a:lnTo>
                    <a:lnTo>
                      <a:pt x="0" y="0"/>
                    </a:lnTo>
                    <a:close/>
                  </a:path>
                </a:pathLst>
              </a:custGeom>
              <a:blipFill>
                <a:blip r:embed="rId8"/>
                <a:stretch>
                  <a:fillRect/>
                </a:stretch>
              </a:blipFill>
              <a:ln>
                <a:noFill/>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71" name="Picture 70" descr="Home - บริษัท เอเชีย กรีน เอนเนอจี จำกัด (มหาชน)">
              <a:extLst>
                <a:ext uri="{FF2B5EF4-FFF2-40B4-BE49-F238E27FC236}">
                  <a16:creationId xmlns:a16="http://schemas.microsoft.com/office/drawing/2014/main" id="{B0155DFD-EF5D-5450-1FC5-3AA3C8830CC5}"/>
                </a:ext>
              </a:extLst>
            </p:cNvPr>
            <p:cNvPicPr>
              <a:picLocks noChangeAspect="1"/>
            </p:cNvPicPr>
            <p:nvPr/>
          </p:nvPicPr>
          <p:blipFill>
            <a:blip r:embed="rId9"/>
            <a:stretch>
              <a:fillRect/>
            </a:stretch>
          </p:blipFill>
          <p:spPr>
            <a:xfrm>
              <a:off x="10705450" y="88996"/>
              <a:ext cx="534700" cy="326053"/>
            </a:xfrm>
            <a:prstGeom prst="rect">
              <a:avLst/>
            </a:prstGeom>
          </p:spPr>
        </p:pic>
      </p:grpSp>
    </p:spTree>
    <p:extLst>
      <p:ext uri="{BB962C8B-B14F-4D97-AF65-F5344CB8AC3E}">
        <p14:creationId xmlns:p14="http://schemas.microsoft.com/office/powerpoint/2010/main" val="286163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7F51B0-7C5F-4FD1-B8C7-04A1F292A1C1}"/>
              </a:ext>
            </a:extLst>
          </p:cNvPr>
          <p:cNvSpPr>
            <a:spLocks noGrp="1"/>
          </p:cNvSpPr>
          <p:nvPr/>
        </p:nvSpPr>
        <p:spPr>
          <a:xfrm>
            <a:off x="514350" y="914400"/>
            <a:ext cx="10287000" cy="304800"/>
          </a:xfrm>
          <a:prstGeom prst="rect">
            <a:avLst/>
          </a:prstGeom>
          <a:noFill/>
          <a:ln w="0">
            <a:noFill/>
            <a:prstDash val="solid"/>
          </a:ln>
        </p:spPr>
        <p:txBody>
          <a:bodyPr anchor="ctr"/>
          <a:lstStyle/>
          <a:p>
            <a:pPr algn="l">
              <a:defRPr sz="1200" b="0">
                <a:solidFill>
                  <a:srgbClr val="667B77"/>
                </a:solidFill>
              </a:defRPr>
            </a:pPr>
            <a:r>
              <a:rPr sz="1200" b="0">
                <a:solidFill>
                  <a:srgbClr val="667B77"/>
                </a:solidFill>
                <a:latin typeface="Poppins" panose="00000500000000000000" pitchFamily="2" charset="0"/>
                <a:cs typeface="Poppins" panose="00000500000000000000" pitchFamily="2" charset="0"/>
              </a:rPr>
              <a:t>Key documents support implementation, knowledge transfer and sign-off at critical control points</a:t>
            </a:r>
          </a:p>
        </p:txBody>
      </p:sp>
      <p:sp>
        <p:nvSpPr>
          <p:cNvPr id="8" name="Rectangle 7">
            <a:extLst>
              <a:ext uri="{FF2B5EF4-FFF2-40B4-BE49-F238E27FC236}">
                <a16:creationId xmlns:a16="http://schemas.microsoft.com/office/drawing/2014/main" id="{0FF3C3AE-0343-488D-8046-3B660A3E22A1}"/>
              </a:ext>
            </a:extLst>
          </p:cNvPr>
          <p:cNvSpPr>
            <a:spLocks noGrp="1"/>
          </p:cNvSpPr>
          <p:nvPr/>
        </p:nvSpPr>
        <p:spPr>
          <a:xfrm>
            <a:off x="514350" y="1322832"/>
            <a:ext cx="2428875" cy="438150"/>
          </a:xfrm>
          <a:prstGeom prst="rect">
            <a:avLst/>
          </a:prstGeom>
          <a:solidFill>
            <a:srgbClr val="008F62"/>
          </a:solidFill>
          <a:ln w="9525">
            <a:solidFill>
              <a:srgbClr val="FFFFFF"/>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9" name="Rectangle 8">
            <a:extLst>
              <a:ext uri="{FF2B5EF4-FFF2-40B4-BE49-F238E27FC236}">
                <a16:creationId xmlns:a16="http://schemas.microsoft.com/office/drawing/2014/main" id="{4E4E4539-09B9-48FA-97D7-AD2CDD5EB075}"/>
              </a:ext>
            </a:extLst>
          </p:cNvPr>
          <p:cNvSpPr>
            <a:spLocks noGrp="1"/>
          </p:cNvSpPr>
          <p:nvPr/>
        </p:nvSpPr>
        <p:spPr>
          <a:xfrm>
            <a:off x="590550" y="1399032"/>
            <a:ext cx="2276475" cy="266700"/>
          </a:xfrm>
          <a:prstGeom prst="rect">
            <a:avLst/>
          </a:prstGeom>
          <a:noFill/>
          <a:ln w="0">
            <a:noFill/>
            <a:prstDash val="solid"/>
          </a:ln>
        </p:spPr>
        <p:txBody>
          <a:bodyPr anchor="ctr"/>
          <a:lstStyle/>
          <a:p>
            <a:pPr algn="ctr">
              <a:defRPr sz="1125" b="1">
                <a:solidFill>
                  <a:srgbClr val="FFFFFF"/>
                </a:solidFill>
              </a:defRPr>
            </a:pPr>
            <a:r>
              <a:rPr sz="1125" b="1">
                <a:solidFill>
                  <a:srgbClr val="FFFFFF"/>
                </a:solidFill>
                <a:latin typeface="Poppins" panose="00000500000000000000" pitchFamily="2" charset="0"/>
                <a:cs typeface="Poppins" panose="00000500000000000000" pitchFamily="2" charset="0"/>
              </a:rPr>
              <a:t>IMPLEMENTATION STAGE</a:t>
            </a:r>
          </a:p>
        </p:txBody>
      </p:sp>
      <p:sp>
        <p:nvSpPr>
          <p:cNvPr id="10" name="Rectangle 9">
            <a:extLst>
              <a:ext uri="{FF2B5EF4-FFF2-40B4-BE49-F238E27FC236}">
                <a16:creationId xmlns:a16="http://schemas.microsoft.com/office/drawing/2014/main" id="{F7038A17-EC8B-458A-8F1C-8187A3D67973}"/>
              </a:ext>
            </a:extLst>
          </p:cNvPr>
          <p:cNvSpPr>
            <a:spLocks noGrp="1"/>
          </p:cNvSpPr>
          <p:nvPr/>
        </p:nvSpPr>
        <p:spPr>
          <a:xfrm>
            <a:off x="2943225" y="1322832"/>
            <a:ext cx="5543550" cy="438150"/>
          </a:xfrm>
          <a:prstGeom prst="rect">
            <a:avLst/>
          </a:prstGeom>
          <a:solidFill>
            <a:srgbClr val="102C46"/>
          </a:solidFill>
          <a:ln w="9525">
            <a:solidFill>
              <a:srgbClr val="FFFFFF"/>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1" name="Rectangle 10">
            <a:extLst>
              <a:ext uri="{FF2B5EF4-FFF2-40B4-BE49-F238E27FC236}">
                <a16:creationId xmlns:a16="http://schemas.microsoft.com/office/drawing/2014/main" id="{FD7596E4-1940-4AA2-B3E2-67B44031087B}"/>
              </a:ext>
            </a:extLst>
          </p:cNvPr>
          <p:cNvSpPr>
            <a:spLocks noGrp="1"/>
          </p:cNvSpPr>
          <p:nvPr/>
        </p:nvSpPr>
        <p:spPr>
          <a:xfrm>
            <a:off x="3019425" y="1399032"/>
            <a:ext cx="5391150" cy="266700"/>
          </a:xfrm>
          <a:prstGeom prst="rect">
            <a:avLst/>
          </a:prstGeom>
          <a:noFill/>
          <a:ln w="0">
            <a:noFill/>
            <a:prstDash val="solid"/>
          </a:ln>
        </p:spPr>
        <p:txBody>
          <a:bodyPr anchor="ctr"/>
          <a:lstStyle/>
          <a:p>
            <a:pPr algn="ctr">
              <a:defRPr sz="1125" b="1">
                <a:solidFill>
                  <a:srgbClr val="FFFFFF"/>
                </a:solidFill>
              </a:defRPr>
            </a:pPr>
            <a:r>
              <a:rPr sz="1125" b="1">
                <a:solidFill>
                  <a:srgbClr val="FFFFFF"/>
                </a:solidFill>
                <a:latin typeface="Poppins" panose="00000500000000000000" pitchFamily="2" charset="0"/>
                <a:cs typeface="Poppins" panose="00000500000000000000" pitchFamily="2" charset="0"/>
              </a:rPr>
              <a:t>DELIVERABLES</a:t>
            </a:r>
          </a:p>
        </p:txBody>
      </p:sp>
      <p:sp>
        <p:nvSpPr>
          <p:cNvPr id="12" name="Rectangle 11">
            <a:extLst>
              <a:ext uri="{FF2B5EF4-FFF2-40B4-BE49-F238E27FC236}">
                <a16:creationId xmlns:a16="http://schemas.microsoft.com/office/drawing/2014/main" id="{BEC2E0C3-BF65-4C25-98C4-B1BB5667E9D1}"/>
              </a:ext>
            </a:extLst>
          </p:cNvPr>
          <p:cNvSpPr>
            <a:spLocks noGrp="1"/>
          </p:cNvSpPr>
          <p:nvPr/>
        </p:nvSpPr>
        <p:spPr>
          <a:xfrm>
            <a:off x="8486775" y="1322832"/>
            <a:ext cx="1476375" cy="438150"/>
          </a:xfrm>
          <a:prstGeom prst="rect">
            <a:avLst/>
          </a:prstGeom>
          <a:solidFill>
            <a:srgbClr val="102C46"/>
          </a:solidFill>
          <a:ln w="9525">
            <a:solidFill>
              <a:srgbClr val="FFFFFF"/>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3" name="Rectangle 12">
            <a:extLst>
              <a:ext uri="{FF2B5EF4-FFF2-40B4-BE49-F238E27FC236}">
                <a16:creationId xmlns:a16="http://schemas.microsoft.com/office/drawing/2014/main" id="{CE182451-FAE1-4F94-B0A3-4E8A72932814}"/>
              </a:ext>
            </a:extLst>
          </p:cNvPr>
          <p:cNvSpPr>
            <a:spLocks noGrp="1"/>
          </p:cNvSpPr>
          <p:nvPr/>
        </p:nvSpPr>
        <p:spPr>
          <a:xfrm>
            <a:off x="8562975" y="1399032"/>
            <a:ext cx="1323975" cy="266700"/>
          </a:xfrm>
          <a:prstGeom prst="rect">
            <a:avLst/>
          </a:prstGeom>
          <a:noFill/>
          <a:ln w="0">
            <a:noFill/>
            <a:prstDash val="solid"/>
          </a:ln>
        </p:spPr>
        <p:txBody>
          <a:bodyPr anchor="ctr"/>
          <a:lstStyle/>
          <a:p>
            <a:pPr algn="ctr">
              <a:defRPr sz="1125" b="1">
                <a:solidFill>
                  <a:srgbClr val="FFFFFF"/>
                </a:solidFill>
              </a:defRPr>
            </a:pPr>
            <a:r>
              <a:rPr sz="1125" b="1">
                <a:solidFill>
                  <a:srgbClr val="FFFFFF"/>
                </a:solidFill>
                <a:latin typeface="Poppins" panose="00000500000000000000" pitchFamily="2" charset="0"/>
                <a:cs typeface="Poppins" panose="00000500000000000000" pitchFamily="2" charset="0"/>
              </a:rPr>
              <a:t>FORMAT</a:t>
            </a:r>
          </a:p>
        </p:txBody>
      </p:sp>
      <p:sp>
        <p:nvSpPr>
          <p:cNvPr id="14" name="Rectangle 13">
            <a:extLst>
              <a:ext uri="{FF2B5EF4-FFF2-40B4-BE49-F238E27FC236}">
                <a16:creationId xmlns:a16="http://schemas.microsoft.com/office/drawing/2014/main" id="{09AD674D-2E01-4B6C-8A52-7C2B49BC4A6E}"/>
              </a:ext>
            </a:extLst>
          </p:cNvPr>
          <p:cNvSpPr>
            <a:spLocks noGrp="1"/>
          </p:cNvSpPr>
          <p:nvPr/>
        </p:nvSpPr>
        <p:spPr>
          <a:xfrm>
            <a:off x="9963150" y="1322832"/>
            <a:ext cx="1714500" cy="438150"/>
          </a:xfrm>
          <a:prstGeom prst="rect">
            <a:avLst/>
          </a:prstGeom>
          <a:solidFill>
            <a:srgbClr val="102C46"/>
          </a:solidFill>
          <a:ln w="9525">
            <a:solidFill>
              <a:srgbClr val="FFFFFF"/>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5" name="Rectangle 14">
            <a:extLst>
              <a:ext uri="{FF2B5EF4-FFF2-40B4-BE49-F238E27FC236}">
                <a16:creationId xmlns:a16="http://schemas.microsoft.com/office/drawing/2014/main" id="{0715BF64-AEBA-4B70-820F-FE977BB0BB76}"/>
              </a:ext>
            </a:extLst>
          </p:cNvPr>
          <p:cNvSpPr>
            <a:spLocks noGrp="1"/>
          </p:cNvSpPr>
          <p:nvPr/>
        </p:nvSpPr>
        <p:spPr>
          <a:xfrm>
            <a:off x="10039350" y="1399032"/>
            <a:ext cx="1562100" cy="266700"/>
          </a:xfrm>
          <a:prstGeom prst="rect">
            <a:avLst/>
          </a:prstGeom>
          <a:noFill/>
          <a:ln w="0">
            <a:noFill/>
            <a:prstDash val="solid"/>
          </a:ln>
        </p:spPr>
        <p:txBody>
          <a:bodyPr anchor="ctr"/>
          <a:lstStyle/>
          <a:p>
            <a:pPr algn="ctr">
              <a:defRPr sz="1125" b="1">
                <a:solidFill>
                  <a:srgbClr val="FFFFFF"/>
                </a:solidFill>
              </a:defRPr>
            </a:pPr>
            <a:r>
              <a:rPr sz="1125" b="1">
                <a:solidFill>
                  <a:srgbClr val="FFFFFF"/>
                </a:solidFill>
                <a:latin typeface="Poppins" panose="00000500000000000000" pitchFamily="2" charset="0"/>
                <a:cs typeface="Poppins" panose="00000500000000000000" pitchFamily="2" charset="0"/>
              </a:rPr>
              <a:t>SIGN-OFF</a:t>
            </a:r>
          </a:p>
        </p:txBody>
      </p:sp>
      <p:sp>
        <p:nvSpPr>
          <p:cNvPr id="16" name="Rectangle 15">
            <a:extLst>
              <a:ext uri="{FF2B5EF4-FFF2-40B4-BE49-F238E27FC236}">
                <a16:creationId xmlns:a16="http://schemas.microsoft.com/office/drawing/2014/main" id="{982FAE03-45D3-44FC-BD5E-949B7B57B43A}"/>
              </a:ext>
            </a:extLst>
          </p:cNvPr>
          <p:cNvSpPr>
            <a:spLocks noGrp="1"/>
          </p:cNvSpPr>
          <p:nvPr/>
        </p:nvSpPr>
        <p:spPr>
          <a:xfrm>
            <a:off x="514350" y="1760982"/>
            <a:ext cx="2428875" cy="361950"/>
          </a:xfrm>
          <a:prstGeom prst="rect">
            <a:avLst/>
          </a:prstGeom>
          <a:solidFill>
            <a:srgbClr val="E8F5F0"/>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7" name="Rectangle 16">
            <a:extLst>
              <a:ext uri="{FF2B5EF4-FFF2-40B4-BE49-F238E27FC236}">
                <a16:creationId xmlns:a16="http://schemas.microsoft.com/office/drawing/2014/main" id="{D6B3F7A1-996B-412C-96A5-20F92356AA69}"/>
              </a:ext>
            </a:extLst>
          </p:cNvPr>
          <p:cNvSpPr>
            <a:spLocks noGrp="1"/>
          </p:cNvSpPr>
          <p:nvPr/>
        </p:nvSpPr>
        <p:spPr>
          <a:xfrm>
            <a:off x="647700" y="1818132"/>
            <a:ext cx="2200275" cy="247650"/>
          </a:xfrm>
          <a:prstGeom prst="rect">
            <a:avLst/>
          </a:prstGeom>
          <a:noFill/>
          <a:ln w="0">
            <a:noFill/>
            <a:prstDash val="solid"/>
          </a:ln>
        </p:spPr>
        <p:txBody>
          <a:bodyPr anchor="t"/>
          <a:lstStyle/>
          <a:p>
            <a:pPr algn="l">
              <a:defRPr sz="1125" b="1">
                <a:solidFill>
                  <a:srgbClr val="173F37"/>
                </a:solidFill>
              </a:defRPr>
            </a:pPr>
            <a:r>
              <a:rPr sz="1125" b="1">
                <a:solidFill>
                  <a:srgbClr val="173F37"/>
                </a:solidFill>
                <a:latin typeface="Poppins" panose="00000500000000000000" pitchFamily="2" charset="0"/>
                <a:cs typeface="Poppins" panose="00000500000000000000" pitchFamily="2" charset="0"/>
              </a:rPr>
              <a:t>1. Project Preparation</a:t>
            </a:r>
          </a:p>
        </p:txBody>
      </p:sp>
      <p:sp>
        <p:nvSpPr>
          <p:cNvPr id="18" name="Rectangle 17">
            <a:extLst>
              <a:ext uri="{FF2B5EF4-FFF2-40B4-BE49-F238E27FC236}">
                <a16:creationId xmlns:a16="http://schemas.microsoft.com/office/drawing/2014/main" id="{CAE0E6FD-2416-4142-A65C-BFB1CE1FB2A4}"/>
              </a:ext>
            </a:extLst>
          </p:cNvPr>
          <p:cNvSpPr>
            <a:spLocks noGrp="1"/>
          </p:cNvSpPr>
          <p:nvPr/>
        </p:nvSpPr>
        <p:spPr>
          <a:xfrm>
            <a:off x="2943225" y="1760982"/>
            <a:ext cx="5543550"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19" name="Rectangle 18">
            <a:extLst>
              <a:ext uri="{FF2B5EF4-FFF2-40B4-BE49-F238E27FC236}">
                <a16:creationId xmlns:a16="http://schemas.microsoft.com/office/drawing/2014/main" id="{36867CCF-D3D0-46B9-951B-56A5A401B71A}"/>
              </a:ext>
            </a:extLst>
          </p:cNvPr>
          <p:cNvSpPr>
            <a:spLocks noGrp="1"/>
          </p:cNvSpPr>
          <p:nvPr/>
        </p:nvSpPr>
        <p:spPr>
          <a:xfrm>
            <a:off x="8486775" y="1760982"/>
            <a:ext cx="1476375"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0" name="Rectangle 19">
            <a:extLst>
              <a:ext uri="{FF2B5EF4-FFF2-40B4-BE49-F238E27FC236}">
                <a16:creationId xmlns:a16="http://schemas.microsoft.com/office/drawing/2014/main" id="{98B8E447-CD4A-48BD-A5CA-B98E0B4C79FC}"/>
              </a:ext>
            </a:extLst>
          </p:cNvPr>
          <p:cNvSpPr>
            <a:spLocks noGrp="1"/>
          </p:cNvSpPr>
          <p:nvPr/>
        </p:nvSpPr>
        <p:spPr>
          <a:xfrm>
            <a:off x="9963150" y="1760982"/>
            <a:ext cx="1714500"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1" name="Rectangle 20">
            <a:extLst>
              <a:ext uri="{FF2B5EF4-FFF2-40B4-BE49-F238E27FC236}">
                <a16:creationId xmlns:a16="http://schemas.microsoft.com/office/drawing/2014/main" id="{7436F0F5-111B-4F94-88DC-CF114B063F9C}"/>
              </a:ext>
            </a:extLst>
          </p:cNvPr>
          <p:cNvSpPr>
            <a:spLocks noGrp="1"/>
          </p:cNvSpPr>
          <p:nvPr/>
        </p:nvSpPr>
        <p:spPr>
          <a:xfrm>
            <a:off x="3057525" y="1799082"/>
            <a:ext cx="5334000" cy="285750"/>
          </a:xfrm>
          <a:prstGeom prst="rect">
            <a:avLst/>
          </a:prstGeom>
          <a:noFill/>
          <a:ln w="0">
            <a:noFill/>
            <a:prstDash val="solid"/>
          </a:ln>
        </p:spPr>
        <p:txBody>
          <a:bodyPr anchor="ctr"/>
          <a:lstStyle/>
          <a:p>
            <a:pPr algn="l">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Project Kick-off Presentation</a:t>
            </a:r>
          </a:p>
        </p:txBody>
      </p:sp>
      <p:sp>
        <p:nvSpPr>
          <p:cNvPr id="22" name="Rectangle 21">
            <a:extLst>
              <a:ext uri="{FF2B5EF4-FFF2-40B4-BE49-F238E27FC236}">
                <a16:creationId xmlns:a16="http://schemas.microsoft.com/office/drawing/2014/main" id="{E24EFFFD-90E4-437C-9343-45025FA3DCC6}"/>
              </a:ext>
            </a:extLst>
          </p:cNvPr>
          <p:cNvSpPr>
            <a:spLocks noGrp="1"/>
          </p:cNvSpPr>
          <p:nvPr/>
        </p:nvSpPr>
        <p:spPr>
          <a:xfrm>
            <a:off x="8582025" y="1799082"/>
            <a:ext cx="1285875" cy="285750"/>
          </a:xfrm>
          <a:prstGeom prst="rect">
            <a:avLst/>
          </a:prstGeom>
          <a:noFill/>
          <a:ln w="0">
            <a:noFill/>
            <a:prstDash val="solid"/>
          </a:ln>
        </p:spPr>
        <p:txBody>
          <a:bodyPr anchor="ctr"/>
          <a:lstStyle/>
          <a:p>
            <a:pPr algn="ctr">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PDF</a:t>
            </a:r>
          </a:p>
        </p:txBody>
      </p:sp>
      <p:sp>
        <p:nvSpPr>
          <p:cNvPr id="23" name="Rectangle 22">
            <a:extLst>
              <a:ext uri="{FF2B5EF4-FFF2-40B4-BE49-F238E27FC236}">
                <a16:creationId xmlns:a16="http://schemas.microsoft.com/office/drawing/2014/main" id="{C62A2551-7E85-4994-AA2B-F673700EFED9}"/>
              </a:ext>
            </a:extLst>
          </p:cNvPr>
          <p:cNvSpPr>
            <a:spLocks noGrp="1"/>
          </p:cNvSpPr>
          <p:nvPr/>
        </p:nvSpPr>
        <p:spPr>
          <a:xfrm>
            <a:off x="10058400" y="1799082"/>
            <a:ext cx="1524000" cy="285750"/>
          </a:xfrm>
          <a:prstGeom prst="rect">
            <a:avLst/>
          </a:prstGeom>
          <a:noFill/>
          <a:ln w="0">
            <a:noFill/>
            <a:prstDash val="solid"/>
          </a:ln>
        </p:spPr>
        <p:txBody>
          <a:bodyPr anchor="ctr"/>
          <a:lstStyle/>
          <a:p>
            <a:pPr algn="ctr">
              <a:defRPr sz="1050" b="0">
                <a:solidFill>
                  <a:srgbClr val="667B77"/>
                </a:solidFill>
              </a:defRPr>
            </a:pPr>
            <a:r>
              <a:rPr sz="1050" b="0">
                <a:solidFill>
                  <a:srgbClr val="667B77"/>
                </a:solidFill>
                <a:latin typeface="Poppins" panose="00000500000000000000" pitchFamily="2" charset="0"/>
                <a:cs typeface="Poppins" panose="00000500000000000000" pitchFamily="2" charset="0"/>
              </a:rPr>
              <a:t>Not required</a:t>
            </a:r>
          </a:p>
        </p:txBody>
      </p:sp>
      <p:sp>
        <p:nvSpPr>
          <p:cNvPr id="24" name="Rectangle 23">
            <a:extLst>
              <a:ext uri="{FF2B5EF4-FFF2-40B4-BE49-F238E27FC236}">
                <a16:creationId xmlns:a16="http://schemas.microsoft.com/office/drawing/2014/main" id="{D8CC157B-91E2-4402-B2DC-23C6F68E628A}"/>
              </a:ext>
            </a:extLst>
          </p:cNvPr>
          <p:cNvSpPr>
            <a:spLocks noGrp="1"/>
          </p:cNvSpPr>
          <p:nvPr/>
        </p:nvSpPr>
        <p:spPr>
          <a:xfrm>
            <a:off x="514350" y="2122932"/>
            <a:ext cx="2428875" cy="723900"/>
          </a:xfrm>
          <a:prstGeom prst="rect">
            <a:avLst/>
          </a:prstGeom>
          <a:solidFill>
            <a:srgbClr val="E8F5F0"/>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5" name="Rectangle 24">
            <a:extLst>
              <a:ext uri="{FF2B5EF4-FFF2-40B4-BE49-F238E27FC236}">
                <a16:creationId xmlns:a16="http://schemas.microsoft.com/office/drawing/2014/main" id="{FDA62E2A-D1A5-4A43-BA6A-6A29D8E44F79}"/>
              </a:ext>
            </a:extLst>
          </p:cNvPr>
          <p:cNvSpPr>
            <a:spLocks noGrp="1"/>
          </p:cNvSpPr>
          <p:nvPr/>
        </p:nvSpPr>
        <p:spPr>
          <a:xfrm>
            <a:off x="647700" y="2180082"/>
            <a:ext cx="2200275" cy="457200"/>
          </a:xfrm>
          <a:prstGeom prst="rect">
            <a:avLst/>
          </a:prstGeom>
          <a:noFill/>
          <a:ln w="0">
            <a:noFill/>
            <a:prstDash val="solid"/>
          </a:ln>
        </p:spPr>
        <p:txBody>
          <a:bodyPr anchor="t"/>
          <a:lstStyle/>
          <a:p>
            <a:pPr algn="l">
              <a:defRPr sz="1125" b="1">
                <a:solidFill>
                  <a:srgbClr val="173F37"/>
                </a:solidFill>
              </a:defRPr>
            </a:pPr>
            <a:r>
              <a:rPr sz="1125" b="1">
                <a:solidFill>
                  <a:srgbClr val="173F37"/>
                </a:solidFill>
                <a:latin typeface="Poppins" panose="00000500000000000000" pitchFamily="2" charset="0"/>
                <a:cs typeface="Poppins" panose="00000500000000000000" pitchFamily="2" charset="0"/>
              </a:rPr>
              <a:t>2. Business Analysis &amp; Design</a:t>
            </a:r>
          </a:p>
        </p:txBody>
      </p:sp>
      <p:sp>
        <p:nvSpPr>
          <p:cNvPr id="26" name="Rectangle 25">
            <a:extLst>
              <a:ext uri="{FF2B5EF4-FFF2-40B4-BE49-F238E27FC236}">
                <a16:creationId xmlns:a16="http://schemas.microsoft.com/office/drawing/2014/main" id="{CD18D86E-0745-4258-B38D-B9049C28ED58}"/>
              </a:ext>
            </a:extLst>
          </p:cNvPr>
          <p:cNvSpPr>
            <a:spLocks noGrp="1"/>
          </p:cNvSpPr>
          <p:nvPr/>
        </p:nvSpPr>
        <p:spPr>
          <a:xfrm>
            <a:off x="2943225" y="2122932"/>
            <a:ext cx="5543550" cy="361950"/>
          </a:xfrm>
          <a:prstGeom prst="rect">
            <a:avLst/>
          </a:prstGeom>
          <a:solidFill>
            <a:srgbClr val="F4F8F7"/>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7" name="Rectangle 26">
            <a:extLst>
              <a:ext uri="{FF2B5EF4-FFF2-40B4-BE49-F238E27FC236}">
                <a16:creationId xmlns:a16="http://schemas.microsoft.com/office/drawing/2014/main" id="{95557F73-9716-4E33-8A50-714D191D28A5}"/>
              </a:ext>
            </a:extLst>
          </p:cNvPr>
          <p:cNvSpPr>
            <a:spLocks noGrp="1"/>
          </p:cNvSpPr>
          <p:nvPr/>
        </p:nvSpPr>
        <p:spPr>
          <a:xfrm>
            <a:off x="8486775" y="2122932"/>
            <a:ext cx="1476375" cy="361950"/>
          </a:xfrm>
          <a:prstGeom prst="rect">
            <a:avLst/>
          </a:prstGeom>
          <a:solidFill>
            <a:srgbClr val="F4F8F7"/>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8" name="Rectangle 27">
            <a:extLst>
              <a:ext uri="{FF2B5EF4-FFF2-40B4-BE49-F238E27FC236}">
                <a16:creationId xmlns:a16="http://schemas.microsoft.com/office/drawing/2014/main" id="{1164EB73-7289-4360-9600-D1A14F13A96F}"/>
              </a:ext>
            </a:extLst>
          </p:cNvPr>
          <p:cNvSpPr>
            <a:spLocks noGrp="1"/>
          </p:cNvSpPr>
          <p:nvPr/>
        </p:nvSpPr>
        <p:spPr>
          <a:xfrm>
            <a:off x="9963150" y="2122932"/>
            <a:ext cx="1714500" cy="361950"/>
          </a:xfrm>
          <a:prstGeom prst="rect">
            <a:avLst/>
          </a:prstGeom>
          <a:solidFill>
            <a:srgbClr val="FFF3E1"/>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29" name="Rectangle 28">
            <a:extLst>
              <a:ext uri="{FF2B5EF4-FFF2-40B4-BE49-F238E27FC236}">
                <a16:creationId xmlns:a16="http://schemas.microsoft.com/office/drawing/2014/main" id="{35D48067-C32F-4E20-A69B-B0173ABE32A7}"/>
              </a:ext>
            </a:extLst>
          </p:cNvPr>
          <p:cNvSpPr>
            <a:spLocks noGrp="1"/>
          </p:cNvSpPr>
          <p:nvPr/>
        </p:nvSpPr>
        <p:spPr>
          <a:xfrm>
            <a:off x="3057525" y="2161032"/>
            <a:ext cx="5334000" cy="285750"/>
          </a:xfrm>
          <a:prstGeom prst="rect">
            <a:avLst/>
          </a:prstGeom>
          <a:noFill/>
          <a:ln w="0">
            <a:noFill/>
            <a:prstDash val="solid"/>
          </a:ln>
        </p:spPr>
        <p:txBody>
          <a:bodyPr anchor="ctr"/>
          <a:lstStyle/>
          <a:p>
            <a:pPr algn="l">
              <a:defRPr sz="1050" b="1">
                <a:solidFill>
                  <a:srgbClr val="193B36"/>
                </a:solidFill>
              </a:defRPr>
            </a:pPr>
            <a:r>
              <a:rPr sz="1050" b="1">
                <a:solidFill>
                  <a:srgbClr val="193B36"/>
                </a:solidFill>
                <a:latin typeface="Poppins" panose="00000500000000000000" pitchFamily="2" charset="0"/>
                <a:cs typeface="Poppins" panose="00000500000000000000" pitchFamily="2" charset="0"/>
              </a:rPr>
              <a:t>System Requirement Specification – Process Definition Document (PDD)</a:t>
            </a:r>
          </a:p>
        </p:txBody>
      </p:sp>
      <p:sp>
        <p:nvSpPr>
          <p:cNvPr id="30" name="Rectangle 29">
            <a:extLst>
              <a:ext uri="{FF2B5EF4-FFF2-40B4-BE49-F238E27FC236}">
                <a16:creationId xmlns:a16="http://schemas.microsoft.com/office/drawing/2014/main" id="{C664AD10-F0EB-4CB5-BD0B-E8A60B5DD402}"/>
              </a:ext>
            </a:extLst>
          </p:cNvPr>
          <p:cNvSpPr>
            <a:spLocks noGrp="1"/>
          </p:cNvSpPr>
          <p:nvPr/>
        </p:nvSpPr>
        <p:spPr>
          <a:xfrm>
            <a:off x="8582025" y="2161032"/>
            <a:ext cx="1285875" cy="285750"/>
          </a:xfrm>
          <a:prstGeom prst="rect">
            <a:avLst/>
          </a:prstGeom>
          <a:noFill/>
          <a:ln w="0">
            <a:noFill/>
            <a:prstDash val="solid"/>
          </a:ln>
        </p:spPr>
        <p:txBody>
          <a:bodyPr anchor="ctr"/>
          <a:lstStyle/>
          <a:p>
            <a:pPr algn="ctr">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Word</a:t>
            </a:r>
          </a:p>
        </p:txBody>
      </p:sp>
      <p:sp>
        <p:nvSpPr>
          <p:cNvPr id="31" name="Oval 30">
            <a:extLst>
              <a:ext uri="{FF2B5EF4-FFF2-40B4-BE49-F238E27FC236}">
                <a16:creationId xmlns:a16="http://schemas.microsoft.com/office/drawing/2014/main" id="{7C15D7B2-45D4-47A5-8436-999D7C932F13}"/>
              </a:ext>
            </a:extLst>
          </p:cNvPr>
          <p:cNvSpPr>
            <a:spLocks noGrp="1"/>
          </p:cNvSpPr>
          <p:nvPr/>
        </p:nvSpPr>
        <p:spPr>
          <a:xfrm>
            <a:off x="10439400" y="2189607"/>
            <a:ext cx="228600" cy="228600"/>
          </a:xfrm>
          <a:prstGeom prst="ellipse">
            <a:avLst/>
          </a:prstGeom>
          <a:solidFill>
            <a:srgbClr val="008F62"/>
          </a:solidFill>
          <a:ln w="0">
            <a:noFill/>
            <a:prstDash val="solid"/>
          </a:ln>
        </p:spPr>
        <p:txBody>
          <a:bodyPr/>
          <a:lstStyle/>
          <a:p>
            <a:endParaRPr lang="en-US">
              <a:latin typeface="Poppins" panose="00000500000000000000" pitchFamily="2" charset="0"/>
              <a:cs typeface="Poppins" panose="00000500000000000000" pitchFamily="2" charset="0"/>
            </a:endParaRPr>
          </a:p>
        </p:txBody>
      </p:sp>
      <p:sp>
        <p:nvSpPr>
          <p:cNvPr id="32" name="Rectangle 31">
            <a:extLst>
              <a:ext uri="{FF2B5EF4-FFF2-40B4-BE49-F238E27FC236}">
                <a16:creationId xmlns:a16="http://schemas.microsoft.com/office/drawing/2014/main" id="{9E462167-0860-4DD4-85CC-73F2DF8D0263}"/>
              </a:ext>
            </a:extLst>
          </p:cNvPr>
          <p:cNvSpPr>
            <a:spLocks noGrp="1"/>
          </p:cNvSpPr>
          <p:nvPr/>
        </p:nvSpPr>
        <p:spPr>
          <a:xfrm>
            <a:off x="10439400" y="2199132"/>
            <a:ext cx="228600" cy="1905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Poppins" panose="00000500000000000000" pitchFamily="2" charset="0"/>
                <a:cs typeface="Poppins" panose="00000500000000000000" pitchFamily="2" charset="0"/>
              </a:rPr>
              <a:t>✓</a:t>
            </a:r>
          </a:p>
        </p:txBody>
      </p:sp>
      <p:sp>
        <p:nvSpPr>
          <p:cNvPr id="33" name="Rectangle 32">
            <a:extLst>
              <a:ext uri="{FF2B5EF4-FFF2-40B4-BE49-F238E27FC236}">
                <a16:creationId xmlns:a16="http://schemas.microsoft.com/office/drawing/2014/main" id="{FF8E3227-53C8-474F-8638-C3B1643903D3}"/>
              </a:ext>
            </a:extLst>
          </p:cNvPr>
          <p:cNvSpPr>
            <a:spLocks noGrp="1"/>
          </p:cNvSpPr>
          <p:nvPr/>
        </p:nvSpPr>
        <p:spPr>
          <a:xfrm>
            <a:off x="10706100" y="2161032"/>
            <a:ext cx="838200" cy="285750"/>
          </a:xfrm>
          <a:prstGeom prst="rect">
            <a:avLst/>
          </a:prstGeom>
          <a:noFill/>
          <a:ln w="0">
            <a:noFill/>
            <a:prstDash val="solid"/>
          </a:ln>
        </p:spPr>
        <p:txBody>
          <a:bodyPr anchor="ctr"/>
          <a:lstStyle/>
          <a:p>
            <a:pPr algn="l">
              <a:defRPr sz="1050" b="1">
                <a:solidFill>
                  <a:srgbClr val="008F62"/>
                </a:solidFill>
              </a:defRPr>
            </a:pPr>
            <a:r>
              <a:rPr sz="1050" b="1">
                <a:solidFill>
                  <a:srgbClr val="008F62"/>
                </a:solidFill>
                <a:latin typeface="Poppins" panose="00000500000000000000" pitchFamily="2" charset="0"/>
                <a:cs typeface="Poppins" panose="00000500000000000000" pitchFamily="2" charset="0"/>
              </a:rPr>
              <a:t>Required</a:t>
            </a:r>
          </a:p>
        </p:txBody>
      </p:sp>
      <p:sp>
        <p:nvSpPr>
          <p:cNvPr id="34" name="Rectangle 33">
            <a:extLst>
              <a:ext uri="{FF2B5EF4-FFF2-40B4-BE49-F238E27FC236}">
                <a16:creationId xmlns:a16="http://schemas.microsoft.com/office/drawing/2014/main" id="{CE9ADDDA-9717-4FD9-B98B-D42CB4679491}"/>
              </a:ext>
            </a:extLst>
          </p:cNvPr>
          <p:cNvSpPr>
            <a:spLocks noGrp="1"/>
          </p:cNvSpPr>
          <p:nvPr/>
        </p:nvSpPr>
        <p:spPr>
          <a:xfrm>
            <a:off x="2943225" y="2484882"/>
            <a:ext cx="5543550"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5" name="Rectangle 34">
            <a:extLst>
              <a:ext uri="{FF2B5EF4-FFF2-40B4-BE49-F238E27FC236}">
                <a16:creationId xmlns:a16="http://schemas.microsoft.com/office/drawing/2014/main" id="{6B81E72C-56B4-480D-B8E2-CD202A451D4E}"/>
              </a:ext>
            </a:extLst>
          </p:cNvPr>
          <p:cNvSpPr>
            <a:spLocks noGrp="1"/>
          </p:cNvSpPr>
          <p:nvPr/>
        </p:nvSpPr>
        <p:spPr>
          <a:xfrm>
            <a:off x="8486775" y="2484882"/>
            <a:ext cx="1476375"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6" name="Rectangle 35">
            <a:extLst>
              <a:ext uri="{FF2B5EF4-FFF2-40B4-BE49-F238E27FC236}">
                <a16:creationId xmlns:a16="http://schemas.microsoft.com/office/drawing/2014/main" id="{F92E21BF-3D4D-4273-849E-E7CA00B939FE}"/>
              </a:ext>
            </a:extLst>
          </p:cNvPr>
          <p:cNvSpPr>
            <a:spLocks noGrp="1"/>
          </p:cNvSpPr>
          <p:nvPr/>
        </p:nvSpPr>
        <p:spPr>
          <a:xfrm>
            <a:off x="9963150" y="2484882"/>
            <a:ext cx="1714500" cy="361950"/>
          </a:xfrm>
          <a:prstGeom prst="rect">
            <a:avLst/>
          </a:prstGeom>
          <a:solidFill>
            <a:srgbClr val="FFF3E1"/>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37" name="Rectangle 36">
            <a:extLst>
              <a:ext uri="{FF2B5EF4-FFF2-40B4-BE49-F238E27FC236}">
                <a16:creationId xmlns:a16="http://schemas.microsoft.com/office/drawing/2014/main" id="{254A0911-F384-419A-9314-3C5778640B64}"/>
              </a:ext>
            </a:extLst>
          </p:cNvPr>
          <p:cNvSpPr>
            <a:spLocks noGrp="1"/>
          </p:cNvSpPr>
          <p:nvPr/>
        </p:nvSpPr>
        <p:spPr>
          <a:xfrm>
            <a:off x="3057525" y="2522982"/>
            <a:ext cx="5334000" cy="285750"/>
          </a:xfrm>
          <a:prstGeom prst="rect">
            <a:avLst/>
          </a:prstGeom>
          <a:noFill/>
          <a:ln w="0">
            <a:noFill/>
            <a:prstDash val="solid"/>
          </a:ln>
        </p:spPr>
        <p:txBody>
          <a:bodyPr anchor="ctr"/>
          <a:lstStyle/>
          <a:p>
            <a:pPr algn="l">
              <a:defRPr sz="1050" b="1">
                <a:solidFill>
                  <a:srgbClr val="193B36"/>
                </a:solidFill>
              </a:defRPr>
            </a:pPr>
            <a:r>
              <a:rPr sz="1050" b="1">
                <a:solidFill>
                  <a:srgbClr val="193B36"/>
                </a:solidFill>
                <a:latin typeface="Poppins" panose="00000500000000000000" pitchFamily="2" charset="0"/>
                <a:cs typeface="Poppins" panose="00000500000000000000" pitchFamily="2" charset="0"/>
              </a:rPr>
              <a:t>System Function Flow – Business Process Flow (BPF)</a:t>
            </a:r>
          </a:p>
        </p:txBody>
      </p:sp>
      <p:sp>
        <p:nvSpPr>
          <p:cNvPr id="38" name="Rectangle 37">
            <a:extLst>
              <a:ext uri="{FF2B5EF4-FFF2-40B4-BE49-F238E27FC236}">
                <a16:creationId xmlns:a16="http://schemas.microsoft.com/office/drawing/2014/main" id="{9051717C-2718-4730-9438-1A2AE592A484}"/>
              </a:ext>
            </a:extLst>
          </p:cNvPr>
          <p:cNvSpPr>
            <a:spLocks noGrp="1"/>
          </p:cNvSpPr>
          <p:nvPr/>
        </p:nvSpPr>
        <p:spPr>
          <a:xfrm>
            <a:off x="8582025" y="2522982"/>
            <a:ext cx="1285875" cy="285750"/>
          </a:xfrm>
          <a:prstGeom prst="rect">
            <a:avLst/>
          </a:prstGeom>
          <a:noFill/>
          <a:ln w="0">
            <a:noFill/>
            <a:prstDash val="solid"/>
          </a:ln>
        </p:spPr>
        <p:txBody>
          <a:bodyPr anchor="ctr"/>
          <a:lstStyle/>
          <a:p>
            <a:pPr algn="ctr">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Word</a:t>
            </a:r>
          </a:p>
        </p:txBody>
      </p:sp>
      <p:sp>
        <p:nvSpPr>
          <p:cNvPr id="39" name="Oval 38">
            <a:extLst>
              <a:ext uri="{FF2B5EF4-FFF2-40B4-BE49-F238E27FC236}">
                <a16:creationId xmlns:a16="http://schemas.microsoft.com/office/drawing/2014/main" id="{62A7EA94-2747-49A8-B1F0-712E2EE17529}"/>
              </a:ext>
            </a:extLst>
          </p:cNvPr>
          <p:cNvSpPr>
            <a:spLocks noGrp="1"/>
          </p:cNvSpPr>
          <p:nvPr/>
        </p:nvSpPr>
        <p:spPr>
          <a:xfrm>
            <a:off x="10439400" y="2551557"/>
            <a:ext cx="228600" cy="228600"/>
          </a:xfrm>
          <a:prstGeom prst="ellipse">
            <a:avLst/>
          </a:prstGeom>
          <a:solidFill>
            <a:srgbClr val="008F62"/>
          </a:solidFill>
          <a:ln w="0">
            <a:noFill/>
            <a:prstDash val="solid"/>
          </a:ln>
        </p:spPr>
        <p:txBody>
          <a:bodyPr/>
          <a:lstStyle/>
          <a:p>
            <a:endParaRPr lang="en-US">
              <a:latin typeface="Poppins" panose="00000500000000000000" pitchFamily="2" charset="0"/>
              <a:cs typeface="Poppins" panose="00000500000000000000" pitchFamily="2" charset="0"/>
            </a:endParaRPr>
          </a:p>
        </p:txBody>
      </p:sp>
      <p:sp>
        <p:nvSpPr>
          <p:cNvPr id="40" name="Rectangle 39">
            <a:extLst>
              <a:ext uri="{FF2B5EF4-FFF2-40B4-BE49-F238E27FC236}">
                <a16:creationId xmlns:a16="http://schemas.microsoft.com/office/drawing/2014/main" id="{E61FAE80-C75C-4D22-AA98-457D3D8F422C}"/>
              </a:ext>
            </a:extLst>
          </p:cNvPr>
          <p:cNvSpPr>
            <a:spLocks noGrp="1"/>
          </p:cNvSpPr>
          <p:nvPr/>
        </p:nvSpPr>
        <p:spPr>
          <a:xfrm>
            <a:off x="10439400" y="2561082"/>
            <a:ext cx="228600" cy="1905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Poppins" panose="00000500000000000000" pitchFamily="2" charset="0"/>
                <a:cs typeface="Poppins" panose="00000500000000000000" pitchFamily="2" charset="0"/>
              </a:rPr>
              <a:t>✓</a:t>
            </a:r>
          </a:p>
        </p:txBody>
      </p:sp>
      <p:sp>
        <p:nvSpPr>
          <p:cNvPr id="41" name="Rectangle 40">
            <a:extLst>
              <a:ext uri="{FF2B5EF4-FFF2-40B4-BE49-F238E27FC236}">
                <a16:creationId xmlns:a16="http://schemas.microsoft.com/office/drawing/2014/main" id="{A3A2988B-1CEF-458E-983D-F2CB36FDBAD3}"/>
              </a:ext>
            </a:extLst>
          </p:cNvPr>
          <p:cNvSpPr>
            <a:spLocks noGrp="1"/>
          </p:cNvSpPr>
          <p:nvPr/>
        </p:nvSpPr>
        <p:spPr>
          <a:xfrm>
            <a:off x="10706100" y="2522982"/>
            <a:ext cx="838200" cy="285750"/>
          </a:xfrm>
          <a:prstGeom prst="rect">
            <a:avLst/>
          </a:prstGeom>
          <a:noFill/>
          <a:ln w="0">
            <a:noFill/>
            <a:prstDash val="solid"/>
          </a:ln>
        </p:spPr>
        <p:txBody>
          <a:bodyPr anchor="ctr"/>
          <a:lstStyle/>
          <a:p>
            <a:pPr algn="l">
              <a:defRPr sz="1050" b="1">
                <a:solidFill>
                  <a:srgbClr val="008F62"/>
                </a:solidFill>
              </a:defRPr>
            </a:pPr>
            <a:r>
              <a:rPr sz="1050" b="1">
                <a:solidFill>
                  <a:srgbClr val="008F62"/>
                </a:solidFill>
                <a:latin typeface="Poppins" panose="00000500000000000000" pitchFamily="2" charset="0"/>
                <a:cs typeface="Poppins" panose="00000500000000000000" pitchFamily="2" charset="0"/>
              </a:rPr>
              <a:t>Required</a:t>
            </a:r>
          </a:p>
        </p:txBody>
      </p:sp>
      <p:sp>
        <p:nvSpPr>
          <p:cNvPr id="42" name="Rectangle 41">
            <a:extLst>
              <a:ext uri="{FF2B5EF4-FFF2-40B4-BE49-F238E27FC236}">
                <a16:creationId xmlns:a16="http://schemas.microsoft.com/office/drawing/2014/main" id="{5A4C885F-E0D8-48E4-9DBB-091FEEE13140}"/>
              </a:ext>
            </a:extLst>
          </p:cNvPr>
          <p:cNvSpPr>
            <a:spLocks noGrp="1"/>
          </p:cNvSpPr>
          <p:nvPr/>
        </p:nvSpPr>
        <p:spPr>
          <a:xfrm>
            <a:off x="514350" y="2846832"/>
            <a:ext cx="2428875" cy="723900"/>
          </a:xfrm>
          <a:prstGeom prst="rect">
            <a:avLst/>
          </a:prstGeom>
          <a:solidFill>
            <a:srgbClr val="E8F5F0"/>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3" name="Rectangle 42">
            <a:extLst>
              <a:ext uri="{FF2B5EF4-FFF2-40B4-BE49-F238E27FC236}">
                <a16:creationId xmlns:a16="http://schemas.microsoft.com/office/drawing/2014/main" id="{284F482D-CDB3-4DB5-8B78-A00EA183458C}"/>
              </a:ext>
            </a:extLst>
          </p:cNvPr>
          <p:cNvSpPr>
            <a:spLocks noGrp="1"/>
          </p:cNvSpPr>
          <p:nvPr/>
        </p:nvSpPr>
        <p:spPr>
          <a:xfrm>
            <a:off x="647700" y="2903982"/>
            <a:ext cx="2200275" cy="457200"/>
          </a:xfrm>
          <a:prstGeom prst="rect">
            <a:avLst/>
          </a:prstGeom>
          <a:noFill/>
          <a:ln w="0">
            <a:noFill/>
            <a:prstDash val="solid"/>
          </a:ln>
        </p:spPr>
        <p:txBody>
          <a:bodyPr anchor="t"/>
          <a:lstStyle/>
          <a:p>
            <a:pPr algn="l">
              <a:defRPr sz="1125" b="1">
                <a:solidFill>
                  <a:srgbClr val="173F37"/>
                </a:solidFill>
              </a:defRPr>
            </a:pPr>
            <a:r>
              <a:rPr sz="1125" b="1">
                <a:solidFill>
                  <a:srgbClr val="173F37"/>
                </a:solidFill>
                <a:latin typeface="Poppins" panose="00000500000000000000" pitchFamily="2" charset="0"/>
                <a:cs typeface="Poppins" panose="00000500000000000000" pitchFamily="2" charset="0"/>
              </a:rPr>
              <a:t>3. Development</a:t>
            </a:r>
          </a:p>
        </p:txBody>
      </p:sp>
      <p:sp>
        <p:nvSpPr>
          <p:cNvPr id="44" name="Rectangle 43">
            <a:extLst>
              <a:ext uri="{FF2B5EF4-FFF2-40B4-BE49-F238E27FC236}">
                <a16:creationId xmlns:a16="http://schemas.microsoft.com/office/drawing/2014/main" id="{6A6EE10B-8365-443F-9368-BCB780F0721A}"/>
              </a:ext>
            </a:extLst>
          </p:cNvPr>
          <p:cNvSpPr>
            <a:spLocks noGrp="1"/>
          </p:cNvSpPr>
          <p:nvPr/>
        </p:nvSpPr>
        <p:spPr>
          <a:xfrm>
            <a:off x="2943225" y="2846832"/>
            <a:ext cx="5543550" cy="361950"/>
          </a:xfrm>
          <a:prstGeom prst="rect">
            <a:avLst/>
          </a:prstGeom>
          <a:solidFill>
            <a:srgbClr val="F4F8F7"/>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5" name="Rectangle 44">
            <a:extLst>
              <a:ext uri="{FF2B5EF4-FFF2-40B4-BE49-F238E27FC236}">
                <a16:creationId xmlns:a16="http://schemas.microsoft.com/office/drawing/2014/main" id="{CDC4F16B-23D4-4E40-A0D8-CC73FA5F3290}"/>
              </a:ext>
            </a:extLst>
          </p:cNvPr>
          <p:cNvSpPr>
            <a:spLocks noGrp="1"/>
          </p:cNvSpPr>
          <p:nvPr/>
        </p:nvSpPr>
        <p:spPr>
          <a:xfrm>
            <a:off x="8486775" y="2846832"/>
            <a:ext cx="1476375" cy="361950"/>
          </a:xfrm>
          <a:prstGeom prst="rect">
            <a:avLst/>
          </a:prstGeom>
          <a:solidFill>
            <a:srgbClr val="F4F8F7"/>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6" name="Rectangle 45">
            <a:extLst>
              <a:ext uri="{FF2B5EF4-FFF2-40B4-BE49-F238E27FC236}">
                <a16:creationId xmlns:a16="http://schemas.microsoft.com/office/drawing/2014/main" id="{3B9DA550-C74F-4CF8-9732-E5B6A55D5302}"/>
              </a:ext>
            </a:extLst>
          </p:cNvPr>
          <p:cNvSpPr>
            <a:spLocks noGrp="1"/>
          </p:cNvSpPr>
          <p:nvPr/>
        </p:nvSpPr>
        <p:spPr>
          <a:xfrm>
            <a:off x="9963150" y="2846832"/>
            <a:ext cx="1714500" cy="361950"/>
          </a:xfrm>
          <a:prstGeom prst="rect">
            <a:avLst/>
          </a:prstGeom>
          <a:solidFill>
            <a:srgbClr val="F4F8F7"/>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47" name="Rectangle 46">
            <a:extLst>
              <a:ext uri="{FF2B5EF4-FFF2-40B4-BE49-F238E27FC236}">
                <a16:creationId xmlns:a16="http://schemas.microsoft.com/office/drawing/2014/main" id="{23A9B0CF-DA72-4956-88D2-8798CCE01383}"/>
              </a:ext>
            </a:extLst>
          </p:cNvPr>
          <p:cNvSpPr>
            <a:spLocks noGrp="1"/>
          </p:cNvSpPr>
          <p:nvPr/>
        </p:nvSpPr>
        <p:spPr>
          <a:xfrm>
            <a:off x="3057525" y="2884932"/>
            <a:ext cx="5334000" cy="285750"/>
          </a:xfrm>
          <a:prstGeom prst="rect">
            <a:avLst/>
          </a:prstGeom>
          <a:noFill/>
          <a:ln w="0">
            <a:noFill/>
            <a:prstDash val="solid"/>
          </a:ln>
        </p:spPr>
        <p:txBody>
          <a:bodyPr anchor="ctr"/>
          <a:lstStyle/>
          <a:p>
            <a:pPr algn="l">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Automation Solution / Source File</a:t>
            </a:r>
          </a:p>
        </p:txBody>
      </p:sp>
      <p:sp>
        <p:nvSpPr>
          <p:cNvPr id="48" name="Rectangle 47">
            <a:extLst>
              <a:ext uri="{FF2B5EF4-FFF2-40B4-BE49-F238E27FC236}">
                <a16:creationId xmlns:a16="http://schemas.microsoft.com/office/drawing/2014/main" id="{0DE37230-1F34-4D11-BCD3-A22470A7C9C0}"/>
              </a:ext>
            </a:extLst>
          </p:cNvPr>
          <p:cNvSpPr>
            <a:spLocks noGrp="1"/>
          </p:cNvSpPr>
          <p:nvPr/>
        </p:nvSpPr>
        <p:spPr>
          <a:xfrm>
            <a:off x="8582025" y="2884932"/>
            <a:ext cx="1285875" cy="285750"/>
          </a:xfrm>
          <a:prstGeom prst="rect">
            <a:avLst/>
          </a:prstGeom>
          <a:noFill/>
          <a:ln w="0">
            <a:noFill/>
            <a:prstDash val="solid"/>
          </a:ln>
        </p:spPr>
        <p:txBody>
          <a:bodyPr anchor="ctr"/>
          <a:lstStyle/>
          <a:p>
            <a:pPr algn="ctr">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Solution File</a:t>
            </a:r>
          </a:p>
        </p:txBody>
      </p:sp>
      <p:sp>
        <p:nvSpPr>
          <p:cNvPr id="49" name="Rectangle 48">
            <a:extLst>
              <a:ext uri="{FF2B5EF4-FFF2-40B4-BE49-F238E27FC236}">
                <a16:creationId xmlns:a16="http://schemas.microsoft.com/office/drawing/2014/main" id="{31AF0038-2413-4DEA-97A2-3EBD2DAA26B5}"/>
              </a:ext>
            </a:extLst>
          </p:cNvPr>
          <p:cNvSpPr>
            <a:spLocks noGrp="1"/>
          </p:cNvSpPr>
          <p:nvPr/>
        </p:nvSpPr>
        <p:spPr>
          <a:xfrm>
            <a:off x="10058400" y="2884932"/>
            <a:ext cx="1524000" cy="285750"/>
          </a:xfrm>
          <a:prstGeom prst="rect">
            <a:avLst/>
          </a:prstGeom>
          <a:noFill/>
          <a:ln w="0">
            <a:noFill/>
            <a:prstDash val="solid"/>
          </a:ln>
        </p:spPr>
        <p:txBody>
          <a:bodyPr anchor="ctr"/>
          <a:lstStyle/>
          <a:p>
            <a:pPr algn="ctr">
              <a:defRPr sz="1050" b="0">
                <a:solidFill>
                  <a:srgbClr val="667B77"/>
                </a:solidFill>
              </a:defRPr>
            </a:pPr>
            <a:r>
              <a:rPr sz="1050" b="0">
                <a:solidFill>
                  <a:srgbClr val="667B77"/>
                </a:solidFill>
                <a:latin typeface="Poppins" panose="00000500000000000000" pitchFamily="2" charset="0"/>
                <a:cs typeface="Poppins" panose="00000500000000000000" pitchFamily="2" charset="0"/>
              </a:rPr>
              <a:t>Not required</a:t>
            </a:r>
          </a:p>
        </p:txBody>
      </p:sp>
      <p:sp>
        <p:nvSpPr>
          <p:cNvPr id="50" name="Rectangle 49">
            <a:extLst>
              <a:ext uri="{FF2B5EF4-FFF2-40B4-BE49-F238E27FC236}">
                <a16:creationId xmlns:a16="http://schemas.microsoft.com/office/drawing/2014/main" id="{9B7842F0-DA34-4DE3-9F63-88871044EECA}"/>
              </a:ext>
            </a:extLst>
          </p:cNvPr>
          <p:cNvSpPr>
            <a:spLocks noGrp="1"/>
          </p:cNvSpPr>
          <p:nvPr/>
        </p:nvSpPr>
        <p:spPr>
          <a:xfrm>
            <a:off x="2943225" y="3208782"/>
            <a:ext cx="5543550"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1" name="Rectangle 50">
            <a:extLst>
              <a:ext uri="{FF2B5EF4-FFF2-40B4-BE49-F238E27FC236}">
                <a16:creationId xmlns:a16="http://schemas.microsoft.com/office/drawing/2014/main" id="{8419FF58-1D36-44CB-8B75-CCA0E61FF3B1}"/>
              </a:ext>
            </a:extLst>
          </p:cNvPr>
          <p:cNvSpPr>
            <a:spLocks noGrp="1"/>
          </p:cNvSpPr>
          <p:nvPr/>
        </p:nvSpPr>
        <p:spPr>
          <a:xfrm>
            <a:off x="8486775" y="3208782"/>
            <a:ext cx="1476375"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2" name="Rectangle 51">
            <a:extLst>
              <a:ext uri="{FF2B5EF4-FFF2-40B4-BE49-F238E27FC236}">
                <a16:creationId xmlns:a16="http://schemas.microsoft.com/office/drawing/2014/main" id="{EF1A318D-647A-400E-9FCE-3F2939849A5C}"/>
              </a:ext>
            </a:extLst>
          </p:cNvPr>
          <p:cNvSpPr>
            <a:spLocks noGrp="1"/>
          </p:cNvSpPr>
          <p:nvPr/>
        </p:nvSpPr>
        <p:spPr>
          <a:xfrm>
            <a:off x="9963150" y="3208782"/>
            <a:ext cx="1714500"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3" name="Rectangle 52">
            <a:extLst>
              <a:ext uri="{FF2B5EF4-FFF2-40B4-BE49-F238E27FC236}">
                <a16:creationId xmlns:a16="http://schemas.microsoft.com/office/drawing/2014/main" id="{E2907E97-2981-4D80-BA65-D795A3BEE3FE}"/>
              </a:ext>
            </a:extLst>
          </p:cNvPr>
          <p:cNvSpPr>
            <a:spLocks noGrp="1"/>
          </p:cNvSpPr>
          <p:nvPr/>
        </p:nvSpPr>
        <p:spPr>
          <a:xfrm>
            <a:off x="3057525" y="3246882"/>
            <a:ext cx="5334000" cy="285750"/>
          </a:xfrm>
          <a:prstGeom prst="rect">
            <a:avLst/>
          </a:prstGeom>
          <a:noFill/>
          <a:ln w="0">
            <a:noFill/>
            <a:prstDash val="solid"/>
          </a:ln>
        </p:spPr>
        <p:txBody>
          <a:bodyPr anchor="ctr"/>
          <a:lstStyle/>
          <a:p>
            <a:pPr algn="l">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System Configuration, Data Dictionary, Data Structure &amp; Transformation</a:t>
            </a:r>
          </a:p>
        </p:txBody>
      </p:sp>
      <p:sp>
        <p:nvSpPr>
          <p:cNvPr id="54" name="Rectangle 53">
            <a:extLst>
              <a:ext uri="{FF2B5EF4-FFF2-40B4-BE49-F238E27FC236}">
                <a16:creationId xmlns:a16="http://schemas.microsoft.com/office/drawing/2014/main" id="{D52392FE-CCB0-4132-ABBD-A9A187BFC3F6}"/>
              </a:ext>
            </a:extLst>
          </p:cNvPr>
          <p:cNvSpPr>
            <a:spLocks noGrp="1"/>
          </p:cNvSpPr>
          <p:nvPr/>
        </p:nvSpPr>
        <p:spPr>
          <a:xfrm>
            <a:off x="8582025" y="3246882"/>
            <a:ext cx="1285875" cy="285750"/>
          </a:xfrm>
          <a:prstGeom prst="rect">
            <a:avLst/>
          </a:prstGeom>
          <a:noFill/>
          <a:ln w="0">
            <a:noFill/>
            <a:prstDash val="solid"/>
          </a:ln>
        </p:spPr>
        <p:txBody>
          <a:bodyPr anchor="ctr"/>
          <a:lstStyle/>
          <a:p>
            <a:pPr algn="ctr">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Excel</a:t>
            </a:r>
          </a:p>
        </p:txBody>
      </p:sp>
      <p:sp>
        <p:nvSpPr>
          <p:cNvPr id="55" name="Rectangle 54">
            <a:extLst>
              <a:ext uri="{FF2B5EF4-FFF2-40B4-BE49-F238E27FC236}">
                <a16:creationId xmlns:a16="http://schemas.microsoft.com/office/drawing/2014/main" id="{251F436D-729C-4605-8376-85B30A2D0DF6}"/>
              </a:ext>
            </a:extLst>
          </p:cNvPr>
          <p:cNvSpPr>
            <a:spLocks noGrp="1"/>
          </p:cNvSpPr>
          <p:nvPr/>
        </p:nvSpPr>
        <p:spPr>
          <a:xfrm>
            <a:off x="10058400" y="3246882"/>
            <a:ext cx="1524000" cy="285750"/>
          </a:xfrm>
          <a:prstGeom prst="rect">
            <a:avLst/>
          </a:prstGeom>
          <a:noFill/>
          <a:ln w="0">
            <a:noFill/>
            <a:prstDash val="solid"/>
          </a:ln>
        </p:spPr>
        <p:txBody>
          <a:bodyPr anchor="ctr"/>
          <a:lstStyle/>
          <a:p>
            <a:pPr algn="ctr">
              <a:defRPr sz="1050" b="0">
                <a:solidFill>
                  <a:srgbClr val="667B77"/>
                </a:solidFill>
              </a:defRPr>
            </a:pPr>
            <a:r>
              <a:rPr sz="1050" b="0">
                <a:solidFill>
                  <a:srgbClr val="667B77"/>
                </a:solidFill>
                <a:latin typeface="Poppins" panose="00000500000000000000" pitchFamily="2" charset="0"/>
                <a:cs typeface="Poppins" panose="00000500000000000000" pitchFamily="2" charset="0"/>
              </a:rPr>
              <a:t>Not required</a:t>
            </a:r>
          </a:p>
        </p:txBody>
      </p:sp>
      <p:sp>
        <p:nvSpPr>
          <p:cNvPr id="56" name="Rectangle 55">
            <a:extLst>
              <a:ext uri="{FF2B5EF4-FFF2-40B4-BE49-F238E27FC236}">
                <a16:creationId xmlns:a16="http://schemas.microsoft.com/office/drawing/2014/main" id="{A20F0AE3-FD83-40AD-98BD-EA878FD400B8}"/>
              </a:ext>
            </a:extLst>
          </p:cNvPr>
          <p:cNvSpPr>
            <a:spLocks noGrp="1"/>
          </p:cNvSpPr>
          <p:nvPr/>
        </p:nvSpPr>
        <p:spPr>
          <a:xfrm>
            <a:off x="514350" y="3570732"/>
            <a:ext cx="2428875" cy="361950"/>
          </a:xfrm>
          <a:prstGeom prst="rect">
            <a:avLst/>
          </a:prstGeom>
          <a:solidFill>
            <a:srgbClr val="E8F5F0"/>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7" name="Rectangle 56">
            <a:extLst>
              <a:ext uri="{FF2B5EF4-FFF2-40B4-BE49-F238E27FC236}">
                <a16:creationId xmlns:a16="http://schemas.microsoft.com/office/drawing/2014/main" id="{7D317B93-192E-48C8-AEA8-68FA474EACB5}"/>
              </a:ext>
            </a:extLst>
          </p:cNvPr>
          <p:cNvSpPr>
            <a:spLocks noGrp="1"/>
          </p:cNvSpPr>
          <p:nvPr/>
        </p:nvSpPr>
        <p:spPr>
          <a:xfrm>
            <a:off x="647700" y="3627882"/>
            <a:ext cx="2200275" cy="247650"/>
          </a:xfrm>
          <a:prstGeom prst="rect">
            <a:avLst/>
          </a:prstGeom>
          <a:noFill/>
          <a:ln w="0">
            <a:noFill/>
            <a:prstDash val="solid"/>
          </a:ln>
        </p:spPr>
        <p:txBody>
          <a:bodyPr anchor="t"/>
          <a:lstStyle/>
          <a:p>
            <a:pPr algn="l">
              <a:defRPr sz="1125" b="1">
                <a:solidFill>
                  <a:srgbClr val="173F37"/>
                </a:solidFill>
              </a:defRPr>
            </a:pPr>
            <a:r>
              <a:rPr sz="1125" b="1">
                <a:solidFill>
                  <a:srgbClr val="173F37"/>
                </a:solidFill>
                <a:latin typeface="Poppins" panose="00000500000000000000" pitchFamily="2" charset="0"/>
                <a:cs typeface="Poppins" panose="00000500000000000000" pitchFamily="2" charset="0"/>
              </a:rPr>
              <a:t>4. Testing</a:t>
            </a:r>
          </a:p>
        </p:txBody>
      </p:sp>
      <p:sp>
        <p:nvSpPr>
          <p:cNvPr id="58" name="Rectangle 57">
            <a:extLst>
              <a:ext uri="{FF2B5EF4-FFF2-40B4-BE49-F238E27FC236}">
                <a16:creationId xmlns:a16="http://schemas.microsoft.com/office/drawing/2014/main" id="{10D8DA7C-42D7-417F-B49C-DA58905F0BC2}"/>
              </a:ext>
            </a:extLst>
          </p:cNvPr>
          <p:cNvSpPr>
            <a:spLocks noGrp="1"/>
          </p:cNvSpPr>
          <p:nvPr/>
        </p:nvSpPr>
        <p:spPr>
          <a:xfrm>
            <a:off x="2943225" y="3570732"/>
            <a:ext cx="5543550" cy="361950"/>
          </a:xfrm>
          <a:prstGeom prst="rect">
            <a:avLst/>
          </a:prstGeom>
          <a:solidFill>
            <a:srgbClr val="F4F8F7"/>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59" name="Rectangle 58">
            <a:extLst>
              <a:ext uri="{FF2B5EF4-FFF2-40B4-BE49-F238E27FC236}">
                <a16:creationId xmlns:a16="http://schemas.microsoft.com/office/drawing/2014/main" id="{BE9E8817-8E17-4C09-80E1-03033B3D12A5}"/>
              </a:ext>
            </a:extLst>
          </p:cNvPr>
          <p:cNvSpPr>
            <a:spLocks noGrp="1"/>
          </p:cNvSpPr>
          <p:nvPr/>
        </p:nvSpPr>
        <p:spPr>
          <a:xfrm>
            <a:off x="8486775" y="3570732"/>
            <a:ext cx="1476375" cy="361950"/>
          </a:xfrm>
          <a:prstGeom prst="rect">
            <a:avLst/>
          </a:prstGeom>
          <a:solidFill>
            <a:srgbClr val="F4F8F7"/>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0" name="Rectangle 59">
            <a:extLst>
              <a:ext uri="{FF2B5EF4-FFF2-40B4-BE49-F238E27FC236}">
                <a16:creationId xmlns:a16="http://schemas.microsoft.com/office/drawing/2014/main" id="{245AB580-8ABC-4039-A864-316E603600DF}"/>
              </a:ext>
            </a:extLst>
          </p:cNvPr>
          <p:cNvSpPr>
            <a:spLocks noGrp="1"/>
          </p:cNvSpPr>
          <p:nvPr/>
        </p:nvSpPr>
        <p:spPr>
          <a:xfrm>
            <a:off x="9963150" y="3570732"/>
            <a:ext cx="1714500" cy="361950"/>
          </a:xfrm>
          <a:prstGeom prst="rect">
            <a:avLst/>
          </a:prstGeom>
          <a:solidFill>
            <a:srgbClr val="FFF3E1"/>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1" name="Rectangle 60">
            <a:extLst>
              <a:ext uri="{FF2B5EF4-FFF2-40B4-BE49-F238E27FC236}">
                <a16:creationId xmlns:a16="http://schemas.microsoft.com/office/drawing/2014/main" id="{A40E37CD-837E-4D0C-A247-47F062648D38}"/>
              </a:ext>
            </a:extLst>
          </p:cNvPr>
          <p:cNvSpPr>
            <a:spLocks noGrp="1"/>
          </p:cNvSpPr>
          <p:nvPr/>
        </p:nvSpPr>
        <p:spPr>
          <a:xfrm>
            <a:off x="3057525" y="3608832"/>
            <a:ext cx="5334000" cy="285750"/>
          </a:xfrm>
          <a:prstGeom prst="rect">
            <a:avLst/>
          </a:prstGeom>
          <a:noFill/>
          <a:ln w="0">
            <a:noFill/>
            <a:prstDash val="solid"/>
          </a:ln>
        </p:spPr>
        <p:txBody>
          <a:bodyPr anchor="ctr"/>
          <a:lstStyle/>
          <a:p>
            <a:pPr algn="l">
              <a:defRPr sz="1050" b="1">
                <a:solidFill>
                  <a:srgbClr val="193B36"/>
                </a:solidFill>
              </a:defRPr>
            </a:pPr>
            <a:r>
              <a:rPr sz="1050" b="1">
                <a:solidFill>
                  <a:srgbClr val="193B36"/>
                </a:solidFill>
                <a:latin typeface="Poppins" panose="00000500000000000000" pitchFamily="2" charset="0"/>
                <a:cs typeface="Poppins" panose="00000500000000000000" pitchFamily="2" charset="0"/>
              </a:rPr>
              <a:t>UAT Scenario, Test Evidence &amp; UAT Result</a:t>
            </a:r>
          </a:p>
        </p:txBody>
      </p:sp>
      <p:sp>
        <p:nvSpPr>
          <p:cNvPr id="62" name="Rectangle 61">
            <a:extLst>
              <a:ext uri="{FF2B5EF4-FFF2-40B4-BE49-F238E27FC236}">
                <a16:creationId xmlns:a16="http://schemas.microsoft.com/office/drawing/2014/main" id="{411F4E8E-E6B5-4D29-811F-19E88E3B1D64}"/>
              </a:ext>
            </a:extLst>
          </p:cNvPr>
          <p:cNvSpPr>
            <a:spLocks noGrp="1"/>
          </p:cNvSpPr>
          <p:nvPr/>
        </p:nvSpPr>
        <p:spPr>
          <a:xfrm>
            <a:off x="8582025" y="3608832"/>
            <a:ext cx="1285875" cy="285750"/>
          </a:xfrm>
          <a:prstGeom prst="rect">
            <a:avLst/>
          </a:prstGeom>
          <a:noFill/>
          <a:ln w="0">
            <a:noFill/>
            <a:prstDash val="solid"/>
          </a:ln>
        </p:spPr>
        <p:txBody>
          <a:bodyPr anchor="ctr"/>
          <a:lstStyle/>
          <a:p>
            <a:pPr algn="ctr">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Excel</a:t>
            </a:r>
          </a:p>
        </p:txBody>
      </p:sp>
      <p:sp>
        <p:nvSpPr>
          <p:cNvPr id="63" name="Oval 62">
            <a:extLst>
              <a:ext uri="{FF2B5EF4-FFF2-40B4-BE49-F238E27FC236}">
                <a16:creationId xmlns:a16="http://schemas.microsoft.com/office/drawing/2014/main" id="{214190C2-A80D-4AAB-8023-D4A71B790B39}"/>
              </a:ext>
            </a:extLst>
          </p:cNvPr>
          <p:cNvSpPr>
            <a:spLocks noGrp="1"/>
          </p:cNvSpPr>
          <p:nvPr/>
        </p:nvSpPr>
        <p:spPr>
          <a:xfrm>
            <a:off x="10439400" y="3637407"/>
            <a:ext cx="228600" cy="228600"/>
          </a:xfrm>
          <a:prstGeom prst="ellipse">
            <a:avLst/>
          </a:prstGeom>
          <a:solidFill>
            <a:srgbClr val="008F62"/>
          </a:solidFill>
          <a:ln w="0">
            <a:noFill/>
            <a:prstDash val="solid"/>
          </a:ln>
        </p:spPr>
        <p:txBody>
          <a:bodyPr/>
          <a:lstStyle/>
          <a:p>
            <a:endParaRPr lang="en-US">
              <a:latin typeface="Poppins" panose="00000500000000000000" pitchFamily="2" charset="0"/>
              <a:cs typeface="Poppins" panose="00000500000000000000" pitchFamily="2" charset="0"/>
            </a:endParaRPr>
          </a:p>
        </p:txBody>
      </p:sp>
      <p:sp>
        <p:nvSpPr>
          <p:cNvPr id="64" name="Rectangle 63">
            <a:extLst>
              <a:ext uri="{FF2B5EF4-FFF2-40B4-BE49-F238E27FC236}">
                <a16:creationId xmlns:a16="http://schemas.microsoft.com/office/drawing/2014/main" id="{C59A9052-5D20-4DC1-AF28-D5AEAEF2E305}"/>
              </a:ext>
            </a:extLst>
          </p:cNvPr>
          <p:cNvSpPr>
            <a:spLocks noGrp="1"/>
          </p:cNvSpPr>
          <p:nvPr/>
        </p:nvSpPr>
        <p:spPr>
          <a:xfrm>
            <a:off x="10439400" y="3646932"/>
            <a:ext cx="228600" cy="1905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Poppins" panose="00000500000000000000" pitchFamily="2" charset="0"/>
                <a:cs typeface="Poppins" panose="00000500000000000000" pitchFamily="2" charset="0"/>
              </a:rPr>
              <a:t>✓</a:t>
            </a:r>
          </a:p>
        </p:txBody>
      </p:sp>
      <p:sp>
        <p:nvSpPr>
          <p:cNvPr id="65" name="Rectangle 64">
            <a:extLst>
              <a:ext uri="{FF2B5EF4-FFF2-40B4-BE49-F238E27FC236}">
                <a16:creationId xmlns:a16="http://schemas.microsoft.com/office/drawing/2014/main" id="{CF65467C-7239-43B2-962E-BDF05629FB49}"/>
              </a:ext>
            </a:extLst>
          </p:cNvPr>
          <p:cNvSpPr>
            <a:spLocks noGrp="1"/>
          </p:cNvSpPr>
          <p:nvPr/>
        </p:nvSpPr>
        <p:spPr>
          <a:xfrm>
            <a:off x="10706100" y="3608832"/>
            <a:ext cx="838200" cy="285750"/>
          </a:xfrm>
          <a:prstGeom prst="rect">
            <a:avLst/>
          </a:prstGeom>
          <a:noFill/>
          <a:ln w="0">
            <a:noFill/>
            <a:prstDash val="solid"/>
          </a:ln>
        </p:spPr>
        <p:txBody>
          <a:bodyPr anchor="ctr"/>
          <a:lstStyle/>
          <a:p>
            <a:pPr algn="l">
              <a:defRPr sz="1050" b="1">
                <a:solidFill>
                  <a:srgbClr val="008F62"/>
                </a:solidFill>
              </a:defRPr>
            </a:pPr>
            <a:r>
              <a:rPr sz="1050" b="1">
                <a:solidFill>
                  <a:srgbClr val="008F62"/>
                </a:solidFill>
                <a:latin typeface="Poppins" panose="00000500000000000000" pitchFamily="2" charset="0"/>
                <a:cs typeface="Poppins" panose="00000500000000000000" pitchFamily="2" charset="0"/>
              </a:rPr>
              <a:t>Required</a:t>
            </a:r>
          </a:p>
        </p:txBody>
      </p:sp>
      <p:sp>
        <p:nvSpPr>
          <p:cNvPr id="66" name="Rectangle 65">
            <a:extLst>
              <a:ext uri="{FF2B5EF4-FFF2-40B4-BE49-F238E27FC236}">
                <a16:creationId xmlns:a16="http://schemas.microsoft.com/office/drawing/2014/main" id="{AAC9A93F-37F8-4828-8933-0BDD3DF57A69}"/>
              </a:ext>
            </a:extLst>
          </p:cNvPr>
          <p:cNvSpPr>
            <a:spLocks noGrp="1"/>
          </p:cNvSpPr>
          <p:nvPr/>
        </p:nvSpPr>
        <p:spPr>
          <a:xfrm>
            <a:off x="514350" y="3932682"/>
            <a:ext cx="2428875" cy="723900"/>
          </a:xfrm>
          <a:prstGeom prst="rect">
            <a:avLst/>
          </a:prstGeom>
          <a:solidFill>
            <a:srgbClr val="E8F5F0"/>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7" name="Rectangle 66">
            <a:extLst>
              <a:ext uri="{FF2B5EF4-FFF2-40B4-BE49-F238E27FC236}">
                <a16:creationId xmlns:a16="http://schemas.microsoft.com/office/drawing/2014/main" id="{3A0B9DAC-3C4E-4D07-B4DB-5E16A6E1A559}"/>
              </a:ext>
            </a:extLst>
          </p:cNvPr>
          <p:cNvSpPr>
            <a:spLocks noGrp="1"/>
          </p:cNvSpPr>
          <p:nvPr/>
        </p:nvSpPr>
        <p:spPr>
          <a:xfrm>
            <a:off x="647700" y="3989832"/>
            <a:ext cx="2200275" cy="457200"/>
          </a:xfrm>
          <a:prstGeom prst="rect">
            <a:avLst/>
          </a:prstGeom>
          <a:noFill/>
          <a:ln w="0">
            <a:noFill/>
            <a:prstDash val="solid"/>
          </a:ln>
        </p:spPr>
        <p:txBody>
          <a:bodyPr anchor="t"/>
          <a:lstStyle/>
          <a:p>
            <a:pPr algn="l">
              <a:defRPr sz="1125" b="1">
                <a:solidFill>
                  <a:srgbClr val="173F37"/>
                </a:solidFill>
              </a:defRPr>
            </a:pPr>
            <a:r>
              <a:rPr sz="1125" b="1">
                <a:solidFill>
                  <a:srgbClr val="173F37"/>
                </a:solidFill>
                <a:latin typeface="Poppins" panose="00000500000000000000" pitchFamily="2" charset="0"/>
                <a:cs typeface="Poppins" panose="00000500000000000000" pitchFamily="2" charset="0"/>
              </a:rPr>
              <a:t>5. Production Cutover &amp; Warranty</a:t>
            </a:r>
          </a:p>
        </p:txBody>
      </p:sp>
      <p:sp>
        <p:nvSpPr>
          <p:cNvPr id="68" name="Rectangle 67">
            <a:extLst>
              <a:ext uri="{FF2B5EF4-FFF2-40B4-BE49-F238E27FC236}">
                <a16:creationId xmlns:a16="http://schemas.microsoft.com/office/drawing/2014/main" id="{82FF9036-9F0B-4C8B-BA49-CFE02F639535}"/>
              </a:ext>
            </a:extLst>
          </p:cNvPr>
          <p:cNvSpPr>
            <a:spLocks noGrp="1"/>
          </p:cNvSpPr>
          <p:nvPr/>
        </p:nvSpPr>
        <p:spPr>
          <a:xfrm>
            <a:off x="2943225" y="3932682"/>
            <a:ext cx="5543550"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69" name="Rectangle 68">
            <a:extLst>
              <a:ext uri="{FF2B5EF4-FFF2-40B4-BE49-F238E27FC236}">
                <a16:creationId xmlns:a16="http://schemas.microsoft.com/office/drawing/2014/main" id="{4F303823-0822-41F0-AA65-6E59EB808ADA}"/>
              </a:ext>
            </a:extLst>
          </p:cNvPr>
          <p:cNvSpPr>
            <a:spLocks noGrp="1"/>
          </p:cNvSpPr>
          <p:nvPr/>
        </p:nvSpPr>
        <p:spPr>
          <a:xfrm>
            <a:off x="8486775" y="3932682"/>
            <a:ext cx="1476375"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70" name="Rectangle 69">
            <a:extLst>
              <a:ext uri="{FF2B5EF4-FFF2-40B4-BE49-F238E27FC236}">
                <a16:creationId xmlns:a16="http://schemas.microsoft.com/office/drawing/2014/main" id="{B1C1DD89-2BDC-4378-A346-93BA9C6399FD}"/>
              </a:ext>
            </a:extLst>
          </p:cNvPr>
          <p:cNvSpPr>
            <a:spLocks noGrp="1"/>
          </p:cNvSpPr>
          <p:nvPr/>
        </p:nvSpPr>
        <p:spPr>
          <a:xfrm>
            <a:off x="9963150" y="3932682"/>
            <a:ext cx="1714500"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71" name="Rectangle 70">
            <a:extLst>
              <a:ext uri="{FF2B5EF4-FFF2-40B4-BE49-F238E27FC236}">
                <a16:creationId xmlns:a16="http://schemas.microsoft.com/office/drawing/2014/main" id="{C1DC14A9-6D52-4510-96E4-3A368C9979F7}"/>
              </a:ext>
            </a:extLst>
          </p:cNvPr>
          <p:cNvSpPr>
            <a:spLocks noGrp="1"/>
          </p:cNvSpPr>
          <p:nvPr/>
        </p:nvSpPr>
        <p:spPr>
          <a:xfrm>
            <a:off x="3057525" y="3970782"/>
            <a:ext cx="5334000" cy="285750"/>
          </a:xfrm>
          <a:prstGeom prst="rect">
            <a:avLst/>
          </a:prstGeom>
          <a:noFill/>
          <a:ln w="0">
            <a:noFill/>
            <a:prstDash val="solid"/>
          </a:ln>
        </p:spPr>
        <p:txBody>
          <a:bodyPr anchor="ctr"/>
          <a:lstStyle/>
          <a:p>
            <a:pPr algn="l">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User Operation Manual – User &amp; Administrator</a:t>
            </a:r>
          </a:p>
        </p:txBody>
      </p:sp>
      <p:sp>
        <p:nvSpPr>
          <p:cNvPr id="72" name="Rectangle 71">
            <a:extLst>
              <a:ext uri="{FF2B5EF4-FFF2-40B4-BE49-F238E27FC236}">
                <a16:creationId xmlns:a16="http://schemas.microsoft.com/office/drawing/2014/main" id="{A7E39DFA-8A65-40DF-986C-1350432D05BF}"/>
              </a:ext>
            </a:extLst>
          </p:cNvPr>
          <p:cNvSpPr>
            <a:spLocks noGrp="1"/>
          </p:cNvSpPr>
          <p:nvPr/>
        </p:nvSpPr>
        <p:spPr>
          <a:xfrm>
            <a:off x="8582025" y="3970782"/>
            <a:ext cx="1285875" cy="285750"/>
          </a:xfrm>
          <a:prstGeom prst="rect">
            <a:avLst/>
          </a:prstGeom>
          <a:noFill/>
          <a:ln w="0">
            <a:noFill/>
            <a:prstDash val="solid"/>
          </a:ln>
        </p:spPr>
        <p:txBody>
          <a:bodyPr anchor="ctr"/>
          <a:lstStyle/>
          <a:p>
            <a:pPr algn="ctr">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Word</a:t>
            </a:r>
          </a:p>
        </p:txBody>
      </p:sp>
      <p:sp>
        <p:nvSpPr>
          <p:cNvPr id="73" name="Rectangle 72">
            <a:extLst>
              <a:ext uri="{FF2B5EF4-FFF2-40B4-BE49-F238E27FC236}">
                <a16:creationId xmlns:a16="http://schemas.microsoft.com/office/drawing/2014/main" id="{402C2FEE-AC51-42D3-8B85-4AF26647069D}"/>
              </a:ext>
            </a:extLst>
          </p:cNvPr>
          <p:cNvSpPr>
            <a:spLocks noGrp="1"/>
          </p:cNvSpPr>
          <p:nvPr/>
        </p:nvSpPr>
        <p:spPr>
          <a:xfrm>
            <a:off x="10058400" y="3970782"/>
            <a:ext cx="1524000" cy="285750"/>
          </a:xfrm>
          <a:prstGeom prst="rect">
            <a:avLst/>
          </a:prstGeom>
          <a:noFill/>
          <a:ln w="0">
            <a:noFill/>
            <a:prstDash val="solid"/>
          </a:ln>
        </p:spPr>
        <p:txBody>
          <a:bodyPr anchor="ctr"/>
          <a:lstStyle/>
          <a:p>
            <a:pPr algn="ctr">
              <a:defRPr sz="1050" b="0">
                <a:solidFill>
                  <a:srgbClr val="667B77"/>
                </a:solidFill>
              </a:defRPr>
            </a:pPr>
            <a:r>
              <a:rPr sz="1050" b="0">
                <a:solidFill>
                  <a:srgbClr val="667B77"/>
                </a:solidFill>
                <a:latin typeface="Poppins" panose="00000500000000000000" pitchFamily="2" charset="0"/>
                <a:cs typeface="Poppins" panose="00000500000000000000" pitchFamily="2" charset="0"/>
              </a:rPr>
              <a:t>Not required</a:t>
            </a:r>
          </a:p>
        </p:txBody>
      </p:sp>
      <p:sp>
        <p:nvSpPr>
          <p:cNvPr id="74" name="Rectangle 73">
            <a:extLst>
              <a:ext uri="{FF2B5EF4-FFF2-40B4-BE49-F238E27FC236}">
                <a16:creationId xmlns:a16="http://schemas.microsoft.com/office/drawing/2014/main" id="{BE781503-1F04-4685-99AD-EE30FD82E065}"/>
              </a:ext>
            </a:extLst>
          </p:cNvPr>
          <p:cNvSpPr>
            <a:spLocks noGrp="1"/>
          </p:cNvSpPr>
          <p:nvPr/>
        </p:nvSpPr>
        <p:spPr>
          <a:xfrm>
            <a:off x="2943225" y="4294632"/>
            <a:ext cx="5543550" cy="361950"/>
          </a:xfrm>
          <a:prstGeom prst="rect">
            <a:avLst/>
          </a:prstGeom>
          <a:solidFill>
            <a:srgbClr val="F4F8F7"/>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75" name="Rectangle 74">
            <a:extLst>
              <a:ext uri="{FF2B5EF4-FFF2-40B4-BE49-F238E27FC236}">
                <a16:creationId xmlns:a16="http://schemas.microsoft.com/office/drawing/2014/main" id="{2366436B-4D2E-4E00-9A62-3CAC5663AB0F}"/>
              </a:ext>
            </a:extLst>
          </p:cNvPr>
          <p:cNvSpPr>
            <a:spLocks noGrp="1"/>
          </p:cNvSpPr>
          <p:nvPr/>
        </p:nvSpPr>
        <p:spPr>
          <a:xfrm>
            <a:off x="8486775" y="4294632"/>
            <a:ext cx="1476375" cy="361950"/>
          </a:xfrm>
          <a:prstGeom prst="rect">
            <a:avLst/>
          </a:prstGeom>
          <a:solidFill>
            <a:srgbClr val="F4F8F7"/>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76" name="Rectangle 75">
            <a:extLst>
              <a:ext uri="{FF2B5EF4-FFF2-40B4-BE49-F238E27FC236}">
                <a16:creationId xmlns:a16="http://schemas.microsoft.com/office/drawing/2014/main" id="{C4750AB4-D749-4A82-888F-F87BCEA78B5B}"/>
              </a:ext>
            </a:extLst>
          </p:cNvPr>
          <p:cNvSpPr>
            <a:spLocks noGrp="1"/>
          </p:cNvSpPr>
          <p:nvPr/>
        </p:nvSpPr>
        <p:spPr>
          <a:xfrm>
            <a:off x="9963150" y="4294632"/>
            <a:ext cx="1714500" cy="361950"/>
          </a:xfrm>
          <a:prstGeom prst="rect">
            <a:avLst/>
          </a:prstGeom>
          <a:solidFill>
            <a:srgbClr val="F4F8F7"/>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77" name="Rectangle 76">
            <a:extLst>
              <a:ext uri="{FF2B5EF4-FFF2-40B4-BE49-F238E27FC236}">
                <a16:creationId xmlns:a16="http://schemas.microsoft.com/office/drawing/2014/main" id="{1390A93C-CC3B-4796-8ED8-D7338B23F495}"/>
              </a:ext>
            </a:extLst>
          </p:cNvPr>
          <p:cNvSpPr>
            <a:spLocks noGrp="1"/>
          </p:cNvSpPr>
          <p:nvPr/>
        </p:nvSpPr>
        <p:spPr>
          <a:xfrm>
            <a:off x="3057525" y="4332732"/>
            <a:ext cx="5334000" cy="285750"/>
          </a:xfrm>
          <a:prstGeom prst="rect">
            <a:avLst/>
          </a:prstGeom>
          <a:noFill/>
          <a:ln w="0">
            <a:noFill/>
            <a:prstDash val="solid"/>
          </a:ln>
        </p:spPr>
        <p:txBody>
          <a:bodyPr anchor="ctr"/>
          <a:lstStyle/>
          <a:p>
            <a:pPr algn="l">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User Training Material &amp; Knowledge Transfer Plan</a:t>
            </a:r>
          </a:p>
        </p:txBody>
      </p:sp>
      <p:sp>
        <p:nvSpPr>
          <p:cNvPr id="78" name="Rectangle 77">
            <a:extLst>
              <a:ext uri="{FF2B5EF4-FFF2-40B4-BE49-F238E27FC236}">
                <a16:creationId xmlns:a16="http://schemas.microsoft.com/office/drawing/2014/main" id="{85B66A08-AD20-46F9-9F52-C97C42070B8F}"/>
              </a:ext>
            </a:extLst>
          </p:cNvPr>
          <p:cNvSpPr>
            <a:spLocks noGrp="1"/>
          </p:cNvSpPr>
          <p:nvPr/>
        </p:nvSpPr>
        <p:spPr>
          <a:xfrm>
            <a:off x="8582025" y="4332732"/>
            <a:ext cx="1285875" cy="285750"/>
          </a:xfrm>
          <a:prstGeom prst="rect">
            <a:avLst/>
          </a:prstGeom>
          <a:noFill/>
          <a:ln w="0">
            <a:noFill/>
            <a:prstDash val="solid"/>
          </a:ln>
        </p:spPr>
        <p:txBody>
          <a:bodyPr anchor="ctr"/>
          <a:lstStyle/>
          <a:p>
            <a:pPr algn="ctr">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Excel</a:t>
            </a:r>
          </a:p>
        </p:txBody>
      </p:sp>
      <p:sp>
        <p:nvSpPr>
          <p:cNvPr id="79" name="Rectangle 78">
            <a:extLst>
              <a:ext uri="{FF2B5EF4-FFF2-40B4-BE49-F238E27FC236}">
                <a16:creationId xmlns:a16="http://schemas.microsoft.com/office/drawing/2014/main" id="{7BC7CD36-9B69-48BA-8394-22CB530B8371}"/>
              </a:ext>
            </a:extLst>
          </p:cNvPr>
          <p:cNvSpPr>
            <a:spLocks noGrp="1"/>
          </p:cNvSpPr>
          <p:nvPr/>
        </p:nvSpPr>
        <p:spPr>
          <a:xfrm>
            <a:off x="10058400" y="4332732"/>
            <a:ext cx="1524000" cy="285750"/>
          </a:xfrm>
          <a:prstGeom prst="rect">
            <a:avLst/>
          </a:prstGeom>
          <a:noFill/>
          <a:ln w="0">
            <a:noFill/>
            <a:prstDash val="solid"/>
          </a:ln>
        </p:spPr>
        <p:txBody>
          <a:bodyPr anchor="ctr"/>
          <a:lstStyle/>
          <a:p>
            <a:pPr algn="ctr">
              <a:defRPr sz="1050" b="0">
                <a:solidFill>
                  <a:srgbClr val="667B77"/>
                </a:solidFill>
              </a:defRPr>
            </a:pPr>
            <a:r>
              <a:rPr sz="1050" b="0">
                <a:solidFill>
                  <a:srgbClr val="667B77"/>
                </a:solidFill>
                <a:latin typeface="Poppins" panose="00000500000000000000" pitchFamily="2" charset="0"/>
                <a:cs typeface="Poppins" panose="00000500000000000000" pitchFamily="2" charset="0"/>
              </a:rPr>
              <a:t>Not required</a:t>
            </a:r>
          </a:p>
        </p:txBody>
      </p:sp>
      <p:sp>
        <p:nvSpPr>
          <p:cNvPr id="80" name="Rectangle 79">
            <a:extLst>
              <a:ext uri="{FF2B5EF4-FFF2-40B4-BE49-F238E27FC236}">
                <a16:creationId xmlns:a16="http://schemas.microsoft.com/office/drawing/2014/main" id="{A6D55C15-AFA6-414B-8847-6F1B1309D0A5}"/>
              </a:ext>
            </a:extLst>
          </p:cNvPr>
          <p:cNvSpPr>
            <a:spLocks noGrp="1"/>
          </p:cNvSpPr>
          <p:nvPr/>
        </p:nvSpPr>
        <p:spPr>
          <a:xfrm>
            <a:off x="514350" y="4656582"/>
            <a:ext cx="2428875" cy="1085850"/>
          </a:xfrm>
          <a:prstGeom prst="rect">
            <a:avLst/>
          </a:prstGeom>
          <a:solidFill>
            <a:srgbClr val="E8F5F0"/>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1" name="Rectangle 80">
            <a:extLst>
              <a:ext uri="{FF2B5EF4-FFF2-40B4-BE49-F238E27FC236}">
                <a16:creationId xmlns:a16="http://schemas.microsoft.com/office/drawing/2014/main" id="{AE107444-0081-4BEB-B8A1-61CEA10B0BB4}"/>
              </a:ext>
            </a:extLst>
          </p:cNvPr>
          <p:cNvSpPr>
            <a:spLocks noGrp="1"/>
          </p:cNvSpPr>
          <p:nvPr/>
        </p:nvSpPr>
        <p:spPr>
          <a:xfrm>
            <a:off x="647700" y="4713732"/>
            <a:ext cx="2200275" cy="457200"/>
          </a:xfrm>
          <a:prstGeom prst="rect">
            <a:avLst/>
          </a:prstGeom>
          <a:noFill/>
          <a:ln w="0">
            <a:noFill/>
            <a:prstDash val="solid"/>
          </a:ln>
        </p:spPr>
        <p:txBody>
          <a:bodyPr anchor="t"/>
          <a:lstStyle/>
          <a:p>
            <a:pPr algn="l">
              <a:defRPr sz="1125" b="1">
                <a:solidFill>
                  <a:srgbClr val="173F37"/>
                </a:solidFill>
              </a:defRPr>
            </a:pPr>
            <a:r>
              <a:rPr sz="1125" b="1">
                <a:solidFill>
                  <a:srgbClr val="173F37"/>
                </a:solidFill>
                <a:latin typeface="Poppins" panose="00000500000000000000" pitchFamily="2" charset="0"/>
                <a:cs typeface="Poppins" panose="00000500000000000000" pitchFamily="2" charset="0"/>
              </a:rPr>
              <a:t>6. Project Management</a:t>
            </a:r>
          </a:p>
        </p:txBody>
      </p:sp>
      <p:sp>
        <p:nvSpPr>
          <p:cNvPr id="82" name="Rectangle 81">
            <a:extLst>
              <a:ext uri="{FF2B5EF4-FFF2-40B4-BE49-F238E27FC236}">
                <a16:creationId xmlns:a16="http://schemas.microsoft.com/office/drawing/2014/main" id="{68CD6B52-DA5E-4F2C-8974-C155169C7708}"/>
              </a:ext>
            </a:extLst>
          </p:cNvPr>
          <p:cNvSpPr>
            <a:spLocks noGrp="1"/>
          </p:cNvSpPr>
          <p:nvPr/>
        </p:nvSpPr>
        <p:spPr>
          <a:xfrm>
            <a:off x="2943225" y="4656582"/>
            <a:ext cx="5543550"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3" name="Rectangle 82">
            <a:extLst>
              <a:ext uri="{FF2B5EF4-FFF2-40B4-BE49-F238E27FC236}">
                <a16:creationId xmlns:a16="http://schemas.microsoft.com/office/drawing/2014/main" id="{F0F8E3BB-F4D6-4D41-8B3C-A9073AF13ACC}"/>
              </a:ext>
            </a:extLst>
          </p:cNvPr>
          <p:cNvSpPr>
            <a:spLocks noGrp="1"/>
          </p:cNvSpPr>
          <p:nvPr/>
        </p:nvSpPr>
        <p:spPr>
          <a:xfrm>
            <a:off x="8486775" y="4656582"/>
            <a:ext cx="1476375"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4" name="Rectangle 83">
            <a:extLst>
              <a:ext uri="{FF2B5EF4-FFF2-40B4-BE49-F238E27FC236}">
                <a16:creationId xmlns:a16="http://schemas.microsoft.com/office/drawing/2014/main" id="{0BB17752-C919-4C30-AAC8-A15D75B6555D}"/>
              </a:ext>
            </a:extLst>
          </p:cNvPr>
          <p:cNvSpPr>
            <a:spLocks noGrp="1"/>
          </p:cNvSpPr>
          <p:nvPr/>
        </p:nvSpPr>
        <p:spPr>
          <a:xfrm>
            <a:off x="9963150" y="4656582"/>
            <a:ext cx="1714500"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5" name="Rectangle 84">
            <a:extLst>
              <a:ext uri="{FF2B5EF4-FFF2-40B4-BE49-F238E27FC236}">
                <a16:creationId xmlns:a16="http://schemas.microsoft.com/office/drawing/2014/main" id="{11ABFDB4-0EEB-4F9C-B93E-23F09C1D8ADE}"/>
              </a:ext>
            </a:extLst>
          </p:cNvPr>
          <p:cNvSpPr>
            <a:spLocks noGrp="1"/>
          </p:cNvSpPr>
          <p:nvPr/>
        </p:nvSpPr>
        <p:spPr>
          <a:xfrm>
            <a:off x="3057525" y="4694682"/>
            <a:ext cx="5334000" cy="285750"/>
          </a:xfrm>
          <a:prstGeom prst="rect">
            <a:avLst/>
          </a:prstGeom>
          <a:noFill/>
          <a:ln w="0">
            <a:noFill/>
            <a:prstDash val="solid"/>
          </a:ln>
        </p:spPr>
        <p:txBody>
          <a:bodyPr anchor="ctr"/>
          <a:lstStyle/>
          <a:p>
            <a:pPr algn="l">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Work Breakdown Structure (WBS) &amp; Project Schedule</a:t>
            </a:r>
          </a:p>
        </p:txBody>
      </p:sp>
      <p:sp>
        <p:nvSpPr>
          <p:cNvPr id="86" name="Rectangle 85">
            <a:extLst>
              <a:ext uri="{FF2B5EF4-FFF2-40B4-BE49-F238E27FC236}">
                <a16:creationId xmlns:a16="http://schemas.microsoft.com/office/drawing/2014/main" id="{1EE109AD-A1C6-42E5-8B67-2DF3C726352D}"/>
              </a:ext>
            </a:extLst>
          </p:cNvPr>
          <p:cNvSpPr>
            <a:spLocks noGrp="1"/>
          </p:cNvSpPr>
          <p:nvPr/>
        </p:nvSpPr>
        <p:spPr>
          <a:xfrm>
            <a:off x="8582025" y="4694682"/>
            <a:ext cx="1285875" cy="285750"/>
          </a:xfrm>
          <a:prstGeom prst="rect">
            <a:avLst/>
          </a:prstGeom>
          <a:noFill/>
          <a:ln w="0">
            <a:noFill/>
            <a:prstDash val="solid"/>
          </a:ln>
        </p:spPr>
        <p:txBody>
          <a:bodyPr anchor="ctr"/>
          <a:lstStyle/>
          <a:p>
            <a:pPr algn="ctr">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Excel</a:t>
            </a:r>
          </a:p>
        </p:txBody>
      </p:sp>
      <p:sp>
        <p:nvSpPr>
          <p:cNvPr id="87" name="Rectangle 86">
            <a:extLst>
              <a:ext uri="{FF2B5EF4-FFF2-40B4-BE49-F238E27FC236}">
                <a16:creationId xmlns:a16="http://schemas.microsoft.com/office/drawing/2014/main" id="{5F16F6D7-9601-400E-B50D-F67D102AE429}"/>
              </a:ext>
            </a:extLst>
          </p:cNvPr>
          <p:cNvSpPr>
            <a:spLocks noGrp="1"/>
          </p:cNvSpPr>
          <p:nvPr/>
        </p:nvSpPr>
        <p:spPr>
          <a:xfrm>
            <a:off x="10058400" y="4694682"/>
            <a:ext cx="1524000" cy="285750"/>
          </a:xfrm>
          <a:prstGeom prst="rect">
            <a:avLst/>
          </a:prstGeom>
          <a:noFill/>
          <a:ln w="0">
            <a:noFill/>
            <a:prstDash val="solid"/>
          </a:ln>
        </p:spPr>
        <p:txBody>
          <a:bodyPr anchor="ctr"/>
          <a:lstStyle/>
          <a:p>
            <a:pPr algn="ctr">
              <a:defRPr sz="1050" b="0">
                <a:solidFill>
                  <a:srgbClr val="667B77"/>
                </a:solidFill>
              </a:defRPr>
            </a:pPr>
            <a:r>
              <a:rPr sz="1050" b="0">
                <a:solidFill>
                  <a:srgbClr val="667B77"/>
                </a:solidFill>
                <a:latin typeface="Poppins" panose="00000500000000000000" pitchFamily="2" charset="0"/>
                <a:cs typeface="Poppins" panose="00000500000000000000" pitchFamily="2" charset="0"/>
              </a:rPr>
              <a:t>Not required</a:t>
            </a:r>
          </a:p>
        </p:txBody>
      </p:sp>
      <p:sp>
        <p:nvSpPr>
          <p:cNvPr id="88" name="Rectangle 87">
            <a:extLst>
              <a:ext uri="{FF2B5EF4-FFF2-40B4-BE49-F238E27FC236}">
                <a16:creationId xmlns:a16="http://schemas.microsoft.com/office/drawing/2014/main" id="{6436A30F-0FE6-4579-BDA9-4B45DAA469D5}"/>
              </a:ext>
            </a:extLst>
          </p:cNvPr>
          <p:cNvSpPr>
            <a:spLocks noGrp="1"/>
          </p:cNvSpPr>
          <p:nvPr/>
        </p:nvSpPr>
        <p:spPr>
          <a:xfrm>
            <a:off x="2943225" y="5018532"/>
            <a:ext cx="5543550" cy="361950"/>
          </a:xfrm>
          <a:prstGeom prst="rect">
            <a:avLst/>
          </a:prstGeom>
          <a:solidFill>
            <a:srgbClr val="F4F8F7"/>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89" name="Rectangle 88">
            <a:extLst>
              <a:ext uri="{FF2B5EF4-FFF2-40B4-BE49-F238E27FC236}">
                <a16:creationId xmlns:a16="http://schemas.microsoft.com/office/drawing/2014/main" id="{518657A6-9508-4CFF-BFAF-3CB1A4CA989C}"/>
              </a:ext>
            </a:extLst>
          </p:cNvPr>
          <p:cNvSpPr>
            <a:spLocks noGrp="1"/>
          </p:cNvSpPr>
          <p:nvPr/>
        </p:nvSpPr>
        <p:spPr>
          <a:xfrm>
            <a:off x="8486775" y="5018532"/>
            <a:ext cx="1476375" cy="361950"/>
          </a:xfrm>
          <a:prstGeom prst="rect">
            <a:avLst/>
          </a:prstGeom>
          <a:solidFill>
            <a:srgbClr val="F4F8F7"/>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90" name="Rectangle 89">
            <a:extLst>
              <a:ext uri="{FF2B5EF4-FFF2-40B4-BE49-F238E27FC236}">
                <a16:creationId xmlns:a16="http://schemas.microsoft.com/office/drawing/2014/main" id="{7D44CF48-46D4-41D1-967A-815BE687CACA}"/>
              </a:ext>
            </a:extLst>
          </p:cNvPr>
          <p:cNvSpPr>
            <a:spLocks noGrp="1"/>
          </p:cNvSpPr>
          <p:nvPr/>
        </p:nvSpPr>
        <p:spPr>
          <a:xfrm>
            <a:off x="9963150" y="5018532"/>
            <a:ext cx="1714500" cy="361950"/>
          </a:xfrm>
          <a:prstGeom prst="rect">
            <a:avLst/>
          </a:prstGeom>
          <a:solidFill>
            <a:srgbClr val="F4F8F7"/>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91" name="Rectangle 90">
            <a:extLst>
              <a:ext uri="{FF2B5EF4-FFF2-40B4-BE49-F238E27FC236}">
                <a16:creationId xmlns:a16="http://schemas.microsoft.com/office/drawing/2014/main" id="{D3300439-94B0-4D30-A15E-7F7CE74CA82B}"/>
              </a:ext>
            </a:extLst>
          </p:cNvPr>
          <p:cNvSpPr>
            <a:spLocks noGrp="1"/>
          </p:cNvSpPr>
          <p:nvPr/>
        </p:nvSpPr>
        <p:spPr>
          <a:xfrm>
            <a:off x="3057525" y="5056632"/>
            <a:ext cx="5334000" cy="285750"/>
          </a:xfrm>
          <a:prstGeom prst="rect">
            <a:avLst/>
          </a:prstGeom>
          <a:noFill/>
          <a:ln w="0">
            <a:noFill/>
            <a:prstDash val="solid"/>
          </a:ln>
        </p:spPr>
        <p:txBody>
          <a:bodyPr anchor="ctr"/>
          <a:lstStyle/>
          <a:p>
            <a:pPr algn="l">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Status Report, Monthly Report &amp; Closing Report</a:t>
            </a:r>
          </a:p>
        </p:txBody>
      </p:sp>
      <p:sp>
        <p:nvSpPr>
          <p:cNvPr id="92" name="Rectangle 91">
            <a:extLst>
              <a:ext uri="{FF2B5EF4-FFF2-40B4-BE49-F238E27FC236}">
                <a16:creationId xmlns:a16="http://schemas.microsoft.com/office/drawing/2014/main" id="{671AD8D7-0AD8-408D-9FE4-05A029FF479F}"/>
              </a:ext>
            </a:extLst>
          </p:cNvPr>
          <p:cNvSpPr>
            <a:spLocks noGrp="1"/>
          </p:cNvSpPr>
          <p:nvPr/>
        </p:nvSpPr>
        <p:spPr>
          <a:xfrm>
            <a:off x="8582025" y="5056632"/>
            <a:ext cx="1285875" cy="285750"/>
          </a:xfrm>
          <a:prstGeom prst="rect">
            <a:avLst/>
          </a:prstGeom>
          <a:noFill/>
          <a:ln w="0">
            <a:noFill/>
            <a:prstDash val="solid"/>
          </a:ln>
        </p:spPr>
        <p:txBody>
          <a:bodyPr anchor="ctr"/>
          <a:lstStyle/>
          <a:p>
            <a:pPr algn="ctr">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PDF</a:t>
            </a:r>
          </a:p>
        </p:txBody>
      </p:sp>
      <p:sp>
        <p:nvSpPr>
          <p:cNvPr id="93" name="Rectangle 92">
            <a:extLst>
              <a:ext uri="{FF2B5EF4-FFF2-40B4-BE49-F238E27FC236}">
                <a16:creationId xmlns:a16="http://schemas.microsoft.com/office/drawing/2014/main" id="{93CBB16C-E81F-46EF-9D5F-A2F994088183}"/>
              </a:ext>
            </a:extLst>
          </p:cNvPr>
          <p:cNvSpPr>
            <a:spLocks noGrp="1"/>
          </p:cNvSpPr>
          <p:nvPr/>
        </p:nvSpPr>
        <p:spPr>
          <a:xfrm>
            <a:off x="10058400" y="5056632"/>
            <a:ext cx="1524000" cy="285750"/>
          </a:xfrm>
          <a:prstGeom prst="rect">
            <a:avLst/>
          </a:prstGeom>
          <a:noFill/>
          <a:ln w="0">
            <a:noFill/>
            <a:prstDash val="solid"/>
          </a:ln>
        </p:spPr>
        <p:txBody>
          <a:bodyPr anchor="ctr"/>
          <a:lstStyle/>
          <a:p>
            <a:pPr algn="ctr">
              <a:defRPr sz="1050" b="0">
                <a:solidFill>
                  <a:srgbClr val="667B77"/>
                </a:solidFill>
              </a:defRPr>
            </a:pPr>
            <a:r>
              <a:rPr sz="1050" b="0">
                <a:solidFill>
                  <a:srgbClr val="667B77"/>
                </a:solidFill>
                <a:latin typeface="Poppins" panose="00000500000000000000" pitchFamily="2" charset="0"/>
                <a:cs typeface="Poppins" panose="00000500000000000000" pitchFamily="2" charset="0"/>
              </a:rPr>
              <a:t>Not required</a:t>
            </a:r>
          </a:p>
        </p:txBody>
      </p:sp>
      <p:sp>
        <p:nvSpPr>
          <p:cNvPr id="94" name="Rectangle 93">
            <a:extLst>
              <a:ext uri="{FF2B5EF4-FFF2-40B4-BE49-F238E27FC236}">
                <a16:creationId xmlns:a16="http://schemas.microsoft.com/office/drawing/2014/main" id="{958E4B9D-423F-4AA5-A0A6-635B048E967A}"/>
              </a:ext>
            </a:extLst>
          </p:cNvPr>
          <p:cNvSpPr>
            <a:spLocks noGrp="1"/>
          </p:cNvSpPr>
          <p:nvPr/>
        </p:nvSpPr>
        <p:spPr>
          <a:xfrm>
            <a:off x="2943225" y="5380482"/>
            <a:ext cx="5543550"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95" name="Rectangle 94">
            <a:extLst>
              <a:ext uri="{FF2B5EF4-FFF2-40B4-BE49-F238E27FC236}">
                <a16:creationId xmlns:a16="http://schemas.microsoft.com/office/drawing/2014/main" id="{A43AAD86-3878-4FA9-B975-BF2EC9785A89}"/>
              </a:ext>
            </a:extLst>
          </p:cNvPr>
          <p:cNvSpPr>
            <a:spLocks noGrp="1"/>
          </p:cNvSpPr>
          <p:nvPr/>
        </p:nvSpPr>
        <p:spPr>
          <a:xfrm>
            <a:off x="8486775" y="5380482"/>
            <a:ext cx="1476375"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96" name="Rectangle 95">
            <a:extLst>
              <a:ext uri="{FF2B5EF4-FFF2-40B4-BE49-F238E27FC236}">
                <a16:creationId xmlns:a16="http://schemas.microsoft.com/office/drawing/2014/main" id="{0BC43246-A78C-468B-AF5A-3A02A9E40502}"/>
              </a:ext>
            </a:extLst>
          </p:cNvPr>
          <p:cNvSpPr>
            <a:spLocks noGrp="1"/>
          </p:cNvSpPr>
          <p:nvPr/>
        </p:nvSpPr>
        <p:spPr>
          <a:xfrm>
            <a:off x="9963150" y="5380482"/>
            <a:ext cx="1714500" cy="361950"/>
          </a:xfrm>
          <a:prstGeom prst="rect">
            <a:avLst/>
          </a:prstGeom>
          <a:solidFill>
            <a:srgbClr val="FFFFFF"/>
          </a:solidFill>
          <a:ln w="9525">
            <a:solidFill>
              <a:srgbClr val="C9D9D4"/>
            </a:solidFill>
            <a:prstDash val="solid"/>
          </a:ln>
        </p:spPr>
        <p:txBody>
          <a:bodyPr/>
          <a:lstStyle/>
          <a:p>
            <a:endParaRPr lang="en-US">
              <a:latin typeface="Poppins" panose="00000500000000000000" pitchFamily="2" charset="0"/>
              <a:cs typeface="Poppins" panose="00000500000000000000" pitchFamily="2" charset="0"/>
            </a:endParaRPr>
          </a:p>
        </p:txBody>
      </p:sp>
      <p:sp>
        <p:nvSpPr>
          <p:cNvPr id="97" name="Rectangle 96">
            <a:extLst>
              <a:ext uri="{FF2B5EF4-FFF2-40B4-BE49-F238E27FC236}">
                <a16:creationId xmlns:a16="http://schemas.microsoft.com/office/drawing/2014/main" id="{9420E4DC-27C6-4656-9D59-42498C2E911F}"/>
              </a:ext>
            </a:extLst>
          </p:cNvPr>
          <p:cNvSpPr>
            <a:spLocks noGrp="1"/>
          </p:cNvSpPr>
          <p:nvPr/>
        </p:nvSpPr>
        <p:spPr>
          <a:xfrm>
            <a:off x="3057525" y="5418582"/>
            <a:ext cx="5334000" cy="285750"/>
          </a:xfrm>
          <a:prstGeom prst="rect">
            <a:avLst/>
          </a:prstGeom>
          <a:noFill/>
          <a:ln w="0">
            <a:noFill/>
            <a:prstDash val="solid"/>
          </a:ln>
        </p:spPr>
        <p:txBody>
          <a:bodyPr anchor="ctr"/>
          <a:lstStyle/>
          <a:p>
            <a:pPr algn="l">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Issue, Request &amp; Q&amp;A Log</a:t>
            </a:r>
          </a:p>
        </p:txBody>
      </p:sp>
      <p:sp>
        <p:nvSpPr>
          <p:cNvPr id="98" name="Rectangle 97">
            <a:extLst>
              <a:ext uri="{FF2B5EF4-FFF2-40B4-BE49-F238E27FC236}">
                <a16:creationId xmlns:a16="http://schemas.microsoft.com/office/drawing/2014/main" id="{8B17F026-E62B-4A8B-B280-06E76289DEA5}"/>
              </a:ext>
            </a:extLst>
          </p:cNvPr>
          <p:cNvSpPr>
            <a:spLocks noGrp="1"/>
          </p:cNvSpPr>
          <p:nvPr/>
        </p:nvSpPr>
        <p:spPr>
          <a:xfrm>
            <a:off x="8582025" y="5418582"/>
            <a:ext cx="1285875" cy="285750"/>
          </a:xfrm>
          <a:prstGeom prst="rect">
            <a:avLst/>
          </a:prstGeom>
          <a:noFill/>
          <a:ln w="0">
            <a:noFill/>
            <a:prstDash val="solid"/>
          </a:ln>
        </p:spPr>
        <p:txBody>
          <a:bodyPr anchor="ctr"/>
          <a:lstStyle/>
          <a:p>
            <a:pPr algn="ctr">
              <a:defRPr sz="1050" b="0">
                <a:solidFill>
                  <a:srgbClr val="193B36"/>
                </a:solidFill>
              </a:defRPr>
            </a:pPr>
            <a:r>
              <a:rPr sz="1050" b="0">
                <a:solidFill>
                  <a:srgbClr val="193B36"/>
                </a:solidFill>
                <a:latin typeface="Poppins" panose="00000500000000000000" pitchFamily="2" charset="0"/>
                <a:cs typeface="Poppins" panose="00000500000000000000" pitchFamily="2" charset="0"/>
              </a:rPr>
              <a:t>Excel</a:t>
            </a:r>
          </a:p>
        </p:txBody>
      </p:sp>
      <p:sp>
        <p:nvSpPr>
          <p:cNvPr id="99" name="Rectangle 98">
            <a:extLst>
              <a:ext uri="{FF2B5EF4-FFF2-40B4-BE49-F238E27FC236}">
                <a16:creationId xmlns:a16="http://schemas.microsoft.com/office/drawing/2014/main" id="{F0BFA02A-72EB-4A07-9A16-EDA911D2DE41}"/>
              </a:ext>
            </a:extLst>
          </p:cNvPr>
          <p:cNvSpPr>
            <a:spLocks noGrp="1"/>
          </p:cNvSpPr>
          <p:nvPr/>
        </p:nvSpPr>
        <p:spPr>
          <a:xfrm>
            <a:off x="10058400" y="5418582"/>
            <a:ext cx="1524000" cy="285750"/>
          </a:xfrm>
          <a:prstGeom prst="rect">
            <a:avLst/>
          </a:prstGeom>
          <a:noFill/>
          <a:ln w="0">
            <a:noFill/>
            <a:prstDash val="solid"/>
          </a:ln>
        </p:spPr>
        <p:txBody>
          <a:bodyPr anchor="ctr"/>
          <a:lstStyle/>
          <a:p>
            <a:pPr algn="ctr">
              <a:defRPr sz="1050" b="0">
                <a:solidFill>
                  <a:srgbClr val="667B77"/>
                </a:solidFill>
              </a:defRPr>
            </a:pPr>
            <a:r>
              <a:rPr sz="1050" b="0">
                <a:solidFill>
                  <a:srgbClr val="667B77"/>
                </a:solidFill>
                <a:latin typeface="Poppins" panose="00000500000000000000" pitchFamily="2" charset="0"/>
                <a:cs typeface="Poppins" panose="00000500000000000000" pitchFamily="2" charset="0"/>
              </a:rPr>
              <a:t>Not required</a:t>
            </a:r>
          </a:p>
        </p:txBody>
      </p:sp>
      <p:sp>
        <p:nvSpPr>
          <p:cNvPr id="100" name="Rectangle: Rounded Corners 99">
            <a:extLst>
              <a:ext uri="{FF2B5EF4-FFF2-40B4-BE49-F238E27FC236}">
                <a16:creationId xmlns:a16="http://schemas.microsoft.com/office/drawing/2014/main" id="{62F25A23-68AE-4343-AAFD-5686522B992E}"/>
              </a:ext>
            </a:extLst>
          </p:cNvPr>
          <p:cNvSpPr>
            <a:spLocks noGrp="1"/>
          </p:cNvSpPr>
          <p:nvPr/>
        </p:nvSpPr>
        <p:spPr>
          <a:xfrm>
            <a:off x="514350" y="5990082"/>
            <a:ext cx="11163300" cy="323850"/>
          </a:xfrm>
          <a:prstGeom prst="roundRect">
            <a:avLst>
              <a:gd name="adj" fmla="val 23529"/>
            </a:avLst>
          </a:prstGeom>
          <a:solidFill>
            <a:srgbClr val="173F37"/>
          </a:solidFill>
          <a:ln w="0">
            <a:noFill/>
            <a:prstDash val="solid"/>
          </a:ln>
        </p:spPr>
        <p:txBody>
          <a:bodyPr/>
          <a:lstStyle/>
          <a:p>
            <a:endParaRPr lang="en-US">
              <a:latin typeface="Poppins" panose="00000500000000000000" pitchFamily="2" charset="0"/>
              <a:cs typeface="Poppins" panose="00000500000000000000" pitchFamily="2" charset="0"/>
            </a:endParaRPr>
          </a:p>
        </p:txBody>
      </p:sp>
      <p:sp>
        <p:nvSpPr>
          <p:cNvPr id="101" name="Rectangle 100">
            <a:extLst>
              <a:ext uri="{FF2B5EF4-FFF2-40B4-BE49-F238E27FC236}">
                <a16:creationId xmlns:a16="http://schemas.microsoft.com/office/drawing/2014/main" id="{DCF465B8-8ECB-46BE-85F4-DB91E12CE807}"/>
              </a:ext>
            </a:extLst>
          </p:cNvPr>
          <p:cNvSpPr>
            <a:spLocks noGrp="1"/>
          </p:cNvSpPr>
          <p:nvPr/>
        </p:nvSpPr>
        <p:spPr>
          <a:xfrm>
            <a:off x="685800" y="6047232"/>
            <a:ext cx="1666875" cy="190500"/>
          </a:xfrm>
          <a:prstGeom prst="rect">
            <a:avLst/>
          </a:prstGeom>
          <a:noFill/>
          <a:ln w="0">
            <a:noFill/>
            <a:prstDash val="solid"/>
          </a:ln>
        </p:spPr>
        <p:txBody>
          <a:bodyPr anchor="ctr"/>
          <a:lstStyle/>
          <a:p>
            <a:pPr algn="l">
              <a:defRPr sz="975" b="1">
                <a:solidFill>
                  <a:srgbClr val="81D8B8"/>
                </a:solidFill>
              </a:defRPr>
            </a:pPr>
            <a:r>
              <a:rPr sz="975" b="1">
                <a:solidFill>
                  <a:srgbClr val="81D8B8"/>
                </a:solidFill>
                <a:latin typeface="Poppins" panose="00000500000000000000" pitchFamily="2" charset="0"/>
                <a:cs typeface="Poppins" panose="00000500000000000000" pitchFamily="2" charset="0"/>
              </a:rPr>
              <a:t>CONTROL PRINCIPLE</a:t>
            </a:r>
          </a:p>
        </p:txBody>
      </p:sp>
      <p:sp>
        <p:nvSpPr>
          <p:cNvPr id="102" name="Rectangle 101">
            <a:extLst>
              <a:ext uri="{FF2B5EF4-FFF2-40B4-BE49-F238E27FC236}">
                <a16:creationId xmlns:a16="http://schemas.microsoft.com/office/drawing/2014/main" id="{9ABFD71F-099D-472B-8E1D-C0B66B083876}"/>
              </a:ext>
            </a:extLst>
          </p:cNvPr>
          <p:cNvSpPr>
            <a:spLocks noGrp="1"/>
          </p:cNvSpPr>
          <p:nvPr/>
        </p:nvSpPr>
        <p:spPr>
          <a:xfrm>
            <a:off x="2343150" y="6028182"/>
            <a:ext cx="9048750" cy="219075"/>
          </a:xfrm>
          <a:prstGeom prst="rect">
            <a:avLst/>
          </a:prstGeom>
          <a:noFill/>
          <a:ln w="0">
            <a:noFill/>
            <a:prstDash val="solid"/>
          </a:ln>
        </p:spPr>
        <p:txBody>
          <a:bodyPr anchor="ctr"/>
          <a:lstStyle/>
          <a:p>
            <a:pPr algn="ctr">
              <a:defRPr sz="1050" b="1">
                <a:solidFill>
                  <a:srgbClr val="FFFFFF"/>
                </a:solidFill>
              </a:defRPr>
            </a:pPr>
            <a:r>
              <a:rPr sz="1050" b="1">
                <a:solidFill>
                  <a:srgbClr val="FFFFFF"/>
                </a:solidFill>
                <a:latin typeface="Poppins" panose="00000500000000000000" pitchFamily="2" charset="0"/>
                <a:cs typeface="Poppins" panose="00000500000000000000" pitchFamily="2" charset="0"/>
              </a:rPr>
              <a:t>Formal sign-off confirms agreed requirements, process design and user acceptance before Go-Live</a:t>
            </a:r>
          </a:p>
        </p:txBody>
      </p:sp>
      <p:sp>
        <p:nvSpPr>
          <p:cNvPr id="110" name="Rectangle 109">
            <a:extLst>
              <a:ext uri="{FF2B5EF4-FFF2-40B4-BE49-F238E27FC236}">
                <a16:creationId xmlns:a16="http://schemas.microsoft.com/office/drawing/2014/main" id="{FC21E2F3-31A9-9BAE-BB7F-C745400C86B6}"/>
              </a:ext>
            </a:extLst>
          </p:cNvPr>
          <p:cNvSpPr/>
          <p:nvPr/>
        </p:nvSpPr>
        <p:spPr>
          <a:xfrm>
            <a:off x="-1" y="825910"/>
            <a:ext cx="12192001" cy="71304"/>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TextBox 110">
            <a:extLst>
              <a:ext uri="{FF2B5EF4-FFF2-40B4-BE49-F238E27FC236}">
                <a16:creationId xmlns:a16="http://schemas.microsoft.com/office/drawing/2014/main" id="{531C29F2-2755-B2D3-EC11-8CA2D001682F}"/>
              </a:ext>
            </a:extLst>
          </p:cNvPr>
          <p:cNvSpPr txBox="1"/>
          <p:nvPr/>
        </p:nvSpPr>
        <p:spPr>
          <a:xfrm>
            <a:off x="362600" y="336435"/>
            <a:ext cx="9657198" cy="427553"/>
          </a:xfrm>
          <a:prstGeom prst="rect">
            <a:avLst/>
          </a:prstGeom>
        </p:spPr>
        <p:txBody>
          <a:bodyPr wrap="square" lIns="0" tIns="0" rIns="0" bIns="0" rtlCol="0" anchor="t">
            <a:spAutoFit/>
          </a:bodyPr>
          <a:lstStyle/>
          <a:p>
            <a:pPr defTabSz="609630">
              <a:lnSpc>
                <a:spcPts val="3360"/>
              </a:lnSpc>
              <a:spcBef>
                <a:spcPct val="0"/>
              </a:spcBef>
            </a:pPr>
            <a:r>
              <a:rPr lang="en-US" sz="2800" b="1" dirty="0">
                <a:solidFill>
                  <a:prstClr val="black"/>
                </a:solidFill>
                <a:latin typeface="Poppins" panose="00000500000000000000" pitchFamily="2" charset="0"/>
                <a:ea typeface="Poppins 2 Bold"/>
                <a:cs typeface="Poppins" panose="00000500000000000000" pitchFamily="2" charset="0"/>
                <a:sym typeface="Poppins 2 Bold"/>
              </a:rPr>
              <a:t>5. Implementation Stage</a:t>
            </a:r>
            <a:endParaRPr lang="en-US" sz="2800" b="1" dirty="0">
              <a:solidFill>
                <a:schemeClr val="accent2"/>
              </a:solidFill>
              <a:latin typeface="Poppins" panose="00000500000000000000" pitchFamily="2" charset="0"/>
              <a:ea typeface="Poppins 2 Bold"/>
              <a:cs typeface="Poppins" panose="00000500000000000000" pitchFamily="2" charset="0"/>
              <a:sym typeface="Poppins 2 Bold"/>
            </a:endParaRPr>
          </a:p>
        </p:txBody>
      </p:sp>
      <p:sp>
        <p:nvSpPr>
          <p:cNvPr id="124" name="age">
            <a:extLst>
              <a:ext uri="{FF2B5EF4-FFF2-40B4-BE49-F238E27FC236}">
                <a16:creationId xmlns:a16="http://schemas.microsoft.com/office/drawing/2014/main" id="{EBC83FF6-F067-36A8-0E01-6E1F651606A5}"/>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grpSp>
        <p:nvGrpSpPr>
          <p:cNvPr id="125" name="Group 124">
            <a:extLst>
              <a:ext uri="{FF2B5EF4-FFF2-40B4-BE49-F238E27FC236}">
                <a16:creationId xmlns:a16="http://schemas.microsoft.com/office/drawing/2014/main" id="{5204857C-F637-7E97-82EA-5EF7B7EC84CF}"/>
              </a:ext>
            </a:extLst>
          </p:cNvPr>
          <p:cNvGrpSpPr/>
          <p:nvPr/>
        </p:nvGrpSpPr>
        <p:grpSpPr>
          <a:xfrm>
            <a:off x="10566400" y="-25400"/>
            <a:ext cx="1625600" cy="545786"/>
            <a:chOff x="10566400" y="-25400"/>
            <a:chExt cx="1625600" cy="545786"/>
          </a:xfrm>
        </p:grpSpPr>
        <p:grpSp>
          <p:nvGrpSpPr>
            <p:cNvPr id="126" name="Group 125">
              <a:extLst>
                <a:ext uri="{FF2B5EF4-FFF2-40B4-BE49-F238E27FC236}">
                  <a16:creationId xmlns:a16="http://schemas.microsoft.com/office/drawing/2014/main" id="{C6C08431-D765-E1FF-957E-E2D25C9D9FC4}"/>
                </a:ext>
              </a:extLst>
            </p:cNvPr>
            <p:cNvGrpSpPr/>
            <p:nvPr/>
          </p:nvGrpSpPr>
          <p:grpSpPr>
            <a:xfrm>
              <a:off x="10566400" y="-25400"/>
              <a:ext cx="1625600" cy="545786"/>
              <a:chOff x="15849600" y="0"/>
              <a:chExt cx="2438400" cy="818679"/>
            </a:xfrm>
          </p:grpSpPr>
          <p:sp>
            <p:nvSpPr>
              <p:cNvPr id="128" name="Rectangle: Top Corners Rounded 127">
                <a:extLst>
                  <a:ext uri="{FF2B5EF4-FFF2-40B4-BE49-F238E27FC236}">
                    <a16:creationId xmlns:a16="http://schemas.microsoft.com/office/drawing/2014/main" id="{1F28793E-9071-3EC9-15CD-C2D74F8F7E37}"/>
                  </a:ext>
                </a:extLst>
              </p:cNvPr>
              <p:cNvSpPr/>
              <p:nvPr/>
            </p:nvSpPr>
            <p:spPr>
              <a:xfrm rot="10800000">
                <a:off x="15849600" y="38100"/>
                <a:ext cx="2411660" cy="780579"/>
              </a:xfrm>
              <a:prstGeom prst="round2Same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29" name="Rectangle: Top Corners Rounded 128">
                <a:extLst>
                  <a:ext uri="{FF2B5EF4-FFF2-40B4-BE49-F238E27FC236}">
                    <a16:creationId xmlns:a16="http://schemas.microsoft.com/office/drawing/2014/main" id="{698E0C9E-8016-8F1F-58CF-D2DD73979219}"/>
                  </a:ext>
                </a:extLst>
              </p:cNvPr>
              <p:cNvSpPr/>
              <p:nvPr/>
            </p:nvSpPr>
            <p:spPr>
              <a:xfrm rot="10800000">
                <a:off x="15876343" y="0"/>
                <a:ext cx="2411657" cy="770069"/>
              </a:xfrm>
              <a:prstGeom prst="round2Same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130" name="Freeform 10">
                <a:extLst>
                  <a:ext uri="{FF2B5EF4-FFF2-40B4-BE49-F238E27FC236}">
                    <a16:creationId xmlns:a16="http://schemas.microsoft.com/office/drawing/2014/main" id="{2A0C3233-0F0A-C293-40B7-F41222B61CA1}"/>
                  </a:ext>
                </a:extLst>
              </p:cNvPr>
              <p:cNvSpPr/>
              <p:nvPr/>
            </p:nvSpPr>
            <p:spPr>
              <a:xfrm>
                <a:off x="17049533" y="81363"/>
                <a:ext cx="1165535" cy="594422"/>
              </a:xfrm>
              <a:custGeom>
                <a:avLst/>
                <a:gdLst/>
                <a:ahLst/>
                <a:cxnLst/>
                <a:rect l="l" t="t" r="r" b="b"/>
                <a:pathLst>
                  <a:path w="1165534" h="594422">
                    <a:moveTo>
                      <a:pt x="0" y="0"/>
                    </a:moveTo>
                    <a:lnTo>
                      <a:pt x="1165534" y="0"/>
                    </a:lnTo>
                    <a:lnTo>
                      <a:pt x="1165534" y="594423"/>
                    </a:lnTo>
                    <a:lnTo>
                      <a:pt x="0" y="594423"/>
                    </a:lnTo>
                    <a:lnTo>
                      <a:pt x="0" y="0"/>
                    </a:lnTo>
                    <a:close/>
                  </a:path>
                </a:pathLst>
              </a:custGeom>
              <a:blipFill>
                <a:blip r:embed="rId3"/>
                <a:stretch>
                  <a:fillRect/>
                </a:stretch>
              </a:blipFill>
              <a:ln>
                <a:noFill/>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127" name="Picture 126" descr="Home - บริษัท เอเชีย กรีน เอนเนอจี จำกัด (มหาชน)">
              <a:extLst>
                <a:ext uri="{FF2B5EF4-FFF2-40B4-BE49-F238E27FC236}">
                  <a16:creationId xmlns:a16="http://schemas.microsoft.com/office/drawing/2014/main" id="{38D7D6A9-57EA-71D8-02B9-C15E69498F28}"/>
                </a:ext>
              </a:extLst>
            </p:cNvPr>
            <p:cNvPicPr>
              <a:picLocks noChangeAspect="1"/>
            </p:cNvPicPr>
            <p:nvPr/>
          </p:nvPicPr>
          <p:blipFill>
            <a:blip r:embed="rId4"/>
            <a:stretch>
              <a:fillRect/>
            </a:stretch>
          </p:blipFill>
          <p:spPr>
            <a:xfrm>
              <a:off x="10705450" y="88996"/>
              <a:ext cx="534700" cy="326053"/>
            </a:xfrm>
            <a:prstGeom prst="rect">
              <a:avLst/>
            </a:prstGeom>
          </p:spPr>
        </p:pic>
      </p:grpSp>
      <p:sp>
        <p:nvSpPr>
          <p:cNvPr id="2" name="Slide Number Placeholder 1">
            <a:extLst>
              <a:ext uri="{FF2B5EF4-FFF2-40B4-BE49-F238E27FC236}">
                <a16:creationId xmlns:a16="http://schemas.microsoft.com/office/drawing/2014/main" id="{CC5336B3-998C-EC9B-FD31-59D8CF9B0B96}"/>
              </a:ext>
            </a:extLst>
          </p:cNvPr>
          <p:cNvSpPr txBox="1">
            <a:spLocks/>
          </p:cNvSpPr>
          <p:nvPr/>
        </p:nvSpPr>
        <p:spPr>
          <a:xfrm>
            <a:off x="10728900" y="6600237"/>
            <a:ext cx="1422400" cy="2434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446">
              <a:defRPr/>
            </a:pPr>
            <a:fld id="{5E5634F8-C5C6-4843-9A92-B93B76582613}" type="slidenum">
              <a:rPr lang="en-US" sz="1333" smtClean="0">
                <a:solidFill>
                  <a:prstClr val="black"/>
                </a:solidFill>
                <a:latin typeface="Poppins" panose="00000500000000000000" pitchFamily="2" charset="0"/>
                <a:cs typeface="Poppins" panose="00000500000000000000" pitchFamily="2" charset="0"/>
              </a:rPr>
              <a:pPr algn="r" defTabSz="914446">
                <a:defRPr/>
              </a:pPr>
              <a:t>23</a:t>
            </a:fld>
            <a:endParaRPr lang="en-US" sz="1333" dirty="0">
              <a:solidFill>
                <a:prstClr val="black"/>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78876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7F7B9755-2A6B-1C44-3F60-F8E059EDEE04}"/>
              </a:ext>
            </a:extLst>
          </p:cNvPr>
          <p:cNvSpPr txBox="1"/>
          <p:nvPr/>
        </p:nvSpPr>
        <p:spPr>
          <a:xfrm>
            <a:off x="640920" y="4681114"/>
            <a:ext cx="5580771" cy="1354217"/>
          </a:xfrm>
          <a:prstGeom prst="rect">
            <a:avLst/>
          </a:prstGeom>
          <a:solidFill>
            <a:schemeClr val="bg1"/>
          </a:solidFill>
          <a:ln>
            <a:solidFill>
              <a:schemeClr val="tx1"/>
            </a:solidFill>
          </a:ln>
        </p:spPr>
        <p:txBody>
          <a:bodyPr wrap="square" rtlCol="0">
            <a:spAutoFit/>
          </a:bodyPr>
          <a:lstStyle/>
          <a:p>
            <a:pPr marL="285764" indent="-285764" eaLnBrk="0" fontAlgn="base" hangingPunct="0">
              <a:spcBef>
                <a:spcPts val="600"/>
              </a:spcBef>
              <a:spcAft>
                <a:spcPct val="0"/>
              </a:spcAft>
              <a:buFont typeface="Arial" panose="020B0604020202020204" pitchFamily="34" charset="0"/>
              <a:buChar char="•"/>
              <a:defRPr/>
            </a:pPr>
            <a:r>
              <a:rPr lang="en-US" altLang="en-US" sz="1100" b="1" dirty="0">
                <a:solidFill>
                  <a:prstClr val="black"/>
                </a:solidFill>
                <a:latin typeface="Poppins" panose="00000500000000000000" pitchFamily="2" charset="0"/>
                <a:ea typeface="Calibri" panose="020F0502020204030204" pitchFamily="34" charset="0"/>
                <a:cs typeface="Poppins" panose="00000500000000000000" pitchFamily="2" charset="0"/>
              </a:rPr>
              <a:t>Level 1</a:t>
            </a:r>
            <a:r>
              <a:rPr lang="en-US" altLang="en-US" sz="1100" dirty="0">
                <a:solidFill>
                  <a:prstClr val="black"/>
                </a:solidFill>
                <a:latin typeface="Poppins" panose="00000500000000000000" pitchFamily="2" charset="0"/>
                <a:ea typeface="Calibri" panose="020F0502020204030204" pitchFamily="34" charset="0"/>
                <a:cs typeface="Poppins" panose="00000500000000000000" pitchFamily="2" charset="0"/>
              </a:rPr>
              <a:t> –Service Support Team is responsible for providing solutions, identifying the root cause of issues, and managing the overall resolution process. In cases involving technical complexities, the issue will be escalated to Level 2 for further investigation.</a:t>
            </a:r>
          </a:p>
          <a:p>
            <a:pPr marL="285764" indent="-285764" eaLnBrk="0" fontAlgn="base" hangingPunct="0">
              <a:spcBef>
                <a:spcPts val="600"/>
              </a:spcBef>
              <a:spcAft>
                <a:spcPct val="0"/>
              </a:spcAft>
              <a:buFont typeface="Arial" panose="020B0604020202020204" pitchFamily="34" charset="0"/>
              <a:buChar char="•"/>
              <a:defRPr/>
            </a:pPr>
            <a:r>
              <a:rPr lang="en-US" sz="1100" b="1" dirty="0">
                <a:solidFill>
                  <a:srgbClr val="0033CC"/>
                </a:solidFill>
                <a:latin typeface="Poppins" panose="00000500000000000000" pitchFamily="2" charset="0"/>
                <a:ea typeface="Calibri" panose="020F0502020204030204" pitchFamily="34" charset="0"/>
                <a:cs typeface="Poppins" panose="00000500000000000000" pitchFamily="2" charset="0"/>
              </a:rPr>
              <a:t>Level 2 </a:t>
            </a:r>
            <a:r>
              <a:rPr lang="en-US" sz="1100" dirty="0">
                <a:solidFill>
                  <a:srgbClr val="0033CC"/>
                </a:solidFill>
                <a:latin typeface="Poppins" panose="00000500000000000000" pitchFamily="2" charset="0"/>
                <a:ea typeface="Calibri" panose="020F0502020204030204" pitchFamily="34" charset="0"/>
                <a:cs typeface="Poppins" panose="00000500000000000000" pitchFamily="2" charset="0"/>
              </a:rPr>
              <a:t>– The NCT Application Technical Team is responsible for performing technical analysis, fixing system bugs, and conducting testing to ensure the resolution of the issue.</a:t>
            </a:r>
          </a:p>
        </p:txBody>
      </p:sp>
      <p:sp>
        <p:nvSpPr>
          <p:cNvPr id="23" name="Flowchart: Process 22">
            <a:extLst>
              <a:ext uri="{FF2B5EF4-FFF2-40B4-BE49-F238E27FC236}">
                <a16:creationId xmlns:a16="http://schemas.microsoft.com/office/drawing/2014/main" id="{D93DFE86-7043-BF46-7803-7F88DDE45060}"/>
              </a:ext>
            </a:extLst>
          </p:cNvPr>
          <p:cNvSpPr/>
          <p:nvPr/>
        </p:nvSpPr>
        <p:spPr>
          <a:xfrm>
            <a:off x="633094" y="3150511"/>
            <a:ext cx="5353623" cy="1358283"/>
          </a:xfrm>
          <a:prstGeom prst="flowChart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EFEF861-09E3-80F3-4B53-180D05A05520}"/>
              </a:ext>
            </a:extLst>
          </p:cNvPr>
          <p:cNvSpPr txBox="1"/>
          <p:nvPr/>
        </p:nvSpPr>
        <p:spPr>
          <a:xfrm>
            <a:off x="357189" y="276373"/>
            <a:ext cx="5175745" cy="427553"/>
          </a:xfrm>
          <a:prstGeom prst="rect">
            <a:avLst/>
          </a:prstGeom>
        </p:spPr>
        <p:txBody>
          <a:bodyPr wrap="square" lIns="0" tIns="0" rIns="0" bIns="0" rtlCol="0" anchor="t">
            <a:spAutoFit/>
          </a:bodyPr>
          <a:lstStyle/>
          <a:p>
            <a:pPr>
              <a:lnSpc>
                <a:spcPts val="3360"/>
              </a:lnSpc>
              <a:spcBef>
                <a:spcPct val="0"/>
              </a:spcBef>
            </a:pPr>
            <a:r>
              <a:rPr lang="en-US" sz="2800" b="1" dirty="0">
                <a:latin typeface="Poppins" panose="00000500000000000000" pitchFamily="2" charset="0"/>
                <a:ea typeface="Poppins 2 Bold"/>
                <a:cs typeface="Poppins" panose="00000500000000000000" pitchFamily="2" charset="0"/>
                <a:sym typeface="Poppins 2 Bold"/>
              </a:rPr>
              <a:t>8. Maintenance Service</a:t>
            </a:r>
          </a:p>
        </p:txBody>
      </p:sp>
      <p:sp>
        <p:nvSpPr>
          <p:cNvPr id="21" name="Arrow: Down 20">
            <a:extLst>
              <a:ext uri="{FF2B5EF4-FFF2-40B4-BE49-F238E27FC236}">
                <a16:creationId xmlns:a16="http://schemas.microsoft.com/office/drawing/2014/main" id="{52F40F85-A37A-8A54-ADE1-365935E7E5C7}"/>
              </a:ext>
            </a:extLst>
          </p:cNvPr>
          <p:cNvSpPr/>
          <p:nvPr/>
        </p:nvSpPr>
        <p:spPr>
          <a:xfrm>
            <a:off x="3413661" y="2209801"/>
            <a:ext cx="387927" cy="220787"/>
          </a:xfrm>
          <a:prstGeom prst="downArrow">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914446">
              <a:defRPr/>
            </a:pPr>
            <a:endParaRPr lang="en-US">
              <a:solidFill>
                <a:prstClr val="white"/>
              </a:solidFill>
              <a:latin typeface="Calibri" panose="020F0502020204030204"/>
            </a:endParaRPr>
          </a:p>
        </p:txBody>
      </p:sp>
      <p:sp>
        <p:nvSpPr>
          <p:cNvPr id="22" name="Rectangle: Rounded Corners 21">
            <a:extLst>
              <a:ext uri="{FF2B5EF4-FFF2-40B4-BE49-F238E27FC236}">
                <a16:creationId xmlns:a16="http://schemas.microsoft.com/office/drawing/2014/main" id="{63C2CB8C-E134-FC22-A47F-7A1F6B686CA8}"/>
              </a:ext>
            </a:extLst>
          </p:cNvPr>
          <p:cNvSpPr/>
          <p:nvPr/>
        </p:nvSpPr>
        <p:spPr>
          <a:xfrm>
            <a:off x="671500" y="1630240"/>
            <a:ext cx="5580771" cy="585309"/>
          </a:xfrm>
          <a:prstGeom prst="roundRect">
            <a:avLst/>
          </a:prstGeom>
          <a:solidFill>
            <a:schemeClr val="bg1"/>
          </a:solidFill>
          <a:ln>
            <a:solidFill>
              <a:srgbClr val="006666"/>
            </a:solidFill>
          </a:ln>
        </p:spPr>
        <p:style>
          <a:lnRef idx="1">
            <a:schemeClr val="accent2"/>
          </a:lnRef>
          <a:fillRef idx="3">
            <a:schemeClr val="accent2"/>
          </a:fillRef>
          <a:effectRef idx="2">
            <a:schemeClr val="accent2"/>
          </a:effectRef>
          <a:fontRef idx="minor">
            <a:schemeClr val="lt1"/>
          </a:fontRef>
        </p:style>
        <p:txBody>
          <a:bodyPr rtlCol="0" anchor="ctr"/>
          <a:lstStyle/>
          <a:p>
            <a:pPr algn="ctr" defTabSz="914446">
              <a:defRPr/>
            </a:pPr>
            <a:r>
              <a:rPr lang="en-US" b="1" dirty="0">
                <a:solidFill>
                  <a:srgbClr val="006666"/>
                </a:solidFill>
                <a:latin typeface="Poppins" panose="00000500000000000000" pitchFamily="2" charset="0"/>
                <a:cs typeface="Poppins" panose="00000500000000000000" pitchFamily="2" charset="0"/>
              </a:rPr>
              <a:t>All Users</a:t>
            </a:r>
          </a:p>
        </p:txBody>
      </p:sp>
      <p:sp>
        <p:nvSpPr>
          <p:cNvPr id="49" name="Rectangle: Rounded Corners 48">
            <a:extLst>
              <a:ext uri="{FF2B5EF4-FFF2-40B4-BE49-F238E27FC236}">
                <a16:creationId xmlns:a16="http://schemas.microsoft.com/office/drawing/2014/main" id="{79CCAC8C-1401-6842-1675-47A9A5F7113A}"/>
              </a:ext>
            </a:extLst>
          </p:cNvPr>
          <p:cNvSpPr/>
          <p:nvPr/>
        </p:nvSpPr>
        <p:spPr>
          <a:xfrm>
            <a:off x="598819" y="2427224"/>
            <a:ext cx="5622872" cy="449480"/>
          </a:xfrm>
          <a:prstGeom prst="roundRect">
            <a:avLst/>
          </a:prstGeom>
          <a:solidFill>
            <a:schemeClr val="accent6">
              <a:lumMod val="20000"/>
              <a:lumOff val="80000"/>
            </a:schemeClr>
          </a:solidFill>
          <a:ln>
            <a:solidFill>
              <a:srgbClr val="006666"/>
            </a:solidFill>
          </a:ln>
        </p:spPr>
        <p:style>
          <a:lnRef idx="2">
            <a:schemeClr val="dk1"/>
          </a:lnRef>
          <a:fillRef idx="1">
            <a:schemeClr val="lt1"/>
          </a:fillRef>
          <a:effectRef idx="0">
            <a:schemeClr val="dk1"/>
          </a:effectRef>
          <a:fontRef idx="minor">
            <a:schemeClr val="dk1"/>
          </a:fontRef>
        </p:style>
        <p:txBody>
          <a:bodyPr rtlCol="0" anchor="ctr"/>
          <a:lstStyle/>
          <a:p>
            <a:pPr defTabSz="914446">
              <a:defRPr/>
            </a:pPr>
            <a:r>
              <a:rPr lang="en-US" sz="1333" dirty="0">
                <a:solidFill>
                  <a:prstClr val="black"/>
                </a:solidFill>
                <a:latin typeface="Poppins" panose="00000500000000000000" pitchFamily="2" charset="0"/>
                <a:cs typeface="Poppins" panose="00000500000000000000" pitchFamily="2" charset="0"/>
              </a:rPr>
              <a:t>          </a:t>
            </a:r>
            <a:r>
              <a:rPr lang="en-US" sz="1333" b="1" dirty="0">
                <a:solidFill>
                  <a:prstClr val="black"/>
                </a:solidFill>
                <a:latin typeface="Poppins" panose="00000500000000000000" pitchFamily="2" charset="0"/>
                <a:cs typeface="Poppins" panose="00000500000000000000" pitchFamily="2" charset="0"/>
              </a:rPr>
              <a:t>First Line Support (L1)  –</a:t>
            </a:r>
            <a:r>
              <a:rPr lang="en-US" sz="1333" b="1" dirty="0">
                <a:solidFill>
                  <a:schemeClr val="tx1"/>
                </a:solidFill>
                <a:latin typeface="Poppins" panose="00000500000000000000" pitchFamily="2" charset="0"/>
                <a:cs typeface="Poppins" panose="00000500000000000000" pitchFamily="2" charset="0"/>
              </a:rPr>
              <a:t> Service Desk Support </a:t>
            </a:r>
            <a:endParaRPr lang="en-US" sz="1333" dirty="0">
              <a:solidFill>
                <a:schemeClr val="bg1">
                  <a:lumMod val="75000"/>
                </a:schemeClr>
              </a:solidFill>
              <a:latin typeface="Poppins" panose="00000500000000000000" pitchFamily="2" charset="0"/>
              <a:cs typeface="Poppins" panose="00000500000000000000" pitchFamily="2" charset="0"/>
            </a:endParaRPr>
          </a:p>
        </p:txBody>
      </p:sp>
      <p:sp>
        <p:nvSpPr>
          <p:cNvPr id="51" name="Rectangle: Rounded Corners 50">
            <a:extLst>
              <a:ext uri="{FF2B5EF4-FFF2-40B4-BE49-F238E27FC236}">
                <a16:creationId xmlns:a16="http://schemas.microsoft.com/office/drawing/2014/main" id="{F3175993-C5D0-87A7-C876-3EDAA3A8B746}"/>
              </a:ext>
            </a:extLst>
          </p:cNvPr>
          <p:cNvSpPr/>
          <p:nvPr/>
        </p:nvSpPr>
        <p:spPr>
          <a:xfrm>
            <a:off x="598819" y="3029415"/>
            <a:ext cx="5622872" cy="449480"/>
          </a:xfrm>
          <a:prstGeom prst="roundRect">
            <a:avLst/>
          </a:prstGeom>
          <a:solidFill>
            <a:srgbClr val="006666"/>
          </a:solidFill>
          <a:ln>
            <a:solidFill>
              <a:srgbClr val="006666"/>
            </a:solidFill>
          </a:ln>
        </p:spPr>
        <p:style>
          <a:lnRef idx="1">
            <a:schemeClr val="accent1"/>
          </a:lnRef>
          <a:fillRef idx="3">
            <a:schemeClr val="accent1"/>
          </a:fillRef>
          <a:effectRef idx="2">
            <a:schemeClr val="accent1"/>
          </a:effectRef>
          <a:fontRef idx="minor">
            <a:schemeClr val="lt1"/>
          </a:fontRef>
        </p:style>
        <p:txBody>
          <a:bodyPr rtlCol="0" anchor="ctr"/>
          <a:lstStyle/>
          <a:p>
            <a:pPr defTabSz="914446">
              <a:defRPr/>
            </a:pPr>
            <a:r>
              <a:rPr lang="en-US" sz="1333" dirty="0">
                <a:solidFill>
                  <a:prstClr val="white"/>
                </a:solidFill>
                <a:latin typeface="Poppins" panose="00000500000000000000" pitchFamily="2" charset="0"/>
                <a:cs typeface="Poppins" panose="00000500000000000000" pitchFamily="2" charset="0"/>
              </a:rPr>
              <a:t>           Second Line Support (L2) – NCT Application Team</a:t>
            </a:r>
          </a:p>
        </p:txBody>
      </p:sp>
      <p:sp>
        <p:nvSpPr>
          <p:cNvPr id="56" name="Oval 55">
            <a:extLst>
              <a:ext uri="{FF2B5EF4-FFF2-40B4-BE49-F238E27FC236}">
                <a16:creationId xmlns:a16="http://schemas.microsoft.com/office/drawing/2014/main" id="{CF35845C-1E85-B0AB-B575-E5AA11EC3545}"/>
              </a:ext>
            </a:extLst>
          </p:cNvPr>
          <p:cNvSpPr/>
          <p:nvPr/>
        </p:nvSpPr>
        <p:spPr>
          <a:xfrm>
            <a:off x="396440" y="2381639"/>
            <a:ext cx="595762" cy="51143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8" name="TextBox 67">
            <a:extLst>
              <a:ext uri="{FF2B5EF4-FFF2-40B4-BE49-F238E27FC236}">
                <a16:creationId xmlns:a16="http://schemas.microsoft.com/office/drawing/2014/main" id="{1B99AFA3-A531-B1C1-5BF6-F2056034A298}"/>
              </a:ext>
            </a:extLst>
          </p:cNvPr>
          <p:cNvSpPr txBox="1"/>
          <p:nvPr/>
        </p:nvSpPr>
        <p:spPr>
          <a:xfrm>
            <a:off x="577756" y="834733"/>
            <a:ext cx="1902691" cy="369332"/>
          </a:xfrm>
          <a:prstGeom prst="rect">
            <a:avLst/>
          </a:prstGeom>
          <a:noFill/>
        </p:spPr>
        <p:txBody>
          <a:bodyPr wrap="square" rtlCol="0">
            <a:spAutoFit/>
          </a:bodyPr>
          <a:lstStyle/>
          <a:p>
            <a:pPr defTabSz="914446">
              <a:defRPr/>
            </a:pPr>
            <a:r>
              <a:rPr lang="en-US" b="1" u="sng" dirty="0">
                <a:solidFill>
                  <a:prstClr val="black"/>
                </a:solidFill>
                <a:latin typeface="Poppins" panose="00000500000000000000" pitchFamily="2" charset="0"/>
                <a:cs typeface="Poppins" panose="00000500000000000000" pitchFamily="2" charset="0"/>
              </a:rPr>
              <a:t>Support Model</a:t>
            </a:r>
          </a:p>
        </p:txBody>
      </p:sp>
      <p:sp>
        <p:nvSpPr>
          <p:cNvPr id="69" name="TextBox 68">
            <a:extLst>
              <a:ext uri="{FF2B5EF4-FFF2-40B4-BE49-F238E27FC236}">
                <a16:creationId xmlns:a16="http://schemas.microsoft.com/office/drawing/2014/main" id="{A0136E65-2584-4115-B9C7-CD2EE825447C}"/>
              </a:ext>
            </a:extLst>
          </p:cNvPr>
          <p:cNvSpPr txBox="1"/>
          <p:nvPr/>
        </p:nvSpPr>
        <p:spPr>
          <a:xfrm>
            <a:off x="577755" y="1176246"/>
            <a:ext cx="7392520" cy="338554"/>
          </a:xfrm>
          <a:prstGeom prst="rect">
            <a:avLst/>
          </a:prstGeom>
          <a:noFill/>
        </p:spPr>
        <p:txBody>
          <a:bodyPr wrap="square" rtlCol="0">
            <a:spAutoFit/>
          </a:bodyPr>
          <a:lstStyle/>
          <a:p>
            <a:pPr defTabSz="914446">
              <a:defRPr/>
            </a:pPr>
            <a:r>
              <a:rPr lang="en-US" sz="1600" dirty="0">
                <a:solidFill>
                  <a:prstClr val="black"/>
                </a:solidFill>
                <a:latin typeface="Poppins" panose="00000500000000000000" pitchFamily="2" charset="0"/>
                <a:cs typeface="Poppins" panose="00000500000000000000" pitchFamily="2" charset="0"/>
              </a:rPr>
              <a:t>This is the support model proposed by following the support level tier.</a:t>
            </a:r>
          </a:p>
        </p:txBody>
      </p:sp>
      <p:grpSp>
        <p:nvGrpSpPr>
          <p:cNvPr id="72" name="Group 71">
            <a:extLst>
              <a:ext uri="{FF2B5EF4-FFF2-40B4-BE49-F238E27FC236}">
                <a16:creationId xmlns:a16="http://schemas.microsoft.com/office/drawing/2014/main" id="{E2AEE7FA-08A5-F8AA-C4B9-AB35B84064C3}"/>
              </a:ext>
            </a:extLst>
          </p:cNvPr>
          <p:cNvGrpSpPr/>
          <p:nvPr/>
        </p:nvGrpSpPr>
        <p:grpSpPr>
          <a:xfrm>
            <a:off x="467528" y="2997800"/>
            <a:ext cx="497524" cy="489456"/>
            <a:chOff x="641519" y="3920781"/>
            <a:chExt cx="595762" cy="565069"/>
          </a:xfrm>
        </p:grpSpPr>
        <p:sp>
          <p:nvSpPr>
            <p:cNvPr id="73" name="Flowchart: Connector 72">
              <a:extLst>
                <a:ext uri="{FF2B5EF4-FFF2-40B4-BE49-F238E27FC236}">
                  <a16:creationId xmlns:a16="http://schemas.microsoft.com/office/drawing/2014/main" id="{41949707-0AE8-F775-328E-D7CBA68099EF}"/>
                </a:ext>
              </a:extLst>
            </p:cNvPr>
            <p:cNvSpPr/>
            <p:nvPr/>
          </p:nvSpPr>
          <p:spPr>
            <a:xfrm>
              <a:off x="641519" y="3920781"/>
              <a:ext cx="595762" cy="565069"/>
            </a:xfrm>
            <a:prstGeom prst="flowChartConnec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a:extLst>
                <a:ext uri="{FF2B5EF4-FFF2-40B4-BE49-F238E27FC236}">
                  <a16:creationId xmlns:a16="http://schemas.microsoft.com/office/drawing/2014/main" id="{F9141436-EAAA-BCEE-9BE9-12E86535549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2046" t="-9567" r="21763" b="37503"/>
            <a:stretch/>
          </p:blipFill>
          <p:spPr>
            <a:xfrm>
              <a:off x="662887" y="4022455"/>
              <a:ext cx="553025" cy="361719"/>
            </a:xfrm>
            <a:prstGeom prst="rect">
              <a:avLst/>
            </a:prstGeom>
          </p:spPr>
        </p:pic>
      </p:grpSp>
      <p:pic>
        <p:nvPicPr>
          <p:cNvPr id="76" name="Picture 75" descr="A picture containing light&#10;&#10;Description automatically generated">
            <a:extLst>
              <a:ext uri="{FF2B5EF4-FFF2-40B4-BE49-F238E27FC236}">
                <a16:creationId xmlns:a16="http://schemas.microsoft.com/office/drawing/2014/main" id="{5E289EA9-DA8D-1383-CF6A-4D682B7721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9672" y="1498600"/>
            <a:ext cx="761594" cy="761594"/>
          </a:xfrm>
          <a:prstGeom prst="rect">
            <a:avLst/>
          </a:prstGeom>
        </p:spPr>
      </p:pic>
      <p:pic>
        <p:nvPicPr>
          <p:cNvPr id="77" name="Picture 76" descr="A close up of a logo&#10;&#10;Description automatically generated">
            <a:extLst>
              <a:ext uri="{FF2B5EF4-FFF2-40B4-BE49-F238E27FC236}">
                <a16:creationId xmlns:a16="http://schemas.microsoft.com/office/drawing/2014/main" id="{065A170F-69C3-360C-A9C8-30B0ED23607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7250" y="1498600"/>
            <a:ext cx="595762" cy="790232"/>
          </a:xfrm>
          <a:prstGeom prst="rect">
            <a:avLst/>
          </a:prstGeom>
        </p:spPr>
      </p:pic>
      <p:sp>
        <p:nvSpPr>
          <p:cNvPr id="81" name="그림 개체 틀 7">
            <a:extLst>
              <a:ext uri="{FF2B5EF4-FFF2-40B4-BE49-F238E27FC236}">
                <a16:creationId xmlns:a16="http://schemas.microsoft.com/office/drawing/2014/main" id="{1555894E-BB39-4E48-A195-342D50D8FD56}"/>
              </a:ext>
            </a:extLst>
          </p:cNvPr>
          <p:cNvSpPr>
            <a:spLocks noGrp="1"/>
          </p:cNvSpPr>
          <p:nvPr>
            <p:ph type="pic" idx="16"/>
          </p:nvPr>
        </p:nvSpPr>
        <p:spPr>
          <a:xfrm>
            <a:off x="4927601" y="-25400"/>
            <a:ext cx="7264400" cy="6883400"/>
          </a:xfrm>
          <a:blipFill>
            <a:blip r:embed="rId6">
              <a:alphaModFix amt="70000"/>
            </a:blip>
            <a:stretch>
              <a:fillRect/>
            </a:stretch>
          </a:blipFill>
        </p:spPr>
        <p:txBody>
          <a:bodyPr/>
          <a:lstStyle/>
          <a:p>
            <a:endParaRPr lang="en-US" dirty="0"/>
          </a:p>
        </p:txBody>
      </p:sp>
      <p:sp>
        <p:nvSpPr>
          <p:cNvPr id="33" name="Rectangle 32">
            <a:extLst>
              <a:ext uri="{FF2B5EF4-FFF2-40B4-BE49-F238E27FC236}">
                <a16:creationId xmlns:a16="http://schemas.microsoft.com/office/drawing/2014/main" id="{96D99F2A-CA9C-69D8-C778-B1C291DF3BEE}"/>
              </a:ext>
            </a:extLst>
          </p:cNvPr>
          <p:cNvSpPr/>
          <p:nvPr/>
        </p:nvSpPr>
        <p:spPr>
          <a:xfrm>
            <a:off x="640920" y="3527613"/>
            <a:ext cx="5580771" cy="112180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8" name="TextBox 37">
            <a:extLst>
              <a:ext uri="{FF2B5EF4-FFF2-40B4-BE49-F238E27FC236}">
                <a16:creationId xmlns:a16="http://schemas.microsoft.com/office/drawing/2014/main" id="{4B9D9682-6152-E641-0DA8-3DB60CD8940D}"/>
              </a:ext>
            </a:extLst>
          </p:cNvPr>
          <p:cNvSpPr txBox="1"/>
          <p:nvPr/>
        </p:nvSpPr>
        <p:spPr>
          <a:xfrm>
            <a:off x="710686" y="3562208"/>
            <a:ext cx="5380457" cy="461665"/>
          </a:xfrm>
          <a:prstGeom prst="rect">
            <a:avLst/>
          </a:prstGeom>
          <a:noFill/>
        </p:spPr>
        <p:txBody>
          <a:bodyPr wrap="square" rtlCol="0">
            <a:spAutoFit/>
          </a:bodyPr>
          <a:lstStyle/>
          <a:p>
            <a:pPr defTabSz="914446">
              <a:defRPr/>
            </a:pPr>
            <a:r>
              <a:rPr lang="en-US" sz="1200" b="1" dirty="0">
                <a:solidFill>
                  <a:prstClr val="black"/>
                </a:solidFill>
                <a:latin typeface="Poppins" panose="00000500000000000000" pitchFamily="2" charset="0"/>
                <a:cs typeface="Poppins" panose="00000500000000000000" pitchFamily="2" charset="0"/>
              </a:rPr>
              <a:t>Support Channel</a:t>
            </a:r>
            <a:r>
              <a:rPr lang="en-US" sz="1200" dirty="0">
                <a:solidFill>
                  <a:prstClr val="black"/>
                </a:solidFill>
                <a:latin typeface="Poppins" panose="00000500000000000000" pitchFamily="2" charset="0"/>
                <a:cs typeface="Poppins" panose="00000500000000000000" pitchFamily="2" charset="0"/>
              </a:rPr>
              <a:t>: </a:t>
            </a:r>
            <a:r>
              <a:rPr lang="en-US" sz="1200" dirty="0">
                <a:solidFill>
                  <a:prstClr val="black"/>
                </a:solidFill>
                <a:latin typeface="Poppins" panose="00000500000000000000" pitchFamily="2" charset="0"/>
                <a:cs typeface="Arial" panose="020B0604020202020204" pitchFamily="34" charset="0"/>
              </a:rPr>
              <a:t> Email: </a:t>
            </a:r>
            <a:r>
              <a:rPr lang="en-US" sz="1200" dirty="0">
                <a:solidFill>
                  <a:srgbClr val="0000FF"/>
                </a:solidFill>
                <a:latin typeface="Poppins" panose="00000500000000000000" pitchFamily="2" charset="0"/>
                <a:cs typeface="Poppins" panose="00000500000000000000" pitchFamily="2" charset="0"/>
              </a:rPr>
              <a:t>wty.nmtsupport@nctthai.com</a:t>
            </a:r>
          </a:p>
          <a:p>
            <a:pPr defTabSz="914446">
              <a:defRPr/>
            </a:pPr>
            <a:r>
              <a:rPr lang="en-US" sz="1200" dirty="0">
                <a:solidFill>
                  <a:prstClr val="black"/>
                </a:solidFill>
                <a:latin typeface="Poppins" panose="00000500000000000000" pitchFamily="2" charset="0"/>
                <a:cs typeface="Poppins" panose="00000500000000000000" pitchFamily="2" charset="0"/>
              </a:rPr>
              <a:t>                                   Tel: 061-392-8008, 02-115-9787</a:t>
            </a:r>
          </a:p>
        </p:txBody>
      </p:sp>
      <p:sp>
        <p:nvSpPr>
          <p:cNvPr id="39" name="TextBox 38">
            <a:extLst>
              <a:ext uri="{FF2B5EF4-FFF2-40B4-BE49-F238E27FC236}">
                <a16:creationId xmlns:a16="http://schemas.microsoft.com/office/drawing/2014/main" id="{D10CF8F1-531D-D656-4E51-43D4F90109F7}"/>
              </a:ext>
            </a:extLst>
          </p:cNvPr>
          <p:cNvSpPr txBox="1"/>
          <p:nvPr/>
        </p:nvSpPr>
        <p:spPr>
          <a:xfrm>
            <a:off x="702301" y="3997154"/>
            <a:ext cx="5397228" cy="461665"/>
          </a:xfrm>
          <a:prstGeom prst="rect">
            <a:avLst/>
          </a:prstGeom>
          <a:noFill/>
        </p:spPr>
        <p:txBody>
          <a:bodyPr wrap="square" rtlCol="0">
            <a:spAutoFit/>
          </a:bodyPr>
          <a:lstStyle/>
          <a:p>
            <a:pPr defTabSz="914446">
              <a:defRPr/>
            </a:pPr>
            <a:r>
              <a:rPr lang="en-US" sz="1200" b="1" dirty="0">
                <a:solidFill>
                  <a:prstClr val="black"/>
                </a:solidFill>
                <a:latin typeface="Poppins" panose="00000500000000000000" pitchFamily="2" charset="0"/>
                <a:cs typeface="Poppins" panose="00000500000000000000" pitchFamily="2" charset="0"/>
              </a:rPr>
              <a:t>Support Time</a:t>
            </a:r>
            <a:r>
              <a:rPr lang="en-US" sz="1200" dirty="0">
                <a:solidFill>
                  <a:prstClr val="black"/>
                </a:solidFill>
                <a:latin typeface="Poppins" panose="00000500000000000000" pitchFamily="2" charset="0"/>
                <a:cs typeface="Poppins" panose="00000500000000000000" pitchFamily="2" charset="0"/>
              </a:rPr>
              <a:t>: Monday – Friday at 09.00 AM – 06.00 PM</a:t>
            </a:r>
          </a:p>
          <a:p>
            <a:pPr defTabSz="914446">
              <a:defRPr/>
            </a:pPr>
            <a:r>
              <a:rPr lang="en-US" sz="1200" dirty="0">
                <a:solidFill>
                  <a:prstClr val="black"/>
                </a:solidFill>
                <a:latin typeface="Poppins" panose="00000500000000000000" pitchFamily="2" charset="0"/>
                <a:ea typeface="Meiryo UI" panose="020B0604030504040204" pitchFamily="50" charset="-128"/>
                <a:cs typeface="Poppins" panose="00000500000000000000" pitchFamily="2" charset="0"/>
              </a:rPr>
              <a:t>                           Excluding Thai National holiday.</a:t>
            </a:r>
            <a:r>
              <a:rPr lang="en-US" sz="1200" dirty="0">
                <a:solidFill>
                  <a:prstClr val="black"/>
                </a:solidFill>
                <a:latin typeface="Poppins" panose="00000500000000000000" pitchFamily="2" charset="0"/>
                <a:cs typeface="Poppins" panose="00000500000000000000" pitchFamily="2" charset="0"/>
              </a:rPr>
              <a:t> </a:t>
            </a:r>
          </a:p>
        </p:txBody>
      </p:sp>
      <p:sp>
        <p:nvSpPr>
          <p:cNvPr id="40" name="TextBox 39">
            <a:extLst>
              <a:ext uri="{FF2B5EF4-FFF2-40B4-BE49-F238E27FC236}">
                <a16:creationId xmlns:a16="http://schemas.microsoft.com/office/drawing/2014/main" id="{61556B2D-608B-F0FD-8885-B786A1609E9B}"/>
              </a:ext>
            </a:extLst>
          </p:cNvPr>
          <p:cNvSpPr txBox="1"/>
          <p:nvPr/>
        </p:nvSpPr>
        <p:spPr>
          <a:xfrm>
            <a:off x="651903" y="4429222"/>
            <a:ext cx="5088391" cy="276999"/>
          </a:xfrm>
          <a:prstGeom prst="rect">
            <a:avLst/>
          </a:prstGeom>
          <a:noFill/>
        </p:spPr>
        <p:txBody>
          <a:bodyPr wrap="square" rtlCol="0">
            <a:spAutoFit/>
          </a:bodyPr>
          <a:lstStyle/>
          <a:p>
            <a:pPr defTabSz="914446">
              <a:defRPr/>
            </a:pPr>
            <a:r>
              <a:rPr lang="en-US" sz="1200" b="1" dirty="0">
                <a:solidFill>
                  <a:prstClr val="black"/>
                </a:solidFill>
                <a:latin typeface="Poppins" panose="00000500000000000000" pitchFamily="2" charset="0"/>
                <a:cs typeface="Poppins" panose="00000500000000000000" pitchFamily="2" charset="0"/>
              </a:rPr>
              <a:t>Support Period</a:t>
            </a:r>
            <a:r>
              <a:rPr lang="en-US" sz="1200" dirty="0">
                <a:solidFill>
                  <a:prstClr val="black"/>
                </a:solidFill>
                <a:latin typeface="Poppins" panose="00000500000000000000" pitchFamily="2" charset="0"/>
                <a:cs typeface="Poppins" panose="00000500000000000000" pitchFamily="2" charset="0"/>
              </a:rPr>
              <a:t>: </a:t>
            </a:r>
            <a:r>
              <a:rPr lang="en-US" sz="1200" dirty="0">
                <a:solidFill>
                  <a:srgbClr val="FF0000"/>
                </a:solidFill>
                <a:latin typeface="Poppins" panose="00000500000000000000" pitchFamily="2" charset="0"/>
                <a:cs typeface="Poppins" panose="00000500000000000000" pitchFamily="2" charset="0"/>
              </a:rPr>
              <a:t>Warranty X month after go-live</a:t>
            </a:r>
            <a:r>
              <a:rPr lang="en-US" sz="1200" dirty="0">
                <a:solidFill>
                  <a:prstClr val="black"/>
                </a:solidFill>
                <a:latin typeface="Poppins" panose="00000500000000000000" pitchFamily="2" charset="0"/>
                <a:cs typeface="Poppins" panose="00000500000000000000" pitchFamily="2" charset="0"/>
              </a:rPr>
              <a:t>. </a:t>
            </a:r>
            <a:endParaRPr lang="en-US" sz="1200" i="1" dirty="0">
              <a:solidFill>
                <a:prstClr val="black"/>
              </a:solidFill>
              <a:highlight>
                <a:srgbClr val="FFFF00"/>
              </a:highlight>
              <a:latin typeface="Poppins" panose="00000500000000000000" pitchFamily="2" charset="0"/>
              <a:cs typeface="Poppins" panose="00000500000000000000" pitchFamily="2" charset="0"/>
            </a:endParaRPr>
          </a:p>
        </p:txBody>
      </p:sp>
      <p:grpSp>
        <p:nvGrpSpPr>
          <p:cNvPr id="3" name="Group 14">
            <a:extLst>
              <a:ext uri="{FF2B5EF4-FFF2-40B4-BE49-F238E27FC236}">
                <a16:creationId xmlns:a16="http://schemas.microsoft.com/office/drawing/2014/main" id="{54DAE067-F6CE-5552-0FA4-E81DE6E174C0}"/>
              </a:ext>
            </a:extLst>
          </p:cNvPr>
          <p:cNvGrpSpPr/>
          <p:nvPr/>
        </p:nvGrpSpPr>
        <p:grpSpPr>
          <a:xfrm rot="5400000">
            <a:off x="747383" y="5967444"/>
            <a:ext cx="147484" cy="1655546"/>
            <a:chOff x="0" y="0"/>
            <a:chExt cx="152400" cy="1710731"/>
          </a:xfrm>
          <a:solidFill>
            <a:srgbClr val="006666"/>
          </a:solidFill>
        </p:grpSpPr>
        <p:sp>
          <p:nvSpPr>
            <p:cNvPr id="4" name="Freeform 15">
              <a:extLst>
                <a:ext uri="{FF2B5EF4-FFF2-40B4-BE49-F238E27FC236}">
                  <a16:creationId xmlns:a16="http://schemas.microsoft.com/office/drawing/2014/main" id="{AA5F750A-B31C-B7F5-0303-86BF3650F4E6}"/>
                </a:ext>
              </a:extLst>
            </p:cNvPr>
            <p:cNvSpPr/>
            <p:nvPr/>
          </p:nvSpPr>
          <p:spPr>
            <a:xfrm>
              <a:off x="0" y="0"/>
              <a:ext cx="152400" cy="1710731"/>
            </a:xfrm>
            <a:custGeom>
              <a:avLst/>
              <a:gdLst/>
              <a:ahLst/>
              <a:cxnLst/>
              <a:rect l="l" t="t" r="r" b="b"/>
              <a:pathLst>
                <a:path w="152400" h="1710731">
                  <a:moveTo>
                    <a:pt x="0" y="0"/>
                  </a:moveTo>
                  <a:lnTo>
                    <a:pt x="152400" y="0"/>
                  </a:lnTo>
                  <a:lnTo>
                    <a:pt x="152400" y="1710731"/>
                  </a:lnTo>
                  <a:lnTo>
                    <a:pt x="0" y="1710731"/>
                  </a:lnTo>
                  <a:close/>
                </a:path>
              </a:pathLst>
            </a:custGeom>
            <a:grpFill/>
          </p:spPr>
          <p:txBody>
            <a:bodyPr/>
            <a:lstStyle/>
            <a:p>
              <a:endParaRPr lang="en-US" sz="1200"/>
            </a:p>
          </p:txBody>
        </p:sp>
      </p:grpSp>
      <p:grpSp>
        <p:nvGrpSpPr>
          <p:cNvPr id="5" name="Group 16">
            <a:extLst>
              <a:ext uri="{FF2B5EF4-FFF2-40B4-BE49-F238E27FC236}">
                <a16:creationId xmlns:a16="http://schemas.microsoft.com/office/drawing/2014/main" id="{3E4F1D0A-07D7-1258-434B-ADB9ADEC3457}"/>
              </a:ext>
            </a:extLst>
          </p:cNvPr>
          <p:cNvGrpSpPr/>
          <p:nvPr/>
        </p:nvGrpSpPr>
        <p:grpSpPr>
          <a:xfrm rot="5400000">
            <a:off x="1575156" y="5967444"/>
            <a:ext cx="147484" cy="1655546"/>
            <a:chOff x="0" y="0"/>
            <a:chExt cx="152400" cy="1710731"/>
          </a:xfrm>
        </p:grpSpPr>
        <p:sp>
          <p:nvSpPr>
            <p:cNvPr id="7" name="Freeform 17">
              <a:extLst>
                <a:ext uri="{FF2B5EF4-FFF2-40B4-BE49-F238E27FC236}">
                  <a16:creationId xmlns:a16="http://schemas.microsoft.com/office/drawing/2014/main" id="{67315894-77C9-EFEE-B32A-52DCEE30D535}"/>
                </a:ext>
              </a:extLst>
            </p:cNvPr>
            <p:cNvSpPr/>
            <p:nvPr/>
          </p:nvSpPr>
          <p:spPr>
            <a:xfrm>
              <a:off x="0" y="0"/>
              <a:ext cx="152400" cy="1710731"/>
            </a:xfrm>
            <a:custGeom>
              <a:avLst/>
              <a:gdLst/>
              <a:ahLst/>
              <a:cxnLst/>
              <a:rect l="l" t="t" r="r" b="b"/>
              <a:pathLst>
                <a:path w="152400" h="1710731">
                  <a:moveTo>
                    <a:pt x="0" y="0"/>
                  </a:moveTo>
                  <a:lnTo>
                    <a:pt x="152400" y="0"/>
                  </a:lnTo>
                  <a:lnTo>
                    <a:pt x="152400" y="1710731"/>
                  </a:lnTo>
                  <a:lnTo>
                    <a:pt x="0" y="1710731"/>
                  </a:lnTo>
                  <a:close/>
                </a:path>
              </a:pathLst>
            </a:custGeom>
            <a:solidFill>
              <a:srgbClr val="E1E1E1">
                <a:alpha val="74902"/>
              </a:srgbClr>
            </a:solidFill>
          </p:spPr>
          <p:txBody>
            <a:bodyPr/>
            <a:lstStyle/>
            <a:p>
              <a:endParaRPr lang="en-US" sz="1200"/>
            </a:p>
          </p:txBody>
        </p:sp>
      </p:grpSp>
      <p:sp>
        <p:nvSpPr>
          <p:cNvPr id="9" name="Slide Number Placeholder 1">
            <a:extLst>
              <a:ext uri="{FF2B5EF4-FFF2-40B4-BE49-F238E27FC236}">
                <a16:creationId xmlns:a16="http://schemas.microsoft.com/office/drawing/2014/main" id="{6366328E-E0F9-9FA8-86BA-95925589ABF7}"/>
              </a:ext>
            </a:extLst>
          </p:cNvPr>
          <p:cNvSpPr txBox="1">
            <a:spLocks/>
          </p:cNvSpPr>
          <p:nvPr/>
        </p:nvSpPr>
        <p:spPr>
          <a:xfrm>
            <a:off x="10794948" y="6579083"/>
            <a:ext cx="1422400" cy="24341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46">
              <a:defRPr/>
            </a:pPr>
            <a:fld id="{5E5634F8-C5C6-4843-9A92-B93B76582613}" type="slidenum">
              <a:rPr lang="en-US" sz="1333" smtClean="0">
                <a:solidFill>
                  <a:prstClr val="black"/>
                </a:solidFill>
                <a:latin typeface="Poppins" panose="00000500000000000000" pitchFamily="2" charset="0"/>
                <a:cs typeface="Poppins" panose="00000500000000000000" pitchFamily="2" charset="0"/>
              </a:rPr>
              <a:pPr defTabSz="914446">
                <a:defRPr/>
              </a:pPr>
              <a:t>24</a:t>
            </a:fld>
            <a:endParaRPr lang="en-US" sz="1333" dirty="0">
              <a:solidFill>
                <a:prstClr val="black"/>
              </a:solidFill>
              <a:latin typeface="Poppins" panose="00000500000000000000" pitchFamily="2" charset="0"/>
              <a:cs typeface="Poppins" panose="00000500000000000000" pitchFamily="2" charset="0"/>
            </a:endParaRPr>
          </a:p>
        </p:txBody>
      </p:sp>
      <p:pic>
        <p:nvPicPr>
          <p:cNvPr id="8" name="Picture 7">
            <a:extLst>
              <a:ext uri="{FF2B5EF4-FFF2-40B4-BE49-F238E27FC236}">
                <a16:creationId xmlns:a16="http://schemas.microsoft.com/office/drawing/2014/main" id="{6B9B6AC9-172D-D171-3041-23C7C4F98BF7}"/>
              </a:ext>
            </a:extLst>
          </p:cNvPr>
          <p:cNvPicPr>
            <a:picLocks noChangeAspect="1"/>
          </p:cNvPicPr>
          <p:nvPr/>
        </p:nvPicPr>
        <p:blipFill>
          <a:blip r:embed="rId7"/>
          <a:stretch>
            <a:fillRect/>
          </a:stretch>
        </p:blipFill>
        <p:spPr>
          <a:xfrm>
            <a:off x="5487686" y="3538743"/>
            <a:ext cx="711654" cy="1099541"/>
          </a:xfrm>
          <a:prstGeom prst="rect">
            <a:avLst/>
          </a:prstGeom>
        </p:spPr>
      </p:pic>
      <p:sp>
        <p:nvSpPr>
          <p:cNvPr id="13" name="TextBox 12">
            <a:extLst>
              <a:ext uri="{FF2B5EF4-FFF2-40B4-BE49-F238E27FC236}">
                <a16:creationId xmlns:a16="http://schemas.microsoft.com/office/drawing/2014/main" id="{0C4F96A1-9ADB-0304-DAE1-CD5F1D088562}"/>
              </a:ext>
            </a:extLst>
          </p:cNvPr>
          <p:cNvSpPr txBox="1"/>
          <p:nvPr/>
        </p:nvSpPr>
        <p:spPr>
          <a:xfrm>
            <a:off x="577755" y="6067029"/>
            <a:ext cx="6121666" cy="235898"/>
          </a:xfrm>
          <a:prstGeom prst="rect">
            <a:avLst/>
          </a:prstGeom>
          <a:noFill/>
        </p:spPr>
        <p:txBody>
          <a:bodyPr wrap="square">
            <a:spAutoFit/>
          </a:bodyPr>
          <a:lstStyle/>
          <a:p>
            <a:pPr defTabSz="914446" eaLnBrk="0" fontAlgn="base" hangingPunct="0">
              <a:spcBef>
                <a:spcPts val="600"/>
              </a:spcBef>
              <a:spcAft>
                <a:spcPct val="0"/>
              </a:spcAft>
              <a:defRPr/>
            </a:pPr>
            <a:r>
              <a:rPr lang="en-US" sz="933" dirty="0">
                <a:solidFill>
                  <a:srgbClr val="C00000"/>
                </a:solidFill>
                <a:latin typeface="Poppins" panose="00000500000000000000" pitchFamily="2" charset="0"/>
                <a:cs typeface="Poppins" panose="00000500000000000000" pitchFamily="2" charset="0"/>
              </a:rPr>
              <a:t>Remark: For Emergency flow, We will send after Go-Live</a:t>
            </a:r>
            <a:r>
              <a:rPr lang="en-GB" sz="933" dirty="0">
                <a:solidFill>
                  <a:srgbClr val="C00000"/>
                </a:solidFill>
                <a:latin typeface="Poppins" panose="00000500000000000000" pitchFamily="2" charset="0"/>
                <a:cs typeface="Poppins" panose="00000500000000000000" pitchFamily="2" charset="0"/>
              </a:rPr>
              <a:t>!!</a:t>
            </a:r>
            <a:endParaRPr lang="en-US" sz="933" dirty="0">
              <a:solidFill>
                <a:srgbClr val="C00000"/>
              </a:solidFill>
              <a:latin typeface="Poppins" panose="00000500000000000000" pitchFamily="2" charset="0"/>
              <a:cs typeface="Poppins" panose="00000500000000000000" pitchFamily="2" charset="0"/>
            </a:endParaRPr>
          </a:p>
        </p:txBody>
      </p:sp>
      <p:pic>
        <p:nvPicPr>
          <p:cNvPr id="27" name="Picture 26" descr="Home - บริษัท เอเชีย กรีน เอนเนอจี จำกัด (มหาชน)">
            <a:extLst>
              <a:ext uri="{FF2B5EF4-FFF2-40B4-BE49-F238E27FC236}">
                <a16:creationId xmlns:a16="http://schemas.microsoft.com/office/drawing/2014/main" id="{0AE67FCE-77F1-46C9-05A5-FE77F3A5AA64}"/>
              </a:ext>
            </a:extLst>
          </p:cNvPr>
          <p:cNvPicPr>
            <a:picLocks noChangeAspect="1"/>
          </p:cNvPicPr>
          <p:nvPr/>
        </p:nvPicPr>
        <p:blipFill>
          <a:blip r:embed="rId8"/>
          <a:stretch>
            <a:fillRect/>
          </a:stretch>
        </p:blipFill>
        <p:spPr>
          <a:xfrm>
            <a:off x="467528" y="2484496"/>
            <a:ext cx="443295" cy="275971"/>
          </a:xfrm>
          <a:prstGeom prst="rect">
            <a:avLst/>
          </a:prstGeom>
        </p:spPr>
      </p:pic>
      <p:sp>
        <p:nvSpPr>
          <p:cNvPr id="35" name="age">
            <a:extLst>
              <a:ext uri="{FF2B5EF4-FFF2-40B4-BE49-F238E27FC236}">
                <a16:creationId xmlns:a16="http://schemas.microsoft.com/office/drawing/2014/main" id="{2693F4D2-9D84-F20C-8F2A-9FFADDB1B609}"/>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grpSp>
        <p:nvGrpSpPr>
          <p:cNvPr id="36" name="Group 35">
            <a:extLst>
              <a:ext uri="{FF2B5EF4-FFF2-40B4-BE49-F238E27FC236}">
                <a16:creationId xmlns:a16="http://schemas.microsoft.com/office/drawing/2014/main" id="{D591858D-6194-4603-ED37-53714671D0CD}"/>
              </a:ext>
            </a:extLst>
          </p:cNvPr>
          <p:cNvGrpSpPr/>
          <p:nvPr/>
        </p:nvGrpSpPr>
        <p:grpSpPr>
          <a:xfrm>
            <a:off x="10566400" y="-25400"/>
            <a:ext cx="1625600" cy="545786"/>
            <a:chOff x="10566400" y="-25400"/>
            <a:chExt cx="1625600" cy="545786"/>
          </a:xfrm>
        </p:grpSpPr>
        <p:grpSp>
          <p:nvGrpSpPr>
            <p:cNvPr id="37" name="Group 36">
              <a:extLst>
                <a:ext uri="{FF2B5EF4-FFF2-40B4-BE49-F238E27FC236}">
                  <a16:creationId xmlns:a16="http://schemas.microsoft.com/office/drawing/2014/main" id="{2032D90B-634A-44FB-245A-0B2732220558}"/>
                </a:ext>
              </a:extLst>
            </p:cNvPr>
            <p:cNvGrpSpPr/>
            <p:nvPr/>
          </p:nvGrpSpPr>
          <p:grpSpPr>
            <a:xfrm>
              <a:off x="10566400" y="-25400"/>
              <a:ext cx="1625600" cy="545786"/>
              <a:chOff x="15849600" y="0"/>
              <a:chExt cx="2438400" cy="818679"/>
            </a:xfrm>
          </p:grpSpPr>
          <p:sp>
            <p:nvSpPr>
              <p:cNvPr id="42" name="Rectangle: Top Corners Rounded 41">
                <a:extLst>
                  <a:ext uri="{FF2B5EF4-FFF2-40B4-BE49-F238E27FC236}">
                    <a16:creationId xmlns:a16="http://schemas.microsoft.com/office/drawing/2014/main" id="{D8E7187D-A95A-4AA0-5948-4347E1CC50FB}"/>
                  </a:ext>
                </a:extLst>
              </p:cNvPr>
              <p:cNvSpPr/>
              <p:nvPr/>
            </p:nvSpPr>
            <p:spPr>
              <a:xfrm rot="10800000">
                <a:off x="15849600" y="38100"/>
                <a:ext cx="2411660" cy="780579"/>
              </a:xfrm>
              <a:prstGeom prst="round2Same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angle: Top Corners Rounded 42">
                <a:extLst>
                  <a:ext uri="{FF2B5EF4-FFF2-40B4-BE49-F238E27FC236}">
                    <a16:creationId xmlns:a16="http://schemas.microsoft.com/office/drawing/2014/main" id="{46B7C00B-025B-EFD5-C595-BC18DDBC5D04}"/>
                  </a:ext>
                </a:extLst>
              </p:cNvPr>
              <p:cNvSpPr/>
              <p:nvPr/>
            </p:nvSpPr>
            <p:spPr>
              <a:xfrm rot="10800000">
                <a:off x="15876343" y="0"/>
                <a:ext cx="2411657" cy="770069"/>
              </a:xfrm>
              <a:prstGeom prst="round2Same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44" name="Freeform 10">
                <a:extLst>
                  <a:ext uri="{FF2B5EF4-FFF2-40B4-BE49-F238E27FC236}">
                    <a16:creationId xmlns:a16="http://schemas.microsoft.com/office/drawing/2014/main" id="{34129952-66B0-0846-D4E3-6BF8E56733CF}"/>
                  </a:ext>
                </a:extLst>
              </p:cNvPr>
              <p:cNvSpPr/>
              <p:nvPr/>
            </p:nvSpPr>
            <p:spPr>
              <a:xfrm>
                <a:off x="17049533" y="81363"/>
                <a:ext cx="1165535" cy="594422"/>
              </a:xfrm>
              <a:custGeom>
                <a:avLst/>
                <a:gdLst/>
                <a:ahLst/>
                <a:cxnLst/>
                <a:rect l="l" t="t" r="r" b="b"/>
                <a:pathLst>
                  <a:path w="1165534" h="594422">
                    <a:moveTo>
                      <a:pt x="0" y="0"/>
                    </a:moveTo>
                    <a:lnTo>
                      <a:pt x="1165534" y="0"/>
                    </a:lnTo>
                    <a:lnTo>
                      <a:pt x="1165534" y="594423"/>
                    </a:lnTo>
                    <a:lnTo>
                      <a:pt x="0" y="594423"/>
                    </a:lnTo>
                    <a:lnTo>
                      <a:pt x="0" y="0"/>
                    </a:lnTo>
                    <a:close/>
                  </a:path>
                </a:pathLst>
              </a:custGeom>
              <a:blipFill>
                <a:blip r:embed="rId9"/>
                <a:stretch>
                  <a:fillRect/>
                </a:stretch>
              </a:blipFill>
              <a:ln>
                <a:noFill/>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41" name="Picture 40" descr="Home - บริษัท เอเชีย กรีน เอนเนอจี จำกัด (มหาชน)">
              <a:extLst>
                <a:ext uri="{FF2B5EF4-FFF2-40B4-BE49-F238E27FC236}">
                  <a16:creationId xmlns:a16="http://schemas.microsoft.com/office/drawing/2014/main" id="{AE415FD1-EE89-4B3F-6675-AE37E5E78A53}"/>
                </a:ext>
              </a:extLst>
            </p:cNvPr>
            <p:cNvPicPr>
              <a:picLocks noChangeAspect="1"/>
            </p:cNvPicPr>
            <p:nvPr/>
          </p:nvPicPr>
          <p:blipFill>
            <a:blip r:embed="rId8"/>
            <a:stretch>
              <a:fillRect/>
            </a:stretch>
          </p:blipFill>
          <p:spPr>
            <a:xfrm>
              <a:off x="10705450" y="88996"/>
              <a:ext cx="534700" cy="326053"/>
            </a:xfrm>
            <a:prstGeom prst="rect">
              <a:avLst/>
            </a:prstGeom>
          </p:spPr>
        </p:pic>
      </p:grpSp>
    </p:spTree>
    <p:extLst>
      <p:ext uri="{BB962C8B-B14F-4D97-AF65-F5344CB8AC3E}">
        <p14:creationId xmlns:p14="http://schemas.microsoft.com/office/powerpoint/2010/main" val="239633775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AFFE56C1-FB56-2F0D-3F61-C4EFFE27BB48}"/>
              </a:ext>
            </a:extLst>
          </p:cNvPr>
          <p:cNvSpPr txBox="1"/>
          <p:nvPr/>
        </p:nvSpPr>
        <p:spPr>
          <a:xfrm>
            <a:off x="830430" y="4301910"/>
            <a:ext cx="2450794" cy="256545"/>
          </a:xfrm>
          <a:prstGeom prst="rect">
            <a:avLst/>
          </a:prstGeom>
          <a:noFill/>
        </p:spPr>
        <p:txBody>
          <a:bodyPr wrap="square">
            <a:spAutoFit/>
          </a:bodyPr>
          <a:lstStyle/>
          <a:p>
            <a:pPr marL="190510" marR="0" lvl="0" indent="-19051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67" b="0" i="0" u="none" strike="noStrike" kern="1200" cap="none" spc="-3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O</a:t>
            </a:r>
            <a:r>
              <a:rPr kumimoji="0" lang="en-US" sz="1067" b="0" i="0" u="none" strike="noStrike" kern="1200" cap="none" spc="-3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n-Site 20-50 people</a:t>
            </a:r>
          </a:p>
        </p:txBody>
      </p:sp>
      <p:sp>
        <p:nvSpPr>
          <p:cNvPr id="36" name="TextBox 35">
            <a:extLst>
              <a:ext uri="{FF2B5EF4-FFF2-40B4-BE49-F238E27FC236}">
                <a16:creationId xmlns:a16="http://schemas.microsoft.com/office/drawing/2014/main" id="{9BEF0621-0F9C-5D9E-3E66-CE8003652FA4}"/>
              </a:ext>
            </a:extLst>
          </p:cNvPr>
          <p:cNvSpPr txBox="1"/>
          <p:nvPr/>
        </p:nvSpPr>
        <p:spPr>
          <a:xfrm>
            <a:off x="4508380" y="4288425"/>
            <a:ext cx="2450794" cy="256545"/>
          </a:xfrm>
          <a:prstGeom prst="rect">
            <a:avLst/>
          </a:prstGeom>
          <a:noFill/>
        </p:spPr>
        <p:txBody>
          <a:bodyPr wrap="square">
            <a:spAutoFit/>
          </a:bodyPr>
          <a:lstStyle/>
          <a:p>
            <a:pPr marL="190510" marR="0" lvl="0" indent="-19051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67" b="0" i="0" u="none" strike="noStrike" kern="1200" cap="none" spc="-3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O</a:t>
            </a:r>
            <a:r>
              <a:rPr kumimoji="0" lang="en-US" sz="1067" b="0" i="0" u="none" strike="noStrike" kern="1200" cap="none" spc="-3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n-Site 2-20 people</a:t>
            </a:r>
          </a:p>
        </p:txBody>
      </p:sp>
      <p:sp>
        <p:nvSpPr>
          <p:cNvPr id="37" name="TextBox 36">
            <a:extLst>
              <a:ext uri="{FF2B5EF4-FFF2-40B4-BE49-F238E27FC236}">
                <a16:creationId xmlns:a16="http://schemas.microsoft.com/office/drawing/2014/main" id="{8FF81CC6-83FE-618E-AE30-29DA239F74FB}"/>
              </a:ext>
            </a:extLst>
          </p:cNvPr>
          <p:cNvSpPr txBox="1"/>
          <p:nvPr/>
        </p:nvSpPr>
        <p:spPr>
          <a:xfrm>
            <a:off x="7757531" y="4288425"/>
            <a:ext cx="3939630" cy="256545"/>
          </a:xfrm>
          <a:prstGeom prst="rect">
            <a:avLst/>
          </a:prstGeom>
          <a:noFill/>
        </p:spPr>
        <p:txBody>
          <a:bodyPr wrap="square">
            <a:spAutoFit/>
          </a:bodyPr>
          <a:lstStyle/>
          <a:p>
            <a:pPr marL="190510" marR="0" lvl="0" indent="-190510" algn="l" defTabSz="60963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067" b="0" i="0" u="none" strike="noStrike" kern="1200" cap="none" spc="-3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O</a:t>
            </a:r>
            <a:r>
              <a:rPr kumimoji="0" lang="en-US" sz="1067" b="0" i="0" u="none" strike="noStrike" kern="1200" cap="none" spc="-35"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n-line Training by MS Team meeting</a:t>
            </a:r>
          </a:p>
        </p:txBody>
      </p:sp>
      <p:sp>
        <p:nvSpPr>
          <p:cNvPr id="38" name="Slide Number Placeholder 1">
            <a:extLst>
              <a:ext uri="{FF2B5EF4-FFF2-40B4-BE49-F238E27FC236}">
                <a16:creationId xmlns:a16="http://schemas.microsoft.com/office/drawing/2014/main" id="{982C860D-A32D-0718-F113-42AEABABED3D}"/>
              </a:ext>
            </a:extLst>
          </p:cNvPr>
          <p:cNvSpPr>
            <a:spLocks noGrp="1"/>
          </p:cNvSpPr>
          <p:nvPr>
            <p:ph type="sldNum" sz="quarter" idx="12"/>
          </p:nvPr>
        </p:nvSpPr>
        <p:spPr>
          <a:xfrm>
            <a:off x="10728900" y="6600237"/>
            <a:ext cx="1422400" cy="243417"/>
          </a:xfrm>
        </p:spPr>
        <p:txBody>
          <a:bodyPr/>
          <a:lstStyle/>
          <a:p>
            <a:pPr marL="0" marR="0" lvl="0" indent="0" algn="r" defTabSz="914446" rtl="0" eaLnBrk="1" fontAlgn="auto" latinLnBrk="0" hangingPunct="1">
              <a:lnSpc>
                <a:spcPct val="100000"/>
              </a:lnSpc>
              <a:spcBef>
                <a:spcPts val="0"/>
              </a:spcBef>
              <a:spcAft>
                <a:spcPts val="0"/>
              </a:spcAft>
              <a:buClrTx/>
              <a:buSzTx/>
              <a:buFontTx/>
              <a:buNone/>
              <a:tabLst/>
              <a:defRPr/>
            </a:pPr>
            <a:fld id="{5E5634F8-C5C6-4843-9A92-B93B76582613}" type="slidenum">
              <a:rPr kumimoji="0" lang="en-US" sz="1333"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pPr marL="0" marR="0" lvl="0" indent="0" algn="r" defTabSz="914446" rtl="0" eaLnBrk="1" fontAlgn="auto" latinLnBrk="0" hangingPunct="1">
                <a:lnSpc>
                  <a:spcPct val="100000"/>
                </a:lnSpc>
                <a:spcBef>
                  <a:spcPts val="0"/>
                </a:spcBef>
                <a:spcAft>
                  <a:spcPts val="0"/>
                </a:spcAft>
                <a:buClrTx/>
                <a:buSzTx/>
                <a:buFontTx/>
                <a:buNone/>
                <a:tabLst/>
                <a:defRPr/>
              </a:pPr>
              <a:t>25</a:t>
            </a:fld>
            <a:endParaRPr kumimoji="0" lang="en-US" sz="1333"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3" name="TextBox 2">
            <a:extLst>
              <a:ext uri="{FF2B5EF4-FFF2-40B4-BE49-F238E27FC236}">
                <a16:creationId xmlns:a16="http://schemas.microsoft.com/office/drawing/2014/main" id="{49C2099C-A168-CACE-11F1-5EC61FD1CAF0}"/>
              </a:ext>
            </a:extLst>
          </p:cNvPr>
          <p:cNvSpPr txBox="1"/>
          <p:nvPr/>
        </p:nvSpPr>
        <p:spPr>
          <a:xfrm>
            <a:off x="883862" y="3892340"/>
            <a:ext cx="10712690" cy="369332"/>
          </a:xfrm>
          <a:prstGeom prst="rect">
            <a:avLst/>
          </a:prstGeom>
          <a:solidFill>
            <a:srgbClr val="006666"/>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Poppins" panose="00000500000000000000" pitchFamily="2" charset="0"/>
                <a:ea typeface="+mn-ea"/>
                <a:cs typeface="Poppins" panose="00000500000000000000" pitchFamily="2" charset="0"/>
              </a:rPr>
              <a:t>SAMPLE OF TRAINING SETUP</a:t>
            </a:r>
          </a:p>
        </p:txBody>
      </p:sp>
      <p:sp>
        <p:nvSpPr>
          <p:cNvPr id="19" name="Freeform 9">
            <a:extLst>
              <a:ext uri="{FF2B5EF4-FFF2-40B4-BE49-F238E27FC236}">
                <a16:creationId xmlns:a16="http://schemas.microsoft.com/office/drawing/2014/main" id="{B7ED77F4-0B4E-0704-0D9C-727722239E4D}"/>
              </a:ext>
            </a:extLst>
          </p:cNvPr>
          <p:cNvSpPr/>
          <p:nvPr/>
        </p:nvSpPr>
        <p:spPr>
          <a:xfrm>
            <a:off x="812367" y="898979"/>
            <a:ext cx="2822848" cy="400111"/>
          </a:xfrm>
          <a:custGeom>
            <a:avLst/>
            <a:gdLst/>
            <a:ahLst/>
            <a:cxnLst/>
            <a:rect l="l" t="t" r="r" b="b"/>
            <a:pathLst>
              <a:path w="1628740" h="355874">
                <a:moveTo>
                  <a:pt x="117778" y="0"/>
                </a:moveTo>
                <a:lnTo>
                  <a:pt x="1510961" y="0"/>
                </a:lnTo>
                <a:cubicBezTo>
                  <a:pt x="1542198" y="0"/>
                  <a:pt x="1572155" y="12409"/>
                  <a:pt x="1594243" y="34496"/>
                </a:cubicBezTo>
                <a:cubicBezTo>
                  <a:pt x="1616331" y="56584"/>
                  <a:pt x="1628740" y="86541"/>
                  <a:pt x="1628740" y="117778"/>
                </a:cubicBezTo>
                <a:lnTo>
                  <a:pt x="1628740" y="238096"/>
                </a:lnTo>
                <a:cubicBezTo>
                  <a:pt x="1628740" y="269332"/>
                  <a:pt x="1616331" y="299290"/>
                  <a:pt x="1594243" y="321378"/>
                </a:cubicBezTo>
                <a:cubicBezTo>
                  <a:pt x="1572155" y="343465"/>
                  <a:pt x="1542198" y="355874"/>
                  <a:pt x="1510961" y="355874"/>
                </a:cubicBezTo>
                <a:lnTo>
                  <a:pt x="117778" y="355874"/>
                </a:lnTo>
                <a:cubicBezTo>
                  <a:pt x="86541" y="355874"/>
                  <a:pt x="56584" y="343465"/>
                  <a:pt x="34496" y="321378"/>
                </a:cubicBezTo>
                <a:cubicBezTo>
                  <a:pt x="12409" y="299290"/>
                  <a:pt x="0" y="269332"/>
                  <a:pt x="0" y="238096"/>
                </a:cubicBezTo>
                <a:lnTo>
                  <a:pt x="0" y="117778"/>
                </a:lnTo>
                <a:cubicBezTo>
                  <a:pt x="0" y="86541"/>
                  <a:pt x="12409" y="56584"/>
                  <a:pt x="34496" y="34496"/>
                </a:cubicBezTo>
                <a:cubicBezTo>
                  <a:pt x="56584" y="12409"/>
                  <a:pt x="86541" y="0"/>
                  <a:pt x="117778" y="0"/>
                </a:cubicBezTo>
                <a:close/>
              </a:path>
            </a:pathLst>
          </a:custGeom>
          <a:solidFill>
            <a:srgbClr val="00666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0" name="Freeform 12">
            <a:extLst>
              <a:ext uri="{FF2B5EF4-FFF2-40B4-BE49-F238E27FC236}">
                <a16:creationId xmlns:a16="http://schemas.microsoft.com/office/drawing/2014/main" id="{92A54B46-0DCD-8F34-6C2A-5E554721606B}"/>
              </a:ext>
            </a:extLst>
          </p:cNvPr>
          <p:cNvSpPr/>
          <p:nvPr/>
        </p:nvSpPr>
        <p:spPr>
          <a:xfrm>
            <a:off x="625436" y="860224"/>
            <a:ext cx="465863" cy="45025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66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22" name="テキスト ボックス 29">
            <a:extLst>
              <a:ext uri="{FF2B5EF4-FFF2-40B4-BE49-F238E27FC236}">
                <a16:creationId xmlns:a16="http://schemas.microsoft.com/office/drawing/2014/main" id="{AB1A8C04-4728-9055-0316-DA61D5EBF2FE}"/>
              </a:ext>
            </a:extLst>
          </p:cNvPr>
          <p:cNvSpPr txBox="1"/>
          <p:nvPr/>
        </p:nvSpPr>
        <p:spPr>
          <a:xfrm>
            <a:off x="966954" y="927990"/>
            <a:ext cx="3028730" cy="307777"/>
          </a:xfrm>
          <a:prstGeom prst="rect">
            <a:avLst/>
          </a:prstGeom>
          <a:noFill/>
        </p:spPr>
        <p:txBody>
          <a:bodyPr wrap="square" rtlCol="0">
            <a:spAutoFit/>
          </a:bodyPr>
          <a:lstStyle>
            <a:defPPr>
              <a:defRPr lang="ja-JP"/>
            </a:defPPr>
            <a:lvl1pPr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1pPr>
            <a:lvl2pPr marL="4572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2pPr>
            <a:lvl3pPr marL="9144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3pPr>
            <a:lvl4pPr marL="13716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4pPr>
            <a:lvl5pPr marL="1828800" algn="ctr" rtl="0" fontAlgn="base">
              <a:spcBef>
                <a:spcPct val="0"/>
              </a:spcBef>
              <a:spcAft>
                <a:spcPct val="0"/>
              </a:spcAft>
              <a:defRPr kumimoji="1" sz="1600" kern="1200">
                <a:solidFill>
                  <a:schemeClr val="bg1"/>
                </a:solidFill>
                <a:latin typeface="NissanAG-Medium" pitchFamily="50" charset="0"/>
                <a:ea typeface="HGP創英角ｺﾞｼｯｸUB" pitchFamily="50" charset="-128"/>
                <a:cs typeface="+mn-cs"/>
              </a:defRPr>
            </a:lvl5pPr>
            <a:lvl6pPr marL="22860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6pPr>
            <a:lvl7pPr marL="27432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7pPr>
            <a:lvl8pPr marL="32004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8pPr>
            <a:lvl9pPr marL="3657600" algn="l" defTabSz="914400" rtl="0" eaLnBrk="1" latinLnBrk="0" hangingPunct="1">
              <a:defRPr kumimoji="1" sz="1600" kern="1200">
                <a:solidFill>
                  <a:schemeClr val="bg1"/>
                </a:solidFill>
                <a:latin typeface="NissanAG-Medium" pitchFamily="50" charset="0"/>
                <a:ea typeface="HGP創英角ｺﾞｼｯｸUB" pitchFamily="50" charset="-128"/>
                <a:cs typeface="+mn-cs"/>
              </a:defRPr>
            </a:lvl9pPr>
          </a:lstStyle>
          <a:p>
            <a:pPr marL="0" marR="0" lvl="0" indent="0" algn="l" defTabSz="13716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dirty="0">
                <a:ln>
                  <a:noFill/>
                </a:ln>
                <a:solidFill>
                  <a:prstClr val="white"/>
                </a:solidFill>
                <a:effectLst/>
                <a:uLnTx/>
                <a:uFillTx/>
                <a:latin typeface="Poppins" panose="00000500000000000000" pitchFamily="2" charset="0"/>
                <a:ea typeface="HGP創英角ｺﾞｼｯｸUB" pitchFamily="50" charset="-128"/>
                <a:cs typeface="Poppins" panose="00000500000000000000" pitchFamily="2" charset="0"/>
              </a:rPr>
              <a:t>Purpose of the training</a:t>
            </a:r>
          </a:p>
        </p:txBody>
      </p:sp>
      <p:sp>
        <p:nvSpPr>
          <p:cNvPr id="23" name="Freeform 27">
            <a:extLst>
              <a:ext uri="{FF2B5EF4-FFF2-40B4-BE49-F238E27FC236}">
                <a16:creationId xmlns:a16="http://schemas.microsoft.com/office/drawing/2014/main" id="{0252FADC-2F9B-3563-372F-3F5A84111FBA}"/>
              </a:ext>
            </a:extLst>
          </p:cNvPr>
          <p:cNvSpPr/>
          <p:nvPr/>
        </p:nvSpPr>
        <p:spPr>
          <a:xfrm>
            <a:off x="699636" y="963470"/>
            <a:ext cx="307261" cy="266740"/>
          </a:xfrm>
          <a:custGeom>
            <a:avLst/>
            <a:gdLst/>
            <a:ahLst/>
            <a:cxnLst/>
            <a:rect l="l" t="t" r="r" b="b"/>
            <a:pathLst>
              <a:path w="2219869" h="2191616">
                <a:moveTo>
                  <a:pt x="0" y="0"/>
                </a:moveTo>
                <a:lnTo>
                  <a:pt x="2219868" y="0"/>
                </a:lnTo>
                <a:lnTo>
                  <a:pt x="2219868" y="2191616"/>
                </a:lnTo>
                <a:lnTo>
                  <a:pt x="0" y="21916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0000"/>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284EFEB5-CBA1-FA48-5EB5-280024EE4937}"/>
              </a:ext>
            </a:extLst>
          </p:cNvPr>
          <p:cNvSpPr/>
          <p:nvPr/>
        </p:nvSpPr>
        <p:spPr>
          <a:xfrm>
            <a:off x="63276" y="734019"/>
            <a:ext cx="12110897" cy="51195"/>
          </a:xfrm>
          <a:prstGeom prst="rect">
            <a:avLst/>
          </a:prstGeom>
          <a:solidFill>
            <a:srgbClr val="0066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endParaRPr>
          </a:p>
        </p:txBody>
      </p:sp>
      <p:graphicFrame>
        <p:nvGraphicFramePr>
          <p:cNvPr id="5" name="Table 4">
            <a:extLst>
              <a:ext uri="{FF2B5EF4-FFF2-40B4-BE49-F238E27FC236}">
                <a16:creationId xmlns:a16="http://schemas.microsoft.com/office/drawing/2014/main" id="{81EE6188-C2D0-DCB6-3DE4-CBD1CE522572}"/>
              </a:ext>
            </a:extLst>
          </p:cNvPr>
          <p:cNvGraphicFramePr>
            <a:graphicFrameLocks noGrp="1"/>
          </p:cNvGraphicFramePr>
          <p:nvPr>
            <p:extLst>
              <p:ext uri="{D42A27DB-BD31-4B8C-83A1-F6EECF244321}">
                <p14:modId xmlns:p14="http://schemas.microsoft.com/office/powerpoint/2010/main" val="1622485433"/>
              </p:ext>
            </p:extLst>
          </p:nvPr>
        </p:nvGraphicFramePr>
        <p:xfrm>
          <a:off x="883861" y="1399852"/>
          <a:ext cx="10813300" cy="2202318"/>
        </p:xfrm>
        <a:graphic>
          <a:graphicData uri="http://schemas.openxmlformats.org/drawingml/2006/table">
            <a:tbl>
              <a:tblPr firstRow="1" firstCol="1" bandRow="1">
                <a:tableStyleId>{616DA210-FB5B-4158-B5E0-FEB733F419BA}</a:tableStyleId>
              </a:tblPr>
              <a:tblGrid>
                <a:gridCol w="1453738">
                  <a:extLst>
                    <a:ext uri="{9D8B030D-6E8A-4147-A177-3AD203B41FA5}">
                      <a16:colId xmlns:a16="http://schemas.microsoft.com/office/drawing/2014/main" val="2746824285"/>
                    </a:ext>
                  </a:extLst>
                </a:gridCol>
                <a:gridCol w="1957693">
                  <a:extLst>
                    <a:ext uri="{9D8B030D-6E8A-4147-A177-3AD203B41FA5}">
                      <a16:colId xmlns:a16="http://schemas.microsoft.com/office/drawing/2014/main" val="2101551713"/>
                    </a:ext>
                  </a:extLst>
                </a:gridCol>
                <a:gridCol w="2927932">
                  <a:extLst>
                    <a:ext uri="{9D8B030D-6E8A-4147-A177-3AD203B41FA5}">
                      <a16:colId xmlns:a16="http://schemas.microsoft.com/office/drawing/2014/main" val="3225292010"/>
                    </a:ext>
                  </a:extLst>
                </a:gridCol>
                <a:gridCol w="1822047">
                  <a:extLst>
                    <a:ext uri="{9D8B030D-6E8A-4147-A177-3AD203B41FA5}">
                      <a16:colId xmlns:a16="http://schemas.microsoft.com/office/drawing/2014/main" val="3644326198"/>
                    </a:ext>
                  </a:extLst>
                </a:gridCol>
                <a:gridCol w="2651890">
                  <a:extLst>
                    <a:ext uri="{9D8B030D-6E8A-4147-A177-3AD203B41FA5}">
                      <a16:colId xmlns:a16="http://schemas.microsoft.com/office/drawing/2014/main" val="1963642094"/>
                    </a:ext>
                  </a:extLst>
                </a:gridCol>
              </a:tblGrid>
              <a:tr h="365346">
                <a:tc rowSpan="2">
                  <a:txBody>
                    <a:bodyPr/>
                    <a:lstStyle/>
                    <a:p>
                      <a:pPr marL="0" marR="0" algn="ctr">
                        <a:spcBef>
                          <a:spcPts val="0"/>
                        </a:spcBef>
                        <a:spcAft>
                          <a:spcPts val="0"/>
                        </a:spcAft>
                      </a:pPr>
                      <a:r>
                        <a:rPr lang="en-US" sz="1200" dirty="0">
                          <a:solidFill>
                            <a:schemeClr val="bg1"/>
                          </a:solidFill>
                          <a:effectLst/>
                          <a:latin typeface="Poppins" panose="00000500000000000000" pitchFamily="2" charset="0"/>
                          <a:cs typeface="Poppins" panose="00000500000000000000" pitchFamily="2" charset="0"/>
                        </a:rPr>
                        <a:t>Training Course</a:t>
                      </a:r>
                      <a:endParaRPr lang="en-US" sz="1200" dirty="0">
                        <a:solidFill>
                          <a:schemeClr val="bg1"/>
                        </a:solidFill>
                        <a:effectLst/>
                        <a:latin typeface="Poppins" panose="00000500000000000000" pitchFamily="2" charset="0"/>
                        <a:ea typeface="Calibri" panose="020F0502020204030204" pitchFamily="34" charset="0"/>
                        <a:cs typeface="Poppins" panose="00000500000000000000" pitchFamily="2" charset="0"/>
                      </a:endParaRPr>
                    </a:p>
                  </a:txBody>
                  <a:tcPr marL="52925" marR="52925" marT="8629"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6666"/>
                    </a:solidFill>
                  </a:tcPr>
                </a:tc>
                <a:tc rowSpan="2">
                  <a:txBody>
                    <a:bodyPr/>
                    <a:lstStyle/>
                    <a:p>
                      <a:pPr marL="0" marR="0" algn="ctr">
                        <a:spcBef>
                          <a:spcPts val="0"/>
                        </a:spcBef>
                        <a:spcAft>
                          <a:spcPts val="0"/>
                        </a:spcAft>
                      </a:pPr>
                      <a:r>
                        <a:rPr lang="en-US" sz="1200" dirty="0">
                          <a:solidFill>
                            <a:schemeClr val="bg1"/>
                          </a:solidFill>
                          <a:effectLst/>
                          <a:latin typeface="Poppins" panose="00000500000000000000" pitchFamily="2" charset="0"/>
                          <a:cs typeface="Poppins" panose="00000500000000000000" pitchFamily="2" charset="0"/>
                        </a:rPr>
                        <a:t>Objective</a:t>
                      </a:r>
                      <a:endParaRPr lang="en-US" sz="1200" dirty="0">
                        <a:solidFill>
                          <a:schemeClr val="bg1"/>
                        </a:solidFill>
                        <a:effectLst/>
                        <a:latin typeface="Poppins" panose="00000500000000000000" pitchFamily="2" charset="0"/>
                        <a:ea typeface="Calibri" panose="020F0502020204030204" pitchFamily="34" charset="0"/>
                        <a:cs typeface="Poppins" panose="00000500000000000000" pitchFamily="2" charset="0"/>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6666"/>
                    </a:solidFill>
                  </a:tcPr>
                </a:tc>
                <a:tc rowSpan="2">
                  <a:txBody>
                    <a:bodyPr/>
                    <a:lstStyle/>
                    <a:p>
                      <a:pPr marL="0" marR="0" algn="ctr">
                        <a:spcBef>
                          <a:spcPts val="0"/>
                        </a:spcBef>
                        <a:spcAft>
                          <a:spcPts val="0"/>
                        </a:spcAft>
                      </a:pPr>
                      <a:r>
                        <a:rPr lang="en-US" sz="1200" dirty="0">
                          <a:solidFill>
                            <a:schemeClr val="bg1"/>
                          </a:solidFill>
                          <a:effectLst/>
                          <a:latin typeface="Poppins" panose="00000500000000000000" pitchFamily="2" charset="0"/>
                          <a:cs typeface="Poppins" panose="00000500000000000000" pitchFamily="2" charset="0"/>
                        </a:rPr>
                        <a:t>Role base related</a:t>
                      </a:r>
                      <a:endParaRPr lang="en-US" sz="1200" dirty="0">
                        <a:solidFill>
                          <a:schemeClr val="bg1"/>
                        </a:solidFill>
                        <a:effectLst/>
                        <a:latin typeface="Poppins" panose="00000500000000000000" pitchFamily="2" charset="0"/>
                        <a:ea typeface="Calibri" panose="020F0502020204030204" pitchFamily="34" charset="0"/>
                        <a:cs typeface="Poppins" panose="00000500000000000000" pitchFamily="2" charset="0"/>
                      </a:endParaRPr>
                    </a:p>
                  </a:txBody>
                  <a:tcPr marL="52925" marR="52925" marT="8629"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6666"/>
                    </a:solidFill>
                  </a:tcPr>
                </a:tc>
                <a:tc gridSpan="2">
                  <a:txBody>
                    <a:bodyPr/>
                    <a:lstStyle/>
                    <a:p>
                      <a:pPr marL="0" marR="0" algn="ctr">
                        <a:spcBef>
                          <a:spcPts val="0"/>
                        </a:spcBef>
                        <a:spcAft>
                          <a:spcPts val="0"/>
                        </a:spcAft>
                      </a:pPr>
                      <a:r>
                        <a:rPr lang="en-US" sz="1200" dirty="0">
                          <a:solidFill>
                            <a:schemeClr val="bg1"/>
                          </a:solidFill>
                          <a:effectLst/>
                          <a:latin typeface="Poppins" panose="00000500000000000000" pitchFamily="2" charset="0"/>
                          <a:ea typeface="Calibri" panose="020F0502020204030204" pitchFamily="34" charset="0"/>
                          <a:cs typeface="Poppins" panose="00000500000000000000" pitchFamily="2" charset="0"/>
                        </a:rPr>
                        <a:t>Support user</a:t>
                      </a:r>
                    </a:p>
                  </a:txBody>
                  <a:tcPr marL="52925" marR="52925" marT="8629"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6666"/>
                    </a:solidFill>
                  </a:tcPr>
                </a:tc>
                <a:tc hMerge="1">
                  <a:txBody>
                    <a:bodyPr/>
                    <a:lstStyle/>
                    <a:p>
                      <a:pPr marL="0" marR="0" algn="ctr">
                        <a:spcBef>
                          <a:spcPts val="0"/>
                        </a:spcBef>
                        <a:spcAft>
                          <a:spcPts val="0"/>
                        </a:spcAft>
                      </a:pPr>
                      <a:endParaRPr lang="en-US" sz="1300" dirty="0">
                        <a:solidFill>
                          <a:schemeClr val="bg1"/>
                        </a:solidFill>
                        <a:effectLst/>
                        <a:latin typeface="Poppins" panose="00000500000000000000" pitchFamily="2" charset="0"/>
                        <a:ea typeface="Calibri" panose="020F0502020204030204" pitchFamily="34" charset="0"/>
                        <a:cs typeface="Poppins" panose="00000500000000000000" pitchFamily="2" charset="0"/>
                      </a:endParaRPr>
                    </a:p>
                  </a:txBody>
                  <a:tcPr marL="52925" marR="52925" marT="8629"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4272521844"/>
                  </a:ext>
                </a:extLst>
              </a:tr>
              <a:tr h="244253">
                <a:tc vMerge="1">
                  <a:txBody>
                    <a:bodyPr/>
                    <a:lstStyle/>
                    <a:p>
                      <a:endParaRPr dirty="0"/>
                    </a:p>
                  </a:txBody>
                  <a:tcPr marL="52925" marR="52925" marT="8629"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vMerge="1">
                  <a:txBody>
                    <a:bodyPr/>
                    <a:lstStyle/>
                    <a:p>
                      <a:endParaRPr dirty="0"/>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vMerge="1">
                  <a:txBody>
                    <a:bodyPr/>
                    <a:lstStyle/>
                    <a:p>
                      <a:endParaRPr dirty="0"/>
                    </a:p>
                  </a:txBody>
                  <a:tcPr marL="52925" marR="52925" marT="8629"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marL="0" marR="0" algn="ctr">
                        <a:spcBef>
                          <a:spcPts val="0"/>
                        </a:spcBef>
                        <a:spcAft>
                          <a:spcPts val="0"/>
                        </a:spcAft>
                      </a:pPr>
                      <a:r>
                        <a:rPr lang="en-US" sz="1200" dirty="0">
                          <a:solidFill>
                            <a:schemeClr val="bg1"/>
                          </a:solidFill>
                          <a:effectLst/>
                          <a:latin typeface="Poppins" panose="00000500000000000000" pitchFamily="2" charset="0"/>
                          <a:cs typeface="Poppins" panose="00000500000000000000" pitchFamily="2" charset="0"/>
                        </a:rPr>
                        <a:t>Period</a:t>
                      </a:r>
                      <a:endParaRPr lang="en-US" sz="1200" dirty="0">
                        <a:solidFill>
                          <a:schemeClr val="bg1"/>
                        </a:solidFill>
                        <a:effectLst/>
                        <a:latin typeface="Poppins" panose="00000500000000000000" pitchFamily="2" charset="0"/>
                        <a:ea typeface="Calibri" panose="020F0502020204030204" pitchFamily="34" charset="0"/>
                        <a:cs typeface="Poppins" panose="00000500000000000000" pitchFamily="2" charset="0"/>
                      </a:endParaRPr>
                    </a:p>
                  </a:txBody>
                  <a:tcPr marL="52925" marR="52925" marT="8629"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6666"/>
                    </a:solidFill>
                  </a:tcPr>
                </a:tc>
                <a:tc>
                  <a:txBody>
                    <a:bodyPr/>
                    <a:lstStyle/>
                    <a:p>
                      <a:pPr marL="0" marR="0" algn="ctr">
                        <a:spcBef>
                          <a:spcPts val="0"/>
                        </a:spcBef>
                        <a:spcAft>
                          <a:spcPts val="0"/>
                        </a:spcAft>
                      </a:pPr>
                      <a:r>
                        <a:rPr lang="en-US" sz="1200" dirty="0">
                          <a:solidFill>
                            <a:schemeClr val="bg1"/>
                          </a:solidFill>
                          <a:effectLst/>
                          <a:latin typeface="Poppins" panose="00000500000000000000" pitchFamily="2" charset="0"/>
                          <a:cs typeface="Poppins" panose="00000500000000000000" pitchFamily="2" charset="0"/>
                        </a:rPr>
                        <a:t>Training Condition</a:t>
                      </a:r>
                      <a:endParaRPr lang="en-US" sz="1200" dirty="0">
                        <a:solidFill>
                          <a:schemeClr val="bg1"/>
                        </a:solidFill>
                        <a:effectLst/>
                        <a:latin typeface="Poppins" panose="00000500000000000000" pitchFamily="2" charset="0"/>
                        <a:ea typeface="Calibri" panose="020F0502020204030204" pitchFamily="34" charset="0"/>
                        <a:cs typeface="Poppins" panose="00000500000000000000" pitchFamily="2" charset="0"/>
                      </a:endParaRPr>
                    </a:p>
                  </a:txBody>
                  <a:tcPr marL="52925" marR="52925" marT="8629"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6666"/>
                    </a:solidFill>
                  </a:tcPr>
                </a:tc>
                <a:extLst>
                  <a:ext uri="{0D108BD9-81ED-4DB2-BD59-A6C34878D82A}">
                    <a16:rowId xmlns:a16="http://schemas.microsoft.com/office/drawing/2014/main" val="2340757444"/>
                  </a:ext>
                </a:extLst>
              </a:tr>
              <a:tr h="883926">
                <a:tc>
                  <a:txBody>
                    <a:bodyPr/>
                    <a:lstStyle/>
                    <a:p>
                      <a:pPr marL="0" marR="0" algn="l">
                        <a:spcBef>
                          <a:spcPts val="0"/>
                        </a:spcBef>
                        <a:spcAft>
                          <a:spcPts val="0"/>
                        </a:spcAft>
                      </a:pPr>
                      <a:r>
                        <a:rPr lang="en-US" sz="1100" dirty="0">
                          <a:effectLst/>
                          <a:latin typeface="Poppins" panose="00000500000000000000" pitchFamily="2" charset="0"/>
                          <a:cs typeface="Poppins" panose="00000500000000000000" pitchFamily="2" charset="0"/>
                        </a:rPr>
                        <a:t>1. Operation Support  for User</a:t>
                      </a:r>
                      <a:endParaRPr lang="en-US" sz="1100" dirty="0">
                        <a:effectLst/>
                        <a:latin typeface="Poppins" panose="00000500000000000000" pitchFamily="2" charset="0"/>
                        <a:ea typeface="Calibri" panose="020F0502020204030204" pitchFamily="34" charset="0"/>
                        <a:cs typeface="Poppins" panose="00000500000000000000" pitchFamily="2" charset="0"/>
                      </a:endParaRPr>
                    </a:p>
                  </a:txBody>
                  <a:tcPr marL="52925" marR="52925" marT="8629"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algn="l">
                        <a:spcBef>
                          <a:spcPts val="0"/>
                        </a:spcBef>
                        <a:spcAft>
                          <a:spcPts val="0"/>
                        </a:spcAft>
                      </a:pPr>
                      <a:r>
                        <a:rPr lang="en-US" sz="1100" dirty="0">
                          <a:effectLst/>
                          <a:latin typeface="Poppins"/>
                          <a:cs typeface="Poppins"/>
                        </a:rPr>
                        <a:t> To understand how to use the System</a:t>
                      </a:r>
                      <a:endParaRPr lang="en-US" sz="1100" dirty="0">
                        <a:latin typeface="Poppins"/>
                        <a:cs typeface="Poppins"/>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285750" marR="0" indent="-285750" algn="l">
                        <a:spcBef>
                          <a:spcPts val="0"/>
                        </a:spcBef>
                        <a:spcAft>
                          <a:spcPts val="0"/>
                        </a:spcAft>
                        <a:buFontTx/>
                        <a:buChar char="-"/>
                      </a:pPr>
                      <a:r>
                        <a:rPr lang="en-US" sz="1100" kern="1200" dirty="0">
                          <a:solidFill>
                            <a:schemeClr val="dk1"/>
                          </a:solidFill>
                          <a:effectLst/>
                          <a:latin typeface="Poppins" panose="00000500000000000000" pitchFamily="2" charset="0"/>
                          <a:cs typeface="Poppins" panose="00000500000000000000" pitchFamily="2" charset="0"/>
                        </a:rPr>
                        <a:t>Business User </a:t>
                      </a:r>
                      <a:r>
                        <a:rPr lang="en-US" sz="1100" dirty="0">
                          <a:effectLst/>
                          <a:latin typeface="Poppins" panose="00000500000000000000" pitchFamily="2" charset="0"/>
                          <a:cs typeface="Poppins" panose="00000500000000000000" pitchFamily="2" charset="0"/>
                        </a:rPr>
                        <a:t>and related </a:t>
                      </a:r>
                    </a:p>
                    <a:p>
                      <a:pPr marL="285750" marR="0" indent="-285750" algn="l">
                        <a:spcBef>
                          <a:spcPts val="0"/>
                        </a:spcBef>
                        <a:spcAft>
                          <a:spcPts val="0"/>
                        </a:spcAft>
                        <a:buFontTx/>
                        <a:buChar char="-"/>
                      </a:pPr>
                      <a:r>
                        <a:rPr lang="en-US" sz="1100" dirty="0">
                          <a:effectLst/>
                          <a:latin typeface="Poppins" panose="00000500000000000000" pitchFamily="2" charset="0"/>
                          <a:cs typeface="Poppins" panose="00000500000000000000" pitchFamily="2" charset="0"/>
                        </a:rPr>
                        <a:t>Developer</a:t>
                      </a:r>
                    </a:p>
                    <a:p>
                      <a:pPr marL="285750" marR="0" indent="-285750" algn="l">
                        <a:spcBef>
                          <a:spcPts val="0"/>
                        </a:spcBef>
                        <a:spcAft>
                          <a:spcPts val="0"/>
                        </a:spcAft>
                        <a:buFontTx/>
                        <a:buChar char="-"/>
                      </a:pPr>
                      <a:r>
                        <a:rPr lang="en-US" sz="1100" dirty="0">
                          <a:effectLst/>
                          <a:latin typeface="Poppins" panose="00000500000000000000" pitchFamily="2" charset="0"/>
                          <a:cs typeface="Poppins" panose="00000500000000000000" pitchFamily="2" charset="0"/>
                        </a:rPr>
                        <a:t>Operation team or Application Support</a:t>
                      </a:r>
                      <a:endParaRPr lang="en-US" sz="1100" dirty="0">
                        <a:effectLst/>
                        <a:latin typeface="Poppins" panose="00000500000000000000" pitchFamily="2" charset="0"/>
                        <a:ea typeface="Calibri" panose="020F0502020204030204" pitchFamily="34" charset="0"/>
                        <a:cs typeface="Poppins" panose="00000500000000000000" pitchFamily="2" charset="0"/>
                      </a:endParaRPr>
                    </a:p>
                  </a:txBody>
                  <a:tcPr marL="52925" marR="52925" marT="8629"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indent="0" algn="l">
                        <a:spcBef>
                          <a:spcPts val="0"/>
                        </a:spcBef>
                        <a:spcAft>
                          <a:spcPts val="0"/>
                        </a:spcAft>
                        <a:buFontTx/>
                        <a:buNone/>
                      </a:pPr>
                      <a:r>
                        <a:rPr lang="en-US" sz="1100" dirty="0">
                          <a:effectLst/>
                          <a:latin typeface="Poppins" panose="00000500000000000000" pitchFamily="2" charset="0"/>
                          <a:cs typeface="Poppins" panose="00000500000000000000" pitchFamily="2" charset="0"/>
                        </a:rPr>
                        <a:t> 4 hours</a:t>
                      </a:r>
                      <a:endParaRPr lang="en-US" sz="1100" dirty="0">
                        <a:effectLst/>
                        <a:latin typeface="Poppins" panose="00000500000000000000" pitchFamily="2" charset="0"/>
                        <a:ea typeface="Calibri" panose="020F0502020204030204" pitchFamily="34" charset="0"/>
                        <a:cs typeface="Poppins" panose="00000500000000000000" pitchFamily="2" charset="0"/>
                      </a:endParaRPr>
                    </a:p>
                  </a:txBody>
                  <a:tcPr marL="52925" marR="52925" marT="8629"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indent="0" algn="l">
                        <a:spcBef>
                          <a:spcPts val="0"/>
                        </a:spcBef>
                        <a:spcAft>
                          <a:spcPts val="0"/>
                        </a:spcAft>
                        <a:buFontTx/>
                        <a:buNone/>
                      </a:pPr>
                      <a:r>
                        <a:rPr lang="en-US" sz="1100" dirty="0">
                          <a:effectLst/>
                          <a:latin typeface="Poppins" panose="00000500000000000000" pitchFamily="2" charset="0"/>
                          <a:cs typeface="Poppins" panose="00000500000000000000" pitchFamily="2" charset="0"/>
                        </a:rPr>
                        <a:t>One time setup and can do the training as the </a:t>
                      </a:r>
                      <a:r>
                        <a:rPr lang="en-US" sz="1100" b="1" dirty="0">
                          <a:effectLst/>
                          <a:latin typeface="Poppins" panose="00000500000000000000" pitchFamily="2" charset="0"/>
                          <a:cs typeface="Poppins" panose="00000500000000000000" pitchFamily="2" charset="0"/>
                        </a:rPr>
                        <a:t>on-site / online training </a:t>
                      </a:r>
                      <a:r>
                        <a:rPr lang="en-US" sz="1100" dirty="0">
                          <a:effectLst/>
                          <a:latin typeface="Poppins" panose="00000500000000000000" pitchFamily="2" charset="0"/>
                          <a:cs typeface="Poppins" panose="00000500000000000000" pitchFamily="2" charset="0"/>
                        </a:rPr>
                        <a:t>at Customer’s office. </a:t>
                      </a:r>
                      <a:endParaRPr lang="en-US" sz="1100" dirty="0">
                        <a:effectLst/>
                        <a:latin typeface="Poppins" panose="00000500000000000000" pitchFamily="2" charset="0"/>
                        <a:ea typeface="Calibri" panose="020F0502020204030204" pitchFamily="34" charset="0"/>
                        <a:cs typeface="Poppins" panose="00000500000000000000" pitchFamily="2" charset="0"/>
                      </a:endParaRPr>
                    </a:p>
                  </a:txBody>
                  <a:tcPr marL="52925" marR="52925" marT="8629"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503008475"/>
                  </a:ext>
                </a:extLst>
              </a:tr>
              <a:tr h="708793">
                <a:tc>
                  <a:txBody>
                    <a:bodyPr/>
                    <a:lstStyle/>
                    <a:p>
                      <a:pPr marL="0" marR="0" algn="l">
                        <a:spcBef>
                          <a:spcPts val="0"/>
                        </a:spcBef>
                        <a:spcAft>
                          <a:spcPts val="0"/>
                        </a:spcAft>
                      </a:pPr>
                      <a:r>
                        <a:rPr lang="en-US" sz="1100" dirty="0">
                          <a:effectLst/>
                          <a:latin typeface="Poppins" panose="00000500000000000000" pitchFamily="2" charset="0"/>
                          <a:cs typeface="Poppins" panose="00000500000000000000" pitchFamily="2" charset="0"/>
                        </a:rPr>
                        <a:t>2. Operation Support for Administrator</a:t>
                      </a:r>
                      <a:endParaRPr lang="en-US" sz="1100" dirty="0">
                        <a:effectLst/>
                        <a:latin typeface="Poppins" panose="00000500000000000000" pitchFamily="2" charset="0"/>
                        <a:ea typeface="Calibri" panose="020F0502020204030204" pitchFamily="34" charset="0"/>
                        <a:cs typeface="Poppins" panose="00000500000000000000" pitchFamily="2" charset="0"/>
                      </a:endParaRPr>
                    </a:p>
                  </a:txBody>
                  <a:tcPr marL="52925" marR="52925" marT="8629"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dirty="0">
                          <a:effectLst/>
                          <a:latin typeface="Poppins"/>
                          <a:cs typeface="Poppins"/>
                        </a:rPr>
                        <a:t>To understand how to maintain the System</a:t>
                      </a:r>
                      <a:endParaRPr lang="en-US" b="0" i="0" u="none" strike="noStrike" noProof="0" dirty="0">
                        <a:solidFill>
                          <a:srgbClr val="000000"/>
                        </a:solidFill>
                        <a:latin typeface="Poppins"/>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285750" marR="0" indent="-285750" algn="l">
                        <a:spcBef>
                          <a:spcPts val="0"/>
                        </a:spcBef>
                        <a:spcAft>
                          <a:spcPts val="0"/>
                        </a:spcAft>
                        <a:buFontTx/>
                        <a:buChar char="-"/>
                      </a:pPr>
                      <a:r>
                        <a:rPr lang="en-US" sz="1100" kern="1200" dirty="0">
                          <a:solidFill>
                            <a:schemeClr val="dk1"/>
                          </a:solidFill>
                          <a:effectLst/>
                          <a:latin typeface="Poppins" panose="00000500000000000000" pitchFamily="2" charset="0"/>
                          <a:cs typeface="Poppins" panose="00000500000000000000" pitchFamily="2" charset="0"/>
                        </a:rPr>
                        <a:t>Developer</a:t>
                      </a:r>
                    </a:p>
                    <a:p>
                      <a:pPr marL="285750" marR="0" indent="-285750" algn="l">
                        <a:spcBef>
                          <a:spcPts val="0"/>
                        </a:spcBef>
                        <a:spcAft>
                          <a:spcPts val="0"/>
                        </a:spcAft>
                        <a:buFontTx/>
                        <a:buChar char="-"/>
                      </a:pPr>
                      <a:r>
                        <a:rPr lang="en-US" sz="1100" kern="1200" dirty="0">
                          <a:solidFill>
                            <a:schemeClr val="dk1"/>
                          </a:solidFill>
                          <a:effectLst/>
                          <a:latin typeface="Poppins" panose="00000500000000000000" pitchFamily="2" charset="0"/>
                          <a:cs typeface="Poppins" panose="00000500000000000000" pitchFamily="2" charset="0"/>
                        </a:rPr>
                        <a:t>Operation team or Application support team</a:t>
                      </a:r>
                    </a:p>
                  </a:txBody>
                  <a:tcPr marL="52925" marR="52925" marT="8629"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effectLst/>
                          <a:latin typeface="Poppins" panose="00000500000000000000" pitchFamily="2" charset="0"/>
                          <a:cs typeface="Poppins" panose="00000500000000000000" pitchFamily="2" charset="0"/>
                        </a:rPr>
                        <a:t>4 hours</a:t>
                      </a:r>
                    </a:p>
                    <a:p>
                      <a:pPr marL="0" marR="0" indent="0" algn="l">
                        <a:spcBef>
                          <a:spcPts val="0"/>
                        </a:spcBef>
                        <a:spcAft>
                          <a:spcPts val="0"/>
                        </a:spcAft>
                        <a:buFontTx/>
                        <a:buNone/>
                      </a:pPr>
                      <a:endParaRPr lang="en-US" sz="1100" kern="1200" dirty="0">
                        <a:solidFill>
                          <a:schemeClr val="dk1"/>
                        </a:solidFill>
                        <a:effectLst/>
                        <a:latin typeface="Poppins" panose="00000500000000000000" pitchFamily="2" charset="0"/>
                        <a:ea typeface="Calibri" panose="020F0502020204030204" pitchFamily="34" charset="0"/>
                        <a:cs typeface="Poppins" panose="00000500000000000000" pitchFamily="2" charset="0"/>
                      </a:endParaRPr>
                    </a:p>
                  </a:txBody>
                  <a:tcPr marL="52925" marR="52925" marT="8629"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indent="0" algn="l">
                        <a:spcBef>
                          <a:spcPts val="0"/>
                        </a:spcBef>
                        <a:spcAft>
                          <a:spcPts val="0"/>
                        </a:spcAft>
                        <a:buFontTx/>
                        <a:buNone/>
                      </a:pPr>
                      <a:r>
                        <a:rPr lang="en-US" sz="1100" dirty="0">
                          <a:effectLst/>
                          <a:latin typeface="Poppins" panose="00000500000000000000" pitchFamily="2" charset="0"/>
                          <a:cs typeface="Poppins" panose="00000500000000000000" pitchFamily="2" charset="0"/>
                        </a:rPr>
                        <a:t>One time setup and can do the training as the  </a:t>
                      </a:r>
                      <a:r>
                        <a:rPr lang="en-US" sz="1100" b="1" dirty="0">
                          <a:effectLst/>
                          <a:latin typeface="Poppins" panose="00000500000000000000" pitchFamily="2" charset="0"/>
                          <a:cs typeface="Poppins" panose="00000500000000000000" pitchFamily="2" charset="0"/>
                        </a:rPr>
                        <a:t>on-site / online  training </a:t>
                      </a:r>
                      <a:r>
                        <a:rPr lang="en-US" sz="1100" dirty="0">
                          <a:effectLst/>
                          <a:latin typeface="Poppins" panose="00000500000000000000" pitchFamily="2" charset="0"/>
                          <a:cs typeface="Poppins" panose="00000500000000000000" pitchFamily="2" charset="0"/>
                        </a:rPr>
                        <a:t>at Customer’s office. </a:t>
                      </a:r>
                      <a:endParaRPr lang="en-US" sz="1100" dirty="0">
                        <a:effectLst/>
                        <a:latin typeface="Poppins" panose="00000500000000000000" pitchFamily="2" charset="0"/>
                        <a:ea typeface="Calibri" panose="020F0502020204030204" pitchFamily="34" charset="0"/>
                        <a:cs typeface="Poppins" panose="00000500000000000000" pitchFamily="2" charset="0"/>
                      </a:endParaRPr>
                    </a:p>
                  </a:txBody>
                  <a:tcPr marL="52925" marR="52925" marT="8629"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011320073"/>
                  </a:ext>
                </a:extLst>
              </a:tr>
            </a:tbl>
          </a:graphicData>
        </a:graphic>
      </p:graphicFrame>
      <p:sp>
        <p:nvSpPr>
          <p:cNvPr id="7" name="TextBox 6">
            <a:extLst>
              <a:ext uri="{FF2B5EF4-FFF2-40B4-BE49-F238E27FC236}">
                <a16:creationId xmlns:a16="http://schemas.microsoft.com/office/drawing/2014/main" id="{14DC17EC-FF76-0F1E-6B51-4AECEB645B3E}"/>
              </a:ext>
            </a:extLst>
          </p:cNvPr>
          <p:cNvSpPr txBox="1"/>
          <p:nvPr/>
        </p:nvSpPr>
        <p:spPr>
          <a:xfrm>
            <a:off x="317072" y="254415"/>
            <a:ext cx="9657198" cy="427553"/>
          </a:xfrm>
          <a:prstGeom prst="rect">
            <a:avLst/>
          </a:prstGeom>
        </p:spPr>
        <p:txBody>
          <a:bodyPr wrap="square" lIns="0" tIns="0" rIns="0" bIns="0" rtlCol="0" anchor="t">
            <a:spAutoFit/>
          </a:bodyPr>
          <a:lstStyle/>
          <a:p>
            <a:pPr defTabSz="609630">
              <a:lnSpc>
                <a:spcPts val="3360"/>
              </a:lnSpc>
              <a:spcBef>
                <a:spcPct val="0"/>
              </a:spcBef>
            </a:pPr>
            <a:r>
              <a:rPr lang="en-US" sz="2800" b="1" dirty="0">
                <a:solidFill>
                  <a:prstClr val="black"/>
                </a:solidFill>
                <a:latin typeface="Poppins" panose="00000500000000000000" pitchFamily="2" charset="0"/>
                <a:ea typeface="Poppins 2 Bold"/>
                <a:cs typeface="Poppins" panose="00000500000000000000" pitchFamily="2" charset="0"/>
                <a:sym typeface="Poppins 2 Bold"/>
              </a:rPr>
              <a:t>8. Project Training</a:t>
            </a:r>
          </a:p>
        </p:txBody>
      </p:sp>
      <p:sp>
        <p:nvSpPr>
          <p:cNvPr id="27" name="age">
            <a:extLst>
              <a:ext uri="{FF2B5EF4-FFF2-40B4-BE49-F238E27FC236}">
                <a16:creationId xmlns:a16="http://schemas.microsoft.com/office/drawing/2014/main" id="{119FF4A0-06D4-1B88-8902-775F34AF7F6C}"/>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grpSp>
        <p:nvGrpSpPr>
          <p:cNvPr id="28" name="Group 27">
            <a:extLst>
              <a:ext uri="{FF2B5EF4-FFF2-40B4-BE49-F238E27FC236}">
                <a16:creationId xmlns:a16="http://schemas.microsoft.com/office/drawing/2014/main" id="{4B8AC45D-49D8-3278-6075-D3A1343988C7}"/>
              </a:ext>
            </a:extLst>
          </p:cNvPr>
          <p:cNvGrpSpPr/>
          <p:nvPr/>
        </p:nvGrpSpPr>
        <p:grpSpPr>
          <a:xfrm>
            <a:off x="10566400" y="-25400"/>
            <a:ext cx="1625600" cy="545786"/>
            <a:chOff x="10566400" y="-25400"/>
            <a:chExt cx="1625600" cy="545786"/>
          </a:xfrm>
        </p:grpSpPr>
        <p:grpSp>
          <p:nvGrpSpPr>
            <p:cNvPr id="29" name="Group 28">
              <a:extLst>
                <a:ext uri="{FF2B5EF4-FFF2-40B4-BE49-F238E27FC236}">
                  <a16:creationId xmlns:a16="http://schemas.microsoft.com/office/drawing/2014/main" id="{A698F512-4AF2-1F3F-1530-5DBF5931D640}"/>
                </a:ext>
              </a:extLst>
            </p:cNvPr>
            <p:cNvGrpSpPr/>
            <p:nvPr/>
          </p:nvGrpSpPr>
          <p:grpSpPr>
            <a:xfrm>
              <a:off x="10566400" y="-25400"/>
              <a:ext cx="1625600" cy="545786"/>
              <a:chOff x="15849600" y="0"/>
              <a:chExt cx="2438400" cy="818679"/>
            </a:xfrm>
          </p:grpSpPr>
          <p:sp>
            <p:nvSpPr>
              <p:cNvPr id="31" name="Rectangle: Top Corners Rounded 30">
                <a:extLst>
                  <a:ext uri="{FF2B5EF4-FFF2-40B4-BE49-F238E27FC236}">
                    <a16:creationId xmlns:a16="http://schemas.microsoft.com/office/drawing/2014/main" id="{0CB5812D-0EB9-3758-344A-A250E356B09F}"/>
                  </a:ext>
                </a:extLst>
              </p:cNvPr>
              <p:cNvSpPr/>
              <p:nvPr/>
            </p:nvSpPr>
            <p:spPr>
              <a:xfrm rot="10800000">
                <a:off x="15849600" y="38100"/>
                <a:ext cx="2411660" cy="780579"/>
              </a:xfrm>
              <a:prstGeom prst="round2Same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32" name="Rectangle: Top Corners Rounded 31">
                <a:extLst>
                  <a:ext uri="{FF2B5EF4-FFF2-40B4-BE49-F238E27FC236}">
                    <a16:creationId xmlns:a16="http://schemas.microsoft.com/office/drawing/2014/main" id="{E5DB6BF9-D672-B11A-75DA-1419FD904AB7}"/>
                  </a:ext>
                </a:extLst>
              </p:cNvPr>
              <p:cNvSpPr/>
              <p:nvPr/>
            </p:nvSpPr>
            <p:spPr>
              <a:xfrm rot="10800000">
                <a:off x="15876343" y="0"/>
                <a:ext cx="2411657" cy="770069"/>
              </a:xfrm>
              <a:prstGeom prst="round2Same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Calibri"/>
                  <a:ea typeface="+mn-ea"/>
                  <a:cs typeface="+mn-cs"/>
                </a:endParaRPr>
              </a:p>
            </p:txBody>
          </p:sp>
          <p:sp>
            <p:nvSpPr>
              <p:cNvPr id="33" name="Freeform 10">
                <a:extLst>
                  <a:ext uri="{FF2B5EF4-FFF2-40B4-BE49-F238E27FC236}">
                    <a16:creationId xmlns:a16="http://schemas.microsoft.com/office/drawing/2014/main" id="{7A1B282F-F510-F62A-A20F-746153B61ABD}"/>
                  </a:ext>
                </a:extLst>
              </p:cNvPr>
              <p:cNvSpPr/>
              <p:nvPr/>
            </p:nvSpPr>
            <p:spPr>
              <a:xfrm>
                <a:off x="17049533" y="81363"/>
                <a:ext cx="1165535" cy="594422"/>
              </a:xfrm>
              <a:custGeom>
                <a:avLst/>
                <a:gdLst/>
                <a:ahLst/>
                <a:cxnLst/>
                <a:rect l="l" t="t" r="r" b="b"/>
                <a:pathLst>
                  <a:path w="1165534" h="594422">
                    <a:moveTo>
                      <a:pt x="0" y="0"/>
                    </a:moveTo>
                    <a:lnTo>
                      <a:pt x="1165534" y="0"/>
                    </a:lnTo>
                    <a:lnTo>
                      <a:pt x="1165534" y="594423"/>
                    </a:lnTo>
                    <a:lnTo>
                      <a:pt x="0" y="594423"/>
                    </a:lnTo>
                    <a:lnTo>
                      <a:pt x="0" y="0"/>
                    </a:lnTo>
                    <a:close/>
                  </a:path>
                </a:pathLst>
              </a:custGeom>
              <a:blipFill>
                <a:blip r:embed="rId4"/>
                <a:stretch>
                  <a:fillRect/>
                </a:stretch>
              </a:blipFill>
              <a:ln>
                <a:noFill/>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30" name="Picture 29" descr="Home - บริษัท เอเชีย กรีน เอนเนอจี จำกัด (มหาชน)">
              <a:extLst>
                <a:ext uri="{FF2B5EF4-FFF2-40B4-BE49-F238E27FC236}">
                  <a16:creationId xmlns:a16="http://schemas.microsoft.com/office/drawing/2014/main" id="{147DD5B2-0DAD-87E7-E424-AE44EFF9385A}"/>
                </a:ext>
              </a:extLst>
            </p:cNvPr>
            <p:cNvPicPr>
              <a:picLocks noChangeAspect="1"/>
            </p:cNvPicPr>
            <p:nvPr/>
          </p:nvPicPr>
          <p:blipFill>
            <a:blip r:embed="rId5"/>
            <a:stretch>
              <a:fillRect/>
            </a:stretch>
          </p:blipFill>
          <p:spPr>
            <a:xfrm>
              <a:off x="10705450" y="88996"/>
              <a:ext cx="534700" cy="326053"/>
            </a:xfrm>
            <a:prstGeom prst="rect">
              <a:avLst/>
            </a:prstGeom>
          </p:spPr>
        </p:pic>
      </p:grpSp>
    </p:spTree>
    <p:extLst>
      <p:ext uri="{BB962C8B-B14F-4D97-AF65-F5344CB8AC3E}">
        <p14:creationId xmlns:p14="http://schemas.microsoft.com/office/powerpoint/2010/main" val="331422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8EDB24EF-1F92-3AD5-E22D-30FD4BCB90C2}"/>
              </a:ext>
            </a:extLst>
          </p:cNvPr>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US" sz="1200"/>
          </a:p>
        </p:txBody>
      </p:sp>
      <p:grpSp>
        <p:nvGrpSpPr>
          <p:cNvPr id="3" name="Group 3"/>
          <p:cNvGrpSpPr/>
          <p:nvPr/>
        </p:nvGrpSpPr>
        <p:grpSpPr>
          <a:xfrm>
            <a:off x="-151661" y="0"/>
            <a:ext cx="6196861" cy="6839465"/>
            <a:chOff x="0" y="0"/>
            <a:chExt cx="6925729" cy="8153400"/>
          </a:xfrm>
          <a:solidFill>
            <a:srgbClr val="006666"/>
          </a:solidFill>
        </p:grpSpPr>
        <p:sp>
          <p:nvSpPr>
            <p:cNvPr id="4" name="Freeform 4"/>
            <p:cNvSpPr/>
            <p:nvPr/>
          </p:nvSpPr>
          <p:spPr>
            <a:xfrm>
              <a:off x="0" y="0"/>
              <a:ext cx="6925818" cy="8153400"/>
            </a:xfrm>
            <a:custGeom>
              <a:avLst/>
              <a:gdLst/>
              <a:ahLst/>
              <a:cxnLst/>
              <a:rect l="l" t="t" r="r" b="b"/>
              <a:pathLst>
                <a:path w="6925818" h="8153400">
                  <a:moveTo>
                    <a:pt x="0" y="0"/>
                  </a:moveTo>
                  <a:lnTo>
                    <a:pt x="0" y="8153400"/>
                  </a:lnTo>
                  <a:lnTo>
                    <a:pt x="6155309" y="8153400"/>
                  </a:lnTo>
                  <a:lnTo>
                    <a:pt x="6925818" y="7196709"/>
                  </a:lnTo>
                  <a:lnTo>
                    <a:pt x="1583309" y="0"/>
                  </a:lnTo>
                  <a:close/>
                </a:path>
              </a:pathLst>
            </a:custGeom>
            <a:grpFill/>
            <a:ln w="12700">
              <a:solidFill>
                <a:schemeClr val="bg1"/>
              </a:solidFill>
            </a:ln>
          </p:spPr>
          <p:txBody>
            <a:bodyPr/>
            <a:lstStyle/>
            <a:p>
              <a:endParaRPr lang="en-US" sz="1200" dirty="0"/>
            </a:p>
          </p:txBody>
        </p:sp>
      </p:grpSp>
      <p:grpSp>
        <p:nvGrpSpPr>
          <p:cNvPr id="5" name="Group 5"/>
          <p:cNvGrpSpPr/>
          <p:nvPr/>
        </p:nvGrpSpPr>
        <p:grpSpPr>
          <a:xfrm>
            <a:off x="-151661" y="-18537"/>
            <a:ext cx="6005336" cy="6876537"/>
            <a:chOff x="0" y="0"/>
            <a:chExt cx="6925729" cy="8153400"/>
          </a:xfrm>
        </p:grpSpPr>
        <p:sp>
          <p:nvSpPr>
            <p:cNvPr id="6" name="Freeform 6"/>
            <p:cNvSpPr/>
            <p:nvPr/>
          </p:nvSpPr>
          <p:spPr>
            <a:xfrm>
              <a:off x="0" y="0"/>
              <a:ext cx="6925818" cy="8153400"/>
            </a:xfrm>
            <a:custGeom>
              <a:avLst/>
              <a:gdLst/>
              <a:ahLst/>
              <a:cxnLst/>
              <a:rect l="l" t="t" r="r" b="b"/>
              <a:pathLst>
                <a:path w="6925818" h="8153400">
                  <a:moveTo>
                    <a:pt x="0" y="0"/>
                  </a:moveTo>
                  <a:lnTo>
                    <a:pt x="0" y="8153400"/>
                  </a:lnTo>
                  <a:lnTo>
                    <a:pt x="6155309" y="8153400"/>
                  </a:lnTo>
                  <a:lnTo>
                    <a:pt x="6925818" y="7196709"/>
                  </a:lnTo>
                  <a:lnTo>
                    <a:pt x="1583309" y="0"/>
                  </a:lnTo>
                  <a:close/>
                </a:path>
              </a:pathLst>
            </a:custGeom>
            <a:blipFill>
              <a:blip r:embed="rId4"/>
              <a:stretch>
                <a:fillRect l="-68683" r="-40760"/>
              </a:stretch>
            </a:blipFill>
          </p:spPr>
          <p:txBody>
            <a:bodyPr/>
            <a:lstStyle/>
            <a:p>
              <a:endParaRPr lang="en-US" sz="1200"/>
            </a:p>
          </p:txBody>
        </p:sp>
      </p:grpSp>
      <p:sp>
        <p:nvSpPr>
          <p:cNvPr id="19" name="TextBox 7">
            <a:extLst>
              <a:ext uri="{FF2B5EF4-FFF2-40B4-BE49-F238E27FC236}">
                <a16:creationId xmlns:a16="http://schemas.microsoft.com/office/drawing/2014/main" id="{5885724C-C7D9-CBCB-EA30-3A7F5BE0CEE0}"/>
              </a:ext>
            </a:extLst>
          </p:cNvPr>
          <p:cNvSpPr txBox="1"/>
          <p:nvPr/>
        </p:nvSpPr>
        <p:spPr>
          <a:xfrm>
            <a:off x="607755" y="4881083"/>
            <a:ext cx="4633263" cy="1201419"/>
          </a:xfrm>
          <a:prstGeom prst="rect">
            <a:avLst/>
          </a:prstGeom>
        </p:spPr>
        <p:txBody>
          <a:bodyPr wrap="square" lIns="0" tIns="0" rIns="0" bIns="0" rtlCol="0" anchor="t">
            <a:spAutoFit/>
          </a:bodyPr>
          <a:lstStyle/>
          <a:p>
            <a:pPr>
              <a:lnSpc>
                <a:spcPts val="10547"/>
              </a:lnSpc>
              <a:spcBef>
                <a:spcPct val="0"/>
              </a:spcBef>
            </a:pPr>
            <a:r>
              <a:rPr lang="en-US" sz="5334" b="1" dirty="0">
                <a:latin typeface="Poppins" panose="00000500000000000000" pitchFamily="2" charset="0"/>
                <a:ea typeface="Poppins 1 Semi-Bold"/>
                <a:cs typeface="Poppins" panose="00000500000000000000" pitchFamily="2" charset="0"/>
                <a:sym typeface="Poppins 1 Semi-Bold"/>
              </a:rPr>
              <a:t>Thank you!!</a:t>
            </a:r>
          </a:p>
        </p:txBody>
      </p:sp>
      <p:sp>
        <p:nvSpPr>
          <p:cNvPr id="20" name="TextBox 10">
            <a:extLst>
              <a:ext uri="{FF2B5EF4-FFF2-40B4-BE49-F238E27FC236}">
                <a16:creationId xmlns:a16="http://schemas.microsoft.com/office/drawing/2014/main" id="{9CECC197-3640-8ADD-1CB2-F3AACE4E5C75}"/>
              </a:ext>
            </a:extLst>
          </p:cNvPr>
          <p:cNvSpPr txBox="1"/>
          <p:nvPr/>
        </p:nvSpPr>
        <p:spPr>
          <a:xfrm>
            <a:off x="1223037" y="6000526"/>
            <a:ext cx="3447544" cy="461280"/>
          </a:xfrm>
          <a:prstGeom prst="rect">
            <a:avLst/>
          </a:prstGeom>
        </p:spPr>
        <p:txBody>
          <a:bodyPr lIns="0" tIns="0" rIns="0" bIns="0" rtlCol="0" anchor="t">
            <a:spAutoFit/>
          </a:bodyPr>
          <a:lstStyle/>
          <a:p>
            <a:pPr algn="r">
              <a:lnSpc>
                <a:spcPts val="3882"/>
              </a:lnSpc>
            </a:pPr>
            <a:r>
              <a:rPr lang="en-US" sz="2400" b="1" dirty="0">
                <a:solidFill>
                  <a:srgbClr val="000000"/>
                </a:solidFill>
                <a:latin typeface="Poppins" panose="00000500000000000000" pitchFamily="2" charset="0"/>
                <a:ea typeface="Poppins 1 Semi-Bold Italics"/>
                <a:cs typeface="Poppins" panose="00000500000000000000" pitchFamily="2" charset="0"/>
                <a:sym typeface="Poppins 1 Semi-Bold Italics"/>
              </a:rPr>
              <a:t>For Your Attention</a:t>
            </a:r>
          </a:p>
        </p:txBody>
      </p:sp>
      <p:sp>
        <p:nvSpPr>
          <p:cNvPr id="22" name="Slide Number Placeholder 1">
            <a:extLst>
              <a:ext uri="{FF2B5EF4-FFF2-40B4-BE49-F238E27FC236}">
                <a16:creationId xmlns:a16="http://schemas.microsoft.com/office/drawing/2014/main" id="{CEBD0511-7235-5D71-F991-1C32317B6DB9}"/>
              </a:ext>
            </a:extLst>
          </p:cNvPr>
          <p:cNvSpPr>
            <a:spLocks noGrp="1"/>
          </p:cNvSpPr>
          <p:nvPr>
            <p:ph type="sldNum" sz="quarter" idx="12"/>
          </p:nvPr>
        </p:nvSpPr>
        <p:spPr>
          <a:xfrm>
            <a:off x="10728900" y="6600237"/>
            <a:ext cx="1422400" cy="243417"/>
          </a:xfrm>
        </p:spPr>
        <p:txBody>
          <a:bodyPr/>
          <a:lstStyle/>
          <a:p>
            <a:pPr defTabSz="914446">
              <a:defRPr/>
            </a:pPr>
            <a:fld id="{5E5634F8-C5C6-4843-9A92-B93B76582613}" type="slidenum">
              <a:rPr lang="en-US" sz="1333">
                <a:solidFill>
                  <a:schemeClr val="bg1"/>
                </a:solidFill>
                <a:latin typeface="Poppins" panose="00000500000000000000" pitchFamily="2" charset="0"/>
                <a:cs typeface="Poppins" panose="00000500000000000000" pitchFamily="2" charset="0"/>
              </a:rPr>
              <a:pPr defTabSz="914446">
                <a:defRPr/>
              </a:pPr>
              <a:t>26</a:t>
            </a:fld>
            <a:endParaRPr lang="en-US" sz="1333" dirty="0">
              <a:solidFill>
                <a:schemeClr val="bg1"/>
              </a:solidFill>
              <a:latin typeface="Poppins" panose="00000500000000000000" pitchFamily="2" charset="0"/>
              <a:cs typeface="Poppins" panose="00000500000000000000" pitchFamily="2" charset="0"/>
            </a:endParaRPr>
          </a:p>
        </p:txBody>
      </p:sp>
      <p:grpSp>
        <p:nvGrpSpPr>
          <p:cNvPr id="11" name="Group 14">
            <a:extLst>
              <a:ext uri="{FF2B5EF4-FFF2-40B4-BE49-F238E27FC236}">
                <a16:creationId xmlns:a16="http://schemas.microsoft.com/office/drawing/2014/main" id="{93B0BD7E-C3FC-2654-9B86-435969E92788}"/>
              </a:ext>
            </a:extLst>
          </p:cNvPr>
          <p:cNvGrpSpPr/>
          <p:nvPr/>
        </p:nvGrpSpPr>
        <p:grpSpPr>
          <a:xfrm rot="5400000">
            <a:off x="638625" y="5956485"/>
            <a:ext cx="147484" cy="1655546"/>
            <a:chOff x="0" y="0"/>
            <a:chExt cx="152400" cy="1710731"/>
          </a:xfrm>
          <a:solidFill>
            <a:srgbClr val="009E47"/>
          </a:solidFill>
        </p:grpSpPr>
        <p:sp>
          <p:nvSpPr>
            <p:cNvPr id="12" name="Freeform 15">
              <a:extLst>
                <a:ext uri="{FF2B5EF4-FFF2-40B4-BE49-F238E27FC236}">
                  <a16:creationId xmlns:a16="http://schemas.microsoft.com/office/drawing/2014/main" id="{A5E467D8-77DC-F091-63BC-B65627D99AFC}"/>
                </a:ext>
              </a:extLst>
            </p:cNvPr>
            <p:cNvSpPr/>
            <p:nvPr/>
          </p:nvSpPr>
          <p:spPr>
            <a:xfrm>
              <a:off x="0" y="0"/>
              <a:ext cx="152400" cy="1710731"/>
            </a:xfrm>
            <a:custGeom>
              <a:avLst/>
              <a:gdLst/>
              <a:ahLst/>
              <a:cxnLst/>
              <a:rect l="l" t="t" r="r" b="b"/>
              <a:pathLst>
                <a:path w="152400" h="1710731">
                  <a:moveTo>
                    <a:pt x="0" y="0"/>
                  </a:moveTo>
                  <a:lnTo>
                    <a:pt x="152400" y="0"/>
                  </a:lnTo>
                  <a:lnTo>
                    <a:pt x="152400" y="1710731"/>
                  </a:lnTo>
                  <a:lnTo>
                    <a:pt x="0" y="1710731"/>
                  </a:lnTo>
                  <a:close/>
                </a:path>
              </a:pathLst>
            </a:custGeom>
            <a:grpFill/>
          </p:spPr>
          <p:txBody>
            <a:bodyPr/>
            <a:lstStyle/>
            <a:p>
              <a:endParaRPr lang="en-US" sz="1200"/>
            </a:p>
          </p:txBody>
        </p:sp>
      </p:grpSp>
      <p:grpSp>
        <p:nvGrpSpPr>
          <p:cNvPr id="13" name="Group 16">
            <a:extLst>
              <a:ext uri="{FF2B5EF4-FFF2-40B4-BE49-F238E27FC236}">
                <a16:creationId xmlns:a16="http://schemas.microsoft.com/office/drawing/2014/main" id="{454B749C-32F0-077A-E1C8-929F0C3DA62A}"/>
              </a:ext>
            </a:extLst>
          </p:cNvPr>
          <p:cNvGrpSpPr/>
          <p:nvPr/>
        </p:nvGrpSpPr>
        <p:grpSpPr>
          <a:xfrm rot="5400000">
            <a:off x="1466398" y="5956485"/>
            <a:ext cx="147484" cy="1655546"/>
            <a:chOff x="0" y="0"/>
            <a:chExt cx="152400" cy="1710731"/>
          </a:xfrm>
        </p:grpSpPr>
        <p:sp>
          <p:nvSpPr>
            <p:cNvPr id="21" name="Freeform 17">
              <a:extLst>
                <a:ext uri="{FF2B5EF4-FFF2-40B4-BE49-F238E27FC236}">
                  <a16:creationId xmlns:a16="http://schemas.microsoft.com/office/drawing/2014/main" id="{5CA95FA2-EFF7-4A25-9761-9794E6323203}"/>
                </a:ext>
              </a:extLst>
            </p:cNvPr>
            <p:cNvSpPr/>
            <p:nvPr/>
          </p:nvSpPr>
          <p:spPr>
            <a:xfrm>
              <a:off x="0" y="0"/>
              <a:ext cx="152400" cy="1710731"/>
            </a:xfrm>
            <a:custGeom>
              <a:avLst/>
              <a:gdLst/>
              <a:ahLst/>
              <a:cxnLst/>
              <a:rect l="l" t="t" r="r" b="b"/>
              <a:pathLst>
                <a:path w="152400" h="1710731">
                  <a:moveTo>
                    <a:pt x="0" y="0"/>
                  </a:moveTo>
                  <a:lnTo>
                    <a:pt x="152400" y="0"/>
                  </a:lnTo>
                  <a:lnTo>
                    <a:pt x="152400" y="1710731"/>
                  </a:lnTo>
                  <a:lnTo>
                    <a:pt x="0" y="1710731"/>
                  </a:lnTo>
                  <a:close/>
                </a:path>
              </a:pathLst>
            </a:custGeom>
            <a:solidFill>
              <a:srgbClr val="E1E1E1">
                <a:alpha val="74902"/>
              </a:srgbClr>
            </a:solidFill>
          </p:spPr>
          <p:txBody>
            <a:bodyPr/>
            <a:lstStyle/>
            <a:p>
              <a:endParaRPr lang="en-US" sz="1200"/>
            </a:p>
          </p:txBody>
        </p:sp>
      </p:grpSp>
      <p:sp>
        <p:nvSpPr>
          <p:cNvPr id="18" name="age">
            <a:extLst>
              <a:ext uri="{FF2B5EF4-FFF2-40B4-BE49-F238E27FC236}">
                <a16:creationId xmlns:a16="http://schemas.microsoft.com/office/drawing/2014/main" id="{B8E8F950-1436-B37A-5388-201FB4923FE4}"/>
              </a:ext>
            </a:extLst>
          </p:cNvPr>
          <p:cNvSpPr>
            <a:spLocks noGrp="1"/>
          </p:cNvSpPr>
          <p:nvPr/>
        </p:nvSpPr>
        <p:spPr>
          <a:xfrm>
            <a:off x="10972800" y="581025"/>
            <a:ext cx="666750" cy="257175"/>
          </a:xfrm>
          <a:prstGeom prst="rect">
            <a:avLst/>
          </a:prstGeom>
          <a:noFill/>
          <a:ln w="0">
            <a:noFill/>
            <a:prstDash val="solid"/>
          </a:ln>
        </p:spPr>
        <p:txBody>
          <a:bodyPr anchor="ctr"/>
          <a:lstStyle/>
          <a:p>
            <a:pPr algn="ctr">
              <a:defRPr sz="1350" b="1">
                <a:solidFill>
                  <a:srgbClr val="0A8F62"/>
                </a:solidFill>
              </a:defRPr>
            </a:pPr>
            <a:r>
              <a:rPr lang="th-TH" sz="1350" b="1" dirty="0">
                <a:solidFill>
                  <a:srgbClr val="0A8F62"/>
                </a:solidFill>
              </a:rPr>
              <a:t> </a:t>
            </a:r>
            <a:endParaRPr sz="1350" b="1" dirty="0">
              <a:solidFill>
                <a:srgbClr val="0A8F62"/>
              </a:solidFill>
            </a:endParaRPr>
          </a:p>
        </p:txBody>
      </p:sp>
      <p:sp>
        <p:nvSpPr>
          <p:cNvPr id="28" name="Freeform 10">
            <a:extLst>
              <a:ext uri="{FF2B5EF4-FFF2-40B4-BE49-F238E27FC236}">
                <a16:creationId xmlns:a16="http://schemas.microsoft.com/office/drawing/2014/main" id="{32569913-B044-F611-29A1-6A002F469DCB}"/>
              </a:ext>
            </a:extLst>
          </p:cNvPr>
          <p:cNvSpPr/>
          <p:nvPr/>
        </p:nvSpPr>
        <p:spPr>
          <a:xfrm>
            <a:off x="11374280" y="111905"/>
            <a:ext cx="777023" cy="396281"/>
          </a:xfrm>
          <a:custGeom>
            <a:avLst/>
            <a:gdLst/>
            <a:ahLst/>
            <a:cxnLst/>
            <a:rect l="l" t="t" r="r" b="b"/>
            <a:pathLst>
              <a:path w="1165534" h="594422">
                <a:moveTo>
                  <a:pt x="0" y="0"/>
                </a:moveTo>
                <a:lnTo>
                  <a:pt x="1165534" y="0"/>
                </a:lnTo>
                <a:lnTo>
                  <a:pt x="1165534" y="594423"/>
                </a:lnTo>
                <a:lnTo>
                  <a:pt x="0" y="594423"/>
                </a:lnTo>
                <a:lnTo>
                  <a:pt x="0" y="0"/>
                </a:lnTo>
                <a:close/>
              </a:path>
            </a:pathLst>
          </a:custGeom>
          <a:blipFill>
            <a:blip r:embed="rId5"/>
            <a:stretch>
              <a:fillRect/>
            </a:stretch>
          </a:blipFill>
          <a:ln>
            <a:noFill/>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wrap="square" rtlCol="0" anchor="ctr">
        <a:spAutoFit/>
      </a:bodyPr>
      <a:lstStyle>
        <a:defPPr algn="l">
          <a:defRPr sz="1100" b="1" dirty="0" err="1" smtClean="0">
            <a:latin typeface="Kanit" panose="00000500000000000000" pitchFamily="2" charset="-34"/>
            <a:cs typeface="Kanit" panose="00000500000000000000" pitchFamily="2" charset="-34"/>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AFC5E91-A842-4E2F-B1DC-409C76ED9F63}">
  <we:reference id="wa200010001" version="1.0.0.1" store="en-US" storeType="OMEX"/>
  <we:alternateReferences>
    <we:reference id="WA200010001" version="1.0.0.1" store="" storeType="OMEX"/>
  </we:alternateReferences>
  <we:properties>
    <we:property name="claude.fileId" value="&quot;2f632c83-ab9a-48cf-b37b-37547000506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23018</TotalTime>
  <Words>4441</Words>
  <Application>Microsoft Office PowerPoint</Application>
  <PresentationFormat>Widescreen</PresentationFormat>
  <Paragraphs>864</Paragraphs>
  <Slides>26</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Aptos</vt:lpstr>
      <vt:lpstr>Arial</vt:lpstr>
      <vt:lpstr>Calibri</vt:lpstr>
      <vt:lpstr>Calibri Light</vt:lpstr>
      <vt:lpstr>Kanit</vt:lpstr>
      <vt:lpstr>Leelawadee</vt:lpstr>
      <vt:lpstr>Poppins</vt:lpstr>
      <vt:lpstr>Tahoma</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NCTTHAI THAI</dc:creator>
  <cp:lastModifiedBy>Thanakrit Mahamad</cp:lastModifiedBy>
  <cp:revision>1175</cp:revision>
  <dcterms:created xsi:type="dcterms:W3CDTF">2018-11-20T07:19:16Z</dcterms:created>
  <dcterms:modified xsi:type="dcterms:W3CDTF">2026-09-04T03:59:22Z</dcterms:modified>
</cp:coreProperties>
</file>